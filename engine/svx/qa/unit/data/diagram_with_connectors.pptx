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1B284-4F9C-4DAE-BA7E-260F9E4FCE77}" type="doc">
      <dgm:prSet loTypeId="urn:microsoft.com/office/officeart/2005/8/layout/target1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DB554B-8C71-439B-ADEC-CFE5FA6BD961}">
      <dgm:prSet phldrT="[Text]" phldr="0"/>
      <dgm:spPr/>
      <dgm:t>
        <a:bodyPr/>
        <a:lstStyle/>
        <a:p>
          <a:r>
            <a:rPr lang="en-US" dirty="0"/>
            <a:t>One</a:t>
          </a:r>
        </a:p>
      </dgm:t>
    </dgm:pt>
    <dgm:pt modelId="{05D459BE-11AC-4053-B21A-F39A37CD3282}" type="parTrans" cxnId="{3A0A9814-A570-4025-BCD1-FADFECB21F52}">
      <dgm:prSet/>
      <dgm:spPr/>
      <dgm:t>
        <a:bodyPr/>
        <a:lstStyle/>
        <a:p>
          <a:endParaRPr lang="en-US"/>
        </a:p>
      </dgm:t>
    </dgm:pt>
    <dgm:pt modelId="{F39CA86F-F86E-431B-ACEE-98A29835574B}" type="sibTrans" cxnId="{3A0A9814-A570-4025-BCD1-FADFECB21F52}">
      <dgm:prSet/>
      <dgm:spPr/>
      <dgm:t>
        <a:bodyPr/>
        <a:lstStyle/>
        <a:p>
          <a:endParaRPr lang="en-US"/>
        </a:p>
      </dgm:t>
    </dgm:pt>
    <dgm:pt modelId="{FBF47274-5164-48DC-8BDB-34EB1079E98E}">
      <dgm:prSet phldrT="[Text]" phldr="0"/>
      <dgm:spPr/>
      <dgm:t>
        <a:bodyPr/>
        <a:lstStyle/>
        <a:p>
          <a:r>
            <a:rPr lang="en-US" dirty="0"/>
            <a:t>Eleven</a:t>
          </a:r>
        </a:p>
      </dgm:t>
    </dgm:pt>
    <dgm:pt modelId="{EDA53BFF-37E6-4A61-ADF0-8C30974A2E17}" type="parTrans" cxnId="{AA7B78F8-CB84-4649-91E1-5AED0E7B757B}">
      <dgm:prSet/>
      <dgm:spPr/>
      <dgm:t>
        <a:bodyPr/>
        <a:lstStyle/>
        <a:p>
          <a:endParaRPr lang="en-US"/>
        </a:p>
      </dgm:t>
    </dgm:pt>
    <dgm:pt modelId="{3F8F1398-214F-42B2-A965-615416A1BA5B}" type="sibTrans" cxnId="{AA7B78F8-CB84-4649-91E1-5AED0E7B757B}">
      <dgm:prSet/>
      <dgm:spPr/>
      <dgm:t>
        <a:bodyPr/>
        <a:lstStyle/>
        <a:p>
          <a:endParaRPr lang="en-US"/>
        </a:p>
      </dgm:t>
    </dgm:pt>
    <dgm:pt modelId="{4ACB2ECE-49FB-4CEA-9851-98B342939A33}">
      <dgm:prSet phldrT="[Text]" phldr="0"/>
      <dgm:spPr/>
      <dgm:t>
        <a:bodyPr/>
        <a:lstStyle/>
        <a:p>
          <a:r>
            <a:rPr lang="en-US" dirty="0"/>
            <a:t>Twelve</a:t>
          </a:r>
        </a:p>
      </dgm:t>
    </dgm:pt>
    <dgm:pt modelId="{5D8C98C0-DEFF-470D-B14B-DD3066E3544E}" type="parTrans" cxnId="{53DC8C45-53F1-4AA1-B7E8-0E22BF83F133}">
      <dgm:prSet/>
      <dgm:spPr/>
      <dgm:t>
        <a:bodyPr/>
        <a:lstStyle/>
        <a:p>
          <a:endParaRPr lang="en-US"/>
        </a:p>
      </dgm:t>
    </dgm:pt>
    <dgm:pt modelId="{8ECFE21E-7C01-4D14-8841-530E759B9A32}" type="sibTrans" cxnId="{53DC8C45-53F1-4AA1-B7E8-0E22BF83F133}">
      <dgm:prSet/>
      <dgm:spPr/>
      <dgm:t>
        <a:bodyPr/>
        <a:lstStyle/>
        <a:p>
          <a:endParaRPr lang="en-US"/>
        </a:p>
      </dgm:t>
    </dgm:pt>
    <dgm:pt modelId="{7DE8A5C6-2423-4655-932D-9E24CD0CE093}">
      <dgm:prSet phldrT="[Text]" phldr="0"/>
      <dgm:spPr/>
      <dgm:t>
        <a:bodyPr/>
        <a:lstStyle/>
        <a:p>
          <a:r>
            <a:rPr lang="en-US" dirty="0"/>
            <a:t>Two</a:t>
          </a:r>
        </a:p>
      </dgm:t>
    </dgm:pt>
    <dgm:pt modelId="{D87CDDF2-44C9-4AE3-89DE-7AE1319CAE6C}" type="parTrans" cxnId="{A042C385-B493-4392-BE62-A807F78C7F9B}">
      <dgm:prSet/>
      <dgm:spPr/>
      <dgm:t>
        <a:bodyPr/>
        <a:lstStyle/>
        <a:p>
          <a:endParaRPr lang="en-US"/>
        </a:p>
      </dgm:t>
    </dgm:pt>
    <dgm:pt modelId="{3D8C891D-9F15-4B79-8D90-D42FCACC7F90}" type="sibTrans" cxnId="{A042C385-B493-4392-BE62-A807F78C7F9B}">
      <dgm:prSet/>
      <dgm:spPr/>
      <dgm:t>
        <a:bodyPr/>
        <a:lstStyle/>
        <a:p>
          <a:endParaRPr lang="en-US"/>
        </a:p>
      </dgm:t>
    </dgm:pt>
    <dgm:pt modelId="{8D6F4EBF-664F-4825-A6B8-84728422EB3D}">
      <dgm:prSet phldrT="[Text]" phldr="0"/>
      <dgm:spPr/>
      <dgm:t>
        <a:bodyPr/>
        <a:lstStyle/>
        <a:p>
          <a:r>
            <a:rPr lang="en-US" dirty="0"/>
            <a:t>Twenty-one</a:t>
          </a:r>
        </a:p>
      </dgm:t>
    </dgm:pt>
    <dgm:pt modelId="{E54C834B-F892-4AE4-82C0-0EF30F2C2BE8}" type="parTrans" cxnId="{746C13D9-4C77-4608-B6BA-8BF418ACBF2A}">
      <dgm:prSet/>
      <dgm:spPr/>
      <dgm:t>
        <a:bodyPr/>
        <a:lstStyle/>
        <a:p>
          <a:endParaRPr lang="en-US"/>
        </a:p>
      </dgm:t>
    </dgm:pt>
    <dgm:pt modelId="{38B1384B-4A7E-409C-AD96-EE6CDBB6BD12}" type="sibTrans" cxnId="{746C13D9-4C77-4608-B6BA-8BF418ACBF2A}">
      <dgm:prSet/>
      <dgm:spPr/>
      <dgm:t>
        <a:bodyPr/>
        <a:lstStyle/>
        <a:p>
          <a:endParaRPr lang="en-US"/>
        </a:p>
      </dgm:t>
    </dgm:pt>
    <dgm:pt modelId="{37FAB76F-1F04-4CF3-AC56-669F4030916C}">
      <dgm:prSet phldrT="[Text]" phldr="0"/>
      <dgm:spPr/>
      <dgm:t>
        <a:bodyPr/>
        <a:lstStyle/>
        <a:p>
          <a:r>
            <a:rPr lang="en-US" dirty="0"/>
            <a:t>Twenty-two</a:t>
          </a:r>
        </a:p>
      </dgm:t>
    </dgm:pt>
    <dgm:pt modelId="{BA43AAEE-5420-4FC1-A630-6DAC716A93AF}" type="parTrans" cxnId="{23BACC75-80BD-49D1-841A-69E3BF797ED6}">
      <dgm:prSet/>
      <dgm:spPr/>
      <dgm:t>
        <a:bodyPr/>
        <a:lstStyle/>
        <a:p>
          <a:endParaRPr lang="en-US"/>
        </a:p>
      </dgm:t>
    </dgm:pt>
    <dgm:pt modelId="{46CD5CC2-5844-4CFD-8518-9F99CCBEF1DC}" type="sibTrans" cxnId="{23BACC75-80BD-49D1-841A-69E3BF797ED6}">
      <dgm:prSet/>
      <dgm:spPr/>
      <dgm:t>
        <a:bodyPr/>
        <a:lstStyle/>
        <a:p>
          <a:endParaRPr lang="en-US"/>
        </a:p>
      </dgm:t>
    </dgm:pt>
    <dgm:pt modelId="{A3E48FF1-94E7-47A6-AF8D-940EF84C55A4}">
      <dgm:prSet phldrT="[Text]" phldr="0"/>
      <dgm:spPr/>
      <dgm:t>
        <a:bodyPr/>
        <a:lstStyle/>
        <a:p>
          <a:r>
            <a:rPr lang="en-US" dirty="0"/>
            <a:t>Three</a:t>
          </a:r>
        </a:p>
      </dgm:t>
    </dgm:pt>
    <dgm:pt modelId="{C6E99506-0EF9-4463-9057-1BD2B08E696C}" type="parTrans" cxnId="{51AEA999-D63E-4F2B-9846-1989DD02673E}">
      <dgm:prSet/>
      <dgm:spPr/>
      <dgm:t>
        <a:bodyPr/>
        <a:lstStyle/>
        <a:p>
          <a:endParaRPr lang="en-US"/>
        </a:p>
      </dgm:t>
    </dgm:pt>
    <dgm:pt modelId="{E48C5EFA-5445-477D-9439-3D294CC982A6}" type="sibTrans" cxnId="{51AEA999-D63E-4F2B-9846-1989DD02673E}">
      <dgm:prSet/>
      <dgm:spPr/>
      <dgm:t>
        <a:bodyPr/>
        <a:lstStyle/>
        <a:p>
          <a:endParaRPr lang="en-US"/>
        </a:p>
      </dgm:t>
    </dgm:pt>
    <dgm:pt modelId="{9803B952-6796-4A30-A3C0-F429F40775B7}">
      <dgm:prSet phldrT="[Text]"/>
      <dgm:spPr/>
      <dgm:t>
        <a:bodyPr/>
        <a:lstStyle/>
        <a:p>
          <a:r>
            <a:rPr lang="en-US" dirty="0"/>
            <a:t>Four</a:t>
          </a:r>
        </a:p>
      </dgm:t>
    </dgm:pt>
    <dgm:pt modelId="{C113A374-2A32-4540-8CDB-A1E2EF4069C3}" type="parTrans" cxnId="{F51395DB-52D3-45CF-8FF6-91F718D8268B}">
      <dgm:prSet/>
      <dgm:spPr/>
      <dgm:t>
        <a:bodyPr/>
        <a:lstStyle/>
        <a:p>
          <a:endParaRPr lang="en-US"/>
        </a:p>
      </dgm:t>
    </dgm:pt>
    <dgm:pt modelId="{FAE25D13-134D-4408-87F7-708ACDC01BE1}" type="sibTrans" cxnId="{F51395DB-52D3-45CF-8FF6-91F718D8268B}">
      <dgm:prSet/>
      <dgm:spPr/>
      <dgm:t>
        <a:bodyPr/>
        <a:lstStyle/>
        <a:p>
          <a:endParaRPr lang="en-US"/>
        </a:p>
      </dgm:t>
    </dgm:pt>
    <dgm:pt modelId="{338BCA03-6FF9-42A5-A881-74A511059165}">
      <dgm:prSet phldrT="[Text]" phldr="0"/>
      <dgm:spPr/>
      <dgm:t>
        <a:bodyPr/>
        <a:lstStyle/>
        <a:p>
          <a:r>
            <a:rPr lang="en-US"/>
            <a:t>Forty-one</a:t>
          </a:r>
          <a:endParaRPr lang="en-US" dirty="0"/>
        </a:p>
      </dgm:t>
    </dgm:pt>
    <dgm:pt modelId="{3B00CC18-8189-48BF-9E2F-4608A361BCBB}" type="parTrans" cxnId="{A23D48C1-0208-4E14-8F48-C19333E1298E}">
      <dgm:prSet/>
      <dgm:spPr/>
      <dgm:t>
        <a:bodyPr/>
        <a:lstStyle/>
        <a:p>
          <a:endParaRPr lang="en-US"/>
        </a:p>
      </dgm:t>
    </dgm:pt>
    <dgm:pt modelId="{B99102AC-AC35-4198-9A10-6CC145E5A605}" type="sibTrans" cxnId="{A23D48C1-0208-4E14-8F48-C19333E1298E}">
      <dgm:prSet/>
      <dgm:spPr/>
      <dgm:t>
        <a:bodyPr/>
        <a:lstStyle/>
        <a:p>
          <a:endParaRPr lang="en-US"/>
        </a:p>
      </dgm:t>
    </dgm:pt>
    <dgm:pt modelId="{E5FE82C4-FF44-4F61-B8D1-1359FD7123F3}">
      <dgm:prSet phldrT="[Text]" phldr="0"/>
      <dgm:spPr/>
      <dgm:t>
        <a:bodyPr/>
        <a:lstStyle/>
        <a:p>
          <a:r>
            <a:rPr lang="en-US"/>
            <a:t>Thirteen</a:t>
          </a:r>
          <a:endParaRPr lang="en-US" dirty="0"/>
        </a:p>
      </dgm:t>
    </dgm:pt>
    <dgm:pt modelId="{89EA36F0-986D-4080-888D-B219A99A1F3B}" type="parTrans" cxnId="{290D4796-D1FA-4E4A-BDE2-8EF19B0F5150}">
      <dgm:prSet/>
      <dgm:spPr/>
      <dgm:t>
        <a:bodyPr/>
        <a:lstStyle/>
        <a:p>
          <a:endParaRPr lang="en-US"/>
        </a:p>
      </dgm:t>
    </dgm:pt>
    <dgm:pt modelId="{C9EA71D4-F88E-41BA-BBFC-1AF1E196C857}" type="sibTrans" cxnId="{290D4796-D1FA-4E4A-BDE2-8EF19B0F5150}">
      <dgm:prSet/>
      <dgm:spPr/>
      <dgm:t>
        <a:bodyPr/>
        <a:lstStyle/>
        <a:p>
          <a:endParaRPr lang="en-US"/>
        </a:p>
      </dgm:t>
    </dgm:pt>
    <dgm:pt modelId="{564C52A4-C5CE-4077-93F7-FFB8D414663B}">
      <dgm:prSet phldrT="[Text]" phldr="0"/>
      <dgm:spPr/>
      <dgm:t>
        <a:bodyPr/>
        <a:lstStyle/>
        <a:p>
          <a:r>
            <a:rPr lang="en-US"/>
            <a:t>Forty-two</a:t>
          </a:r>
          <a:endParaRPr lang="en-US" dirty="0"/>
        </a:p>
      </dgm:t>
    </dgm:pt>
    <dgm:pt modelId="{B3AEA969-D902-42E3-9E6B-B734331E9AB8}" type="parTrans" cxnId="{C89EA298-9CB7-4302-BC6B-847BCCA4B6EF}">
      <dgm:prSet/>
      <dgm:spPr/>
      <dgm:t>
        <a:bodyPr/>
        <a:lstStyle/>
        <a:p>
          <a:endParaRPr lang="en-US"/>
        </a:p>
      </dgm:t>
    </dgm:pt>
    <dgm:pt modelId="{891FAAD8-3E1F-4A18-ADB5-204986507BB0}" type="sibTrans" cxnId="{C89EA298-9CB7-4302-BC6B-847BCCA4B6EF}">
      <dgm:prSet/>
      <dgm:spPr/>
      <dgm:t>
        <a:bodyPr/>
        <a:lstStyle/>
        <a:p>
          <a:endParaRPr lang="en-US"/>
        </a:p>
      </dgm:t>
    </dgm:pt>
    <dgm:pt modelId="{B9AFF923-8303-4B7D-B2E7-F4DB26C58827}" type="pres">
      <dgm:prSet presAssocID="{5C11B284-4F9C-4DAE-BA7E-260F9E4FCE77}" presName="composite" presStyleCnt="0">
        <dgm:presLayoutVars>
          <dgm:chMax val="5"/>
          <dgm:dir/>
          <dgm:resizeHandles val="exact"/>
        </dgm:presLayoutVars>
      </dgm:prSet>
      <dgm:spPr/>
    </dgm:pt>
    <dgm:pt modelId="{AF960CC9-30AB-4877-99CA-E4ACF0CA2E10}" type="pres">
      <dgm:prSet presAssocID="{7DDB554B-8C71-439B-ADEC-CFE5FA6BD961}" presName="circle1" presStyleLbl="lnNode1" presStyleIdx="0" presStyleCnt="4"/>
      <dgm:spPr/>
    </dgm:pt>
    <dgm:pt modelId="{3BB11A4A-6476-4460-8DD3-507663DD7D1C}" type="pres">
      <dgm:prSet presAssocID="{7DDB554B-8C71-439B-ADEC-CFE5FA6BD961}" presName="text1" presStyleLbl="revTx" presStyleIdx="0" presStyleCnt="4">
        <dgm:presLayoutVars>
          <dgm:bulletEnabled val="1"/>
        </dgm:presLayoutVars>
      </dgm:prSet>
      <dgm:spPr/>
    </dgm:pt>
    <dgm:pt modelId="{135093E3-D7DF-498A-A295-198D8C15978A}" type="pres">
      <dgm:prSet presAssocID="{7DDB554B-8C71-439B-ADEC-CFE5FA6BD961}" presName="line1" presStyleLbl="callout" presStyleIdx="0" presStyleCnt="8"/>
      <dgm:spPr/>
    </dgm:pt>
    <dgm:pt modelId="{8E06B4BA-8B27-4962-8CEC-81D29C061393}" type="pres">
      <dgm:prSet presAssocID="{7DDB554B-8C71-439B-ADEC-CFE5FA6BD961}" presName="d1" presStyleLbl="callout" presStyleIdx="1" presStyleCnt="8"/>
      <dgm:spPr/>
    </dgm:pt>
    <dgm:pt modelId="{888A0EB5-DCBB-4463-BE86-E12E1443E638}" type="pres">
      <dgm:prSet presAssocID="{7DE8A5C6-2423-4655-932D-9E24CD0CE093}" presName="circle2" presStyleLbl="lnNode1" presStyleIdx="1" presStyleCnt="4"/>
      <dgm:spPr/>
    </dgm:pt>
    <dgm:pt modelId="{D8C5659D-7753-42F7-9954-696A9FF3F09A}" type="pres">
      <dgm:prSet presAssocID="{7DE8A5C6-2423-4655-932D-9E24CD0CE093}" presName="text2" presStyleLbl="revTx" presStyleIdx="1" presStyleCnt="4">
        <dgm:presLayoutVars>
          <dgm:bulletEnabled val="1"/>
        </dgm:presLayoutVars>
      </dgm:prSet>
      <dgm:spPr/>
    </dgm:pt>
    <dgm:pt modelId="{27B6AB3A-BFA0-4D00-90EA-59A7078DD951}" type="pres">
      <dgm:prSet presAssocID="{7DE8A5C6-2423-4655-932D-9E24CD0CE093}" presName="line2" presStyleLbl="callout" presStyleIdx="2" presStyleCnt="8"/>
      <dgm:spPr/>
    </dgm:pt>
    <dgm:pt modelId="{FC11231C-9E56-439A-BCC6-9C1273F061EC}" type="pres">
      <dgm:prSet presAssocID="{7DE8A5C6-2423-4655-932D-9E24CD0CE093}" presName="d2" presStyleLbl="callout" presStyleIdx="3" presStyleCnt="8"/>
      <dgm:spPr/>
    </dgm:pt>
    <dgm:pt modelId="{15D0B679-838F-439C-9F9C-35EE07F4A440}" type="pres">
      <dgm:prSet presAssocID="{A3E48FF1-94E7-47A6-AF8D-940EF84C55A4}" presName="circle3" presStyleLbl="lnNode1" presStyleIdx="2" presStyleCnt="4"/>
      <dgm:spPr/>
    </dgm:pt>
    <dgm:pt modelId="{CD52EBBB-03DB-42DD-8F0A-BD3AF6D74E27}" type="pres">
      <dgm:prSet presAssocID="{A3E48FF1-94E7-47A6-AF8D-940EF84C55A4}" presName="text3" presStyleLbl="revTx" presStyleIdx="2" presStyleCnt="4">
        <dgm:presLayoutVars>
          <dgm:bulletEnabled val="1"/>
        </dgm:presLayoutVars>
      </dgm:prSet>
      <dgm:spPr/>
    </dgm:pt>
    <dgm:pt modelId="{DD6DCF6E-4ED1-4693-8843-1649FBC3111D}" type="pres">
      <dgm:prSet presAssocID="{A3E48FF1-94E7-47A6-AF8D-940EF84C55A4}" presName="line3" presStyleLbl="callout" presStyleIdx="4" presStyleCnt="8"/>
      <dgm:spPr/>
    </dgm:pt>
    <dgm:pt modelId="{21F86E8B-7A3A-4AD8-AD86-1A36B91F07D9}" type="pres">
      <dgm:prSet presAssocID="{A3E48FF1-94E7-47A6-AF8D-940EF84C55A4}" presName="d3" presStyleLbl="callout" presStyleIdx="5" presStyleCnt="8"/>
      <dgm:spPr/>
    </dgm:pt>
    <dgm:pt modelId="{A34C4CED-F6EA-4642-896C-E71E62B65D43}" type="pres">
      <dgm:prSet presAssocID="{9803B952-6796-4A30-A3C0-F429F40775B7}" presName="circle4" presStyleLbl="lnNode1" presStyleIdx="3" presStyleCnt="4"/>
      <dgm:spPr/>
    </dgm:pt>
    <dgm:pt modelId="{C6D44FD5-5ACB-45D1-BA7E-CFDB738463CB}" type="pres">
      <dgm:prSet presAssocID="{9803B952-6796-4A30-A3C0-F429F40775B7}" presName="text4" presStyleLbl="revTx" presStyleIdx="3" presStyleCnt="4">
        <dgm:presLayoutVars>
          <dgm:bulletEnabled val="1"/>
        </dgm:presLayoutVars>
      </dgm:prSet>
      <dgm:spPr/>
    </dgm:pt>
    <dgm:pt modelId="{CF179C48-ACC9-4518-A7C5-48E8F3077B7C}" type="pres">
      <dgm:prSet presAssocID="{9803B952-6796-4A30-A3C0-F429F40775B7}" presName="line4" presStyleLbl="callout" presStyleIdx="6" presStyleCnt="8"/>
      <dgm:spPr/>
    </dgm:pt>
    <dgm:pt modelId="{6E2A6FF9-8216-4F00-9E82-34DC41DE86D6}" type="pres">
      <dgm:prSet presAssocID="{9803B952-6796-4A30-A3C0-F429F40775B7}" presName="d4" presStyleLbl="callout" presStyleIdx="7" presStyleCnt="8"/>
      <dgm:spPr/>
    </dgm:pt>
  </dgm:ptLst>
  <dgm:cxnLst>
    <dgm:cxn modelId="{213FDB09-4935-4C2F-A626-0015063B1799}" type="presOf" srcId="{FBF47274-5164-48DC-8BDB-34EB1079E98E}" destId="{3BB11A4A-6476-4460-8DD3-507663DD7D1C}" srcOrd="0" destOrd="1" presId="urn:microsoft.com/office/officeart/2005/8/layout/target1"/>
    <dgm:cxn modelId="{81EF8B0A-B75D-4831-9A8D-DA6D37D945C0}" type="presOf" srcId="{4ACB2ECE-49FB-4CEA-9851-98B342939A33}" destId="{3BB11A4A-6476-4460-8DD3-507663DD7D1C}" srcOrd="0" destOrd="2" presId="urn:microsoft.com/office/officeart/2005/8/layout/target1"/>
    <dgm:cxn modelId="{3A0A9814-A570-4025-BCD1-FADFECB21F52}" srcId="{5C11B284-4F9C-4DAE-BA7E-260F9E4FCE77}" destId="{7DDB554B-8C71-439B-ADEC-CFE5FA6BD961}" srcOrd="0" destOrd="0" parTransId="{05D459BE-11AC-4053-B21A-F39A37CD3282}" sibTransId="{F39CA86F-F86E-431B-ACEE-98A29835574B}"/>
    <dgm:cxn modelId="{05C3225B-F664-4D99-9649-17CAAAFB0BC7}" type="presOf" srcId="{9803B952-6796-4A30-A3C0-F429F40775B7}" destId="{C6D44FD5-5ACB-45D1-BA7E-CFDB738463CB}" srcOrd="0" destOrd="0" presId="urn:microsoft.com/office/officeart/2005/8/layout/target1"/>
    <dgm:cxn modelId="{62E65A43-5891-4899-A5F6-4343CB7C5226}" type="presOf" srcId="{564C52A4-C5CE-4077-93F7-FFB8D414663B}" destId="{C6D44FD5-5ACB-45D1-BA7E-CFDB738463CB}" srcOrd="0" destOrd="2" presId="urn:microsoft.com/office/officeart/2005/8/layout/target1"/>
    <dgm:cxn modelId="{53DC8C45-53F1-4AA1-B7E8-0E22BF83F133}" srcId="{7DDB554B-8C71-439B-ADEC-CFE5FA6BD961}" destId="{4ACB2ECE-49FB-4CEA-9851-98B342939A33}" srcOrd="1" destOrd="0" parTransId="{5D8C98C0-DEFF-470D-B14B-DD3066E3544E}" sibTransId="{8ECFE21E-7C01-4D14-8841-530E759B9A32}"/>
    <dgm:cxn modelId="{23BACC75-80BD-49D1-841A-69E3BF797ED6}" srcId="{7DE8A5C6-2423-4655-932D-9E24CD0CE093}" destId="{37FAB76F-1F04-4CF3-AC56-669F4030916C}" srcOrd="1" destOrd="0" parTransId="{BA43AAEE-5420-4FC1-A630-6DAC716A93AF}" sibTransId="{46CD5CC2-5844-4CFD-8518-9F99CCBEF1DC}"/>
    <dgm:cxn modelId="{B57A0B59-0990-4359-898B-1E73963D68AE}" type="presOf" srcId="{8D6F4EBF-664F-4825-A6B8-84728422EB3D}" destId="{D8C5659D-7753-42F7-9954-696A9FF3F09A}" srcOrd="0" destOrd="1" presId="urn:microsoft.com/office/officeart/2005/8/layout/target1"/>
    <dgm:cxn modelId="{A042C385-B493-4392-BE62-A807F78C7F9B}" srcId="{5C11B284-4F9C-4DAE-BA7E-260F9E4FCE77}" destId="{7DE8A5C6-2423-4655-932D-9E24CD0CE093}" srcOrd="1" destOrd="0" parTransId="{D87CDDF2-44C9-4AE3-89DE-7AE1319CAE6C}" sibTransId="{3D8C891D-9F15-4B79-8D90-D42FCACC7F90}"/>
    <dgm:cxn modelId="{2A4B2794-AC7E-4F53-B0C1-B158E526C8D6}" type="presOf" srcId="{7DDB554B-8C71-439B-ADEC-CFE5FA6BD961}" destId="{3BB11A4A-6476-4460-8DD3-507663DD7D1C}" srcOrd="0" destOrd="0" presId="urn:microsoft.com/office/officeart/2005/8/layout/target1"/>
    <dgm:cxn modelId="{290D4796-D1FA-4E4A-BDE2-8EF19B0F5150}" srcId="{7DDB554B-8C71-439B-ADEC-CFE5FA6BD961}" destId="{E5FE82C4-FF44-4F61-B8D1-1359FD7123F3}" srcOrd="2" destOrd="0" parTransId="{89EA36F0-986D-4080-888D-B219A99A1F3B}" sibTransId="{C9EA71D4-F88E-41BA-BBFC-1AF1E196C857}"/>
    <dgm:cxn modelId="{C89EA298-9CB7-4302-BC6B-847BCCA4B6EF}" srcId="{9803B952-6796-4A30-A3C0-F429F40775B7}" destId="{564C52A4-C5CE-4077-93F7-FFB8D414663B}" srcOrd="1" destOrd="0" parTransId="{B3AEA969-D902-42E3-9E6B-B734331E9AB8}" sibTransId="{891FAAD8-3E1F-4A18-ADB5-204986507BB0}"/>
    <dgm:cxn modelId="{51AEA999-D63E-4F2B-9846-1989DD02673E}" srcId="{5C11B284-4F9C-4DAE-BA7E-260F9E4FCE77}" destId="{A3E48FF1-94E7-47A6-AF8D-940EF84C55A4}" srcOrd="2" destOrd="0" parTransId="{C6E99506-0EF9-4463-9057-1BD2B08E696C}" sibTransId="{E48C5EFA-5445-477D-9439-3D294CC982A6}"/>
    <dgm:cxn modelId="{B44EEC9D-7FF3-4367-953B-3F00194E2ABC}" type="presOf" srcId="{E5FE82C4-FF44-4F61-B8D1-1359FD7123F3}" destId="{3BB11A4A-6476-4460-8DD3-507663DD7D1C}" srcOrd="0" destOrd="3" presId="urn:microsoft.com/office/officeart/2005/8/layout/target1"/>
    <dgm:cxn modelId="{A23D48C1-0208-4E14-8F48-C19333E1298E}" srcId="{9803B952-6796-4A30-A3C0-F429F40775B7}" destId="{338BCA03-6FF9-42A5-A881-74A511059165}" srcOrd="0" destOrd="0" parTransId="{3B00CC18-8189-48BF-9E2F-4608A361BCBB}" sibTransId="{B99102AC-AC35-4198-9A10-6CC145E5A605}"/>
    <dgm:cxn modelId="{D44FB9C4-11B2-4871-AC4A-29844198ED02}" type="presOf" srcId="{A3E48FF1-94E7-47A6-AF8D-940EF84C55A4}" destId="{CD52EBBB-03DB-42DD-8F0A-BD3AF6D74E27}" srcOrd="0" destOrd="0" presId="urn:microsoft.com/office/officeart/2005/8/layout/target1"/>
    <dgm:cxn modelId="{746C13D9-4C77-4608-B6BA-8BF418ACBF2A}" srcId="{7DE8A5C6-2423-4655-932D-9E24CD0CE093}" destId="{8D6F4EBF-664F-4825-A6B8-84728422EB3D}" srcOrd="0" destOrd="0" parTransId="{E54C834B-F892-4AE4-82C0-0EF30F2C2BE8}" sibTransId="{38B1384B-4A7E-409C-AD96-EE6CDBB6BD12}"/>
    <dgm:cxn modelId="{50533CD9-9D4A-4170-8D1E-CAE49397272B}" type="presOf" srcId="{37FAB76F-1F04-4CF3-AC56-669F4030916C}" destId="{D8C5659D-7753-42F7-9954-696A9FF3F09A}" srcOrd="0" destOrd="2" presId="urn:microsoft.com/office/officeart/2005/8/layout/target1"/>
    <dgm:cxn modelId="{F51395DB-52D3-45CF-8FF6-91F718D8268B}" srcId="{5C11B284-4F9C-4DAE-BA7E-260F9E4FCE77}" destId="{9803B952-6796-4A30-A3C0-F429F40775B7}" srcOrd="3" destOrd="0" parTransId="{C113A374-2A32-4540-8CDB-A1E2EF4069C3}" sibTransId="{FAE25D13-134D-4408-87F7-708ACDC01BE1}"/>
    <dgm:cxn modelId="{92FFE7EC-78FA-4A26-B873-6774DB8D9E2F}" type="presOf" srcId="{5C11B284-4F9C-4DAE-BA7E-260F9E4FCE77}" destId="{B9AFF923-8303-4B7D-B2E7-F4DB26C58827}" srcOrd="0" destOrd="0" presId="urn:microsoft.com/office/officeart/2005/8/layout/target1"/>
    <dgm:cxn modelId="{7C75BEF6-64AD-4F0B-B1C3-BEDBE447A763}" type="presOf" srcId="{338BCA03-6FF9-42A5-A881-74A511059165}" destId="{C6D44FD5-5ACB-45D1-BA7E-CFDB738463CB}" srcOrd="0" destOrd="1" presId="urn:microsoft.com/office/officeart/2005/8/layout/target1"/>
    <dgm:cxn modelId="{AA7B78F8-CB84-4649-91E1-5AED0E7B757B}" srcId="{7DDB554B-8C71-439B-ADEC-CFE5FA6BD961}" destId="{FBF47274-5164-48DC-8BDB-34EB1079E98E}" srcOrd="0" destOrd="0" parTransId="{EDA53BFF-37E6-4A61-ADF0-8C30974A2E17}" sibTransId="{3F8F1398-214F-42B2-A965-615416A1BA5B}"/>
    <dgm:cxn modelId="{41ECD7FF-A05C-4FBB-8933-24BE58463313}" type="presOf" srcId="{7DE8A5C6-2423-4655-932D-9E24CD0CE093}" destId="{D8C5659D-7753-42F7-9954-696A9FF3F09A}" srcOrd="0" destOrd="0" presId="urn:microsoft.com/office/officeart/2005/8/layout/target1"/>
    <dgm:cxn modelId="{CDB8B09F-1760-4538-B96C-CCD095FA68E7}" type="presParOf" srcId="{B9AFF923-8303-4B7D-B2E7-F4DB26C58827}" destId="{AF960CC9-30AB-4877-99CA-E4ACF0CA2E10}" srcOrd="0" destOrd="0" presId="urn:microsoft.com/office/officeart/2005/8/layout/target1"/>
    <dgm:cxn modelId="{D91712E0-C820-4458-AB13-36DC9D9AC8BE}" type="presParOf" srcId="{B9AFF923-8303-4B7D-B2E7-F4DB26C58827}" destId="{3BB11A4A-6476-4460-8DD3-507663DD7D1C}" srcOrd="1" destOrd="0" presId="urn:microsoft.com/office/officeart/2005/8/layout/target1"/>
    <dgm:cxn modelId="{1F55CD59-B376-4777-98EB-ABE89E3E9FD6}" type="presParOf" srcId="{B9AFF923-8303-4B7D-B2E7-F4DB26C58827}" destId="{135093E3-D7DF-498A-A295-198D8C15978A}" srcOrd="2" destOrd="0" presId="urn:microsoft.com/office/officeart/2005/8/layout/target1"/>
    <dgm:cxn modelId="{CA9DF2CF-5F15-4F24-835C-DCA7E5A6D6EE}" type="presParOf" srcId="{B9AFF923-8303-4B7D-B2E7-F4DB26C58827}" destId="{8E06B4BA-8B27-4962-8CEC-81D29C061393}" srcOrd="3" destOrd="0" presId="urn:microsoft.com/office/officeart/2005/8/layout/target1"/>
    <dgm:cxn modelId="{12D37B7E-B7C1-41FF-81E8-481AF65FE9DD}" type="presParOf" srcId="{B9AFF923-8303-4B7D-B2E7-F4DB26C58827}" destId="{888A0EB5-DCBB-4463-BE86-E12E1443E638}" srcOrd="4" destOrd="0" presId="urn:microsoft.com/office/officeart/2005/8/layout/target1"/>
    <dgm:cxn modelId="{A357834D-076D-4A50-AB8D-936FCA4AB293}" type="presParOf" srcId="{B9AFF923-8303-4B7D-B2E7-F4DB26C58827}" destId="{D8C5659D-7753-42F7-9954-696A9FF3F09A}" srcOrd="5" destOrd="0" presId="urn:microsoft.com/office/officeart/2005/8/layout/target1"/>
    <dgm:cxn modelId="{DB6CBC8D-9309-4062-B6D9-014AEE5BEF82}" type="presParOf" srcId="{B9AFF923-8303-4B7D-B2E7-F4DB26C58827}" destId="{27B6AB3A-BFA0-4D00-90EA-59A7078DD951}" srcOrd="6" destOrd="0" presId="urn:microsoft.com/office/officeart/2005/8/layout/target1"/>
    <dgm:cxn modelId="{C3EFC327-9E3B-41FB-97D6-0AA1197779D4}" type="presParOf" srcId="{B9AFF923-8303-4B7D-B2E7-F4DB26C58827}" destId="{FC11231C-9E56-439A-BCC6-9C1273F061EC}" srcOrd="7" destOrd="0" presId="urn:microsoft.com/office/officeart/2005/8/layout/target1"/>
    <dgm:cxn modelId="{1A622B81-DABA-4872-9AEA-9C0000585081}" type="presParOf" srcId="{B9AFF923-8303-4B7D-B2E7-F4DB26C58827}" destId="{15D0B679-838F-439C-9F9C-35EE07F4A440}" srcOrd="8" destOrd="0" presId="urn:microsoft.com/office/officeart/2005/8/layout/target1"/>
    <dgm:cxn modelId="{57FA5A02-BA72-42FA-93D8-1B17E720FB26}" type="presParOf" srcId="{B9AFF923-8303-4B7D-B2E7-F4DB26C58827}" destId="{CD52EBBB-03DB-42DD-8F0A-BD3AF6D74E27}" srcOrd="9" destOrd="0" presId="urn:microsoft.com/office/officeart/2005/8/layout/target1"/>
    <dgm:cxn modelId="{43D8539C-9891-44F5-AF3D-816780386A5F}" type="presParOf" srcId="{B9AFF923-8303-4B7D-B2E7-F4DB26C58827}" destId="{DD6DCF6E-4ED1-4693-8843-1649FBC3111D}" srcOrd="10" destOrd="0" presId="urn:microsoft.com/office/officeart/2005/8/layout/target1"/>
    <dgm:cxn modelId="{3C79191F-8363-4B5C-9899-4A5CE59D6A8E}" type="presParOf" srcId="{B9AFF923-8303-4B7D-B2E7-F4DB26C58827}" destId="{21F86E8B-7A3A-4AD8-AD86-1A36B91F07D9}" srcOrd="11" destOrd="0" presId="urn:microsoft.com/office/officeart/2005/8/layout/target1"/>
    <dgm:cxn modelId="{544F282E-7190-452A-A203-33FFA99D6B13}" type="presParOf" srcId="{B9AFF923-8303-4B7D-B2E7-F4DB26C58827}" destId="{A34C4CED-F6EA-4642-896C-E71E62B65D43}" srcOrd="12" destOrd="0" presId="urn:microsoft.com/office/officeart/2005/8/layout/target1"/>
    <dgm:cxn modelId="{73B74898-9978-4928-A609-3B9B7032E758}" type="presParOf" srcId="{B9AFF923-8303-4B7D-B2E7-F4DB26C58827}" destId="{C6D44FD5-5ACB-45D1-BA7E-CFDB738463CB}" srcOrd="13" destOrd="0" presId="urn:microsoft.com/office/officeart/2005/8/layout/target1"/>
    <dgm:cxn modelId="{77BF3483-1F35-40C6-9938-041A35DB91BB}" type="presParOf" srcId="{B9AFF923-8303-4B7D-B2E7-F4DB26C58827}" destId="{CF179C48-ACC9-4518-A7C5-48E8F3077B7C}" srcOrd="14" destOrd="0" presId="urn:microsoft.com/office/officeart/2005/8/layout/target1"/>
    <dgm:cxn modelId="{5D974921-F4FE-4EC0-8203-F14AECEAA7A0}" type="presParOf" srcId="{B9AFF923-8303-4B7D-B2E7-F4DB26C58827}" destId="{6E2A6FF9-8216-4F00-9E82-34DC41DE86D6}" srcOrd="15" destOrd="0" presId="urn:microsoft.com/office/officeart/2005/8/layout/target1"/>
  </dgm:cxnLst>
  <dgm:bg>
    <a:solidFill>
      <a:schemeClr val="bg2">
        <a:lumMod val="9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C4CED-F6EA-4642-896C-E71E62B65D43}">
      <dsp:nvSpPr>
        <dsp:cNvPr id="0" name=""/>
        <dsp:cNvSpPr/>
      </dsp:nvSpPr>
      <dsp:spPr>
        <a:xfrm>
          <a:off x="677333" y="1354666"/>
          <a:ext cx="4064000" cy="4064000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0B679-838F-439C-9F9C-35EE07F4A440}">
      <dsp:nvSpPr>
        <dsp:cNvPr id="0" name=""/>
        <dsp:cNvSpPr/>
      </dsp:nvSpPr>
      <dsp:spPr>
        <a:xfrm>
          <a:off x="1258146" y="1935480"/>
          <a:ext cx="2902373" cy="2902373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A0EB5-DCBB-4463-BE86-E12E1443E638}">
      <dsp:nvSpPr>
        <dsp:cNvPr id="0" name=""/>
        <dsp:cNvSpPr/>
      </dsp:nvSpPr>
      <dsp:spPr>
        <a:xfrm>
          <a:off x="1838621" y="2515954"/>
          <a:ext cx="1741424" cy="1741424"/>
        </a:xfrm>
        <a:prstGeom prst="ellips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60CC9-30AB-4877-99CA-E4ACF0CA2E10}">
      <dsp:nvSpPr>
        <dsp:cNvPr id="0" name=""/>
        <dsp:cNvSpPr/>
      </dsp:nvSpPr>
      <dsp:spPr>
        <a:xfrm>
          <a:off x="2419095" y="3096429"/>
          <a:ext cx="580474" cy="5804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11A4A-6476-4460-8DD3-507663DD7D1C}">
      <dsp:nvSpPr>
        <dsp:cNvPr id="0" name=""/>
        <dsp:cNvSpPr/>
      </dsp:nvSpPr>
      <dsp:spPr>
        <a:xfrm>
          <a:off x="5418666" y="0"/>
          <a:ext cx="2032000" cy="971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Eleven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Twelve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Thirteen</a:t>
          </a:r>
          <a:endParaRPr lang="en-US" sz="1200" kern="1200" dirty="0"/>
        </a:p>
      </dsp:txBody>
      <dsp:txXfrm>
        <a:off x="5418666" y="0"/>
        <a:ext cx="2032000" cy="971973"/>
      </dsp:txXfrm>
    </dsp:sp>
    <dsp:sp modelId="{135093E3-D7DF-498A-A295-198D8C15978A}">
      <dsp:nvSpPr>
        <dsp:cNvPr id="0" name=""/>
        <dsp:cNvSpPr/>
      </dsp:nvSpPr>
      <dsp:spPr>
        <a:xfrm>
          <a:off x="4910666" y="485986"/>
          <a:ext cx="50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06B4BA-8B27-4962-8CEC-81D29C061393}">
      <dsp:nvSpPr>
        <dsp:cNvPr id="0" name=""/>
        <dsp:cNvSpPr/>
      </dsp:nvSpPr>
      <dsp:spPr>
        <a:xfrm rot="5400000">
          <a:off x="2357119" y="806026"/>
          <a:ext cx="2871893" cy="223520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5659D-7753-42F7-9954-696A9FF3F09A}">
      <dsp:nvSpPr>
        <dsp:cNvPr id="0" name=""/>
        <dsp:cNvSpPr/>
      </dsp:nvSpPr>
      <dsp:spPr>
        <a:xfrm>
          <a:off x="5418666" y="971973"/>
          <a:ext cx="2032000" cy="971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Two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Twenty-one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Twenty-two</a:t>
          </a:r>
        </a:p>
      </dsp:txBody>
      <dsp:txXfrm>
        <a:off x="5418666" y="971973"/>
        <a:ext cx="2032000" cy="971973"/>
      </dsp:txXfrm>
    </dsp:sp>
    <dsp:sp modelId="{27B6AB3A-BFA0-4D00-90EA-59A7078DD951}">
      <dsp:nvSpPr>
        <dsp:cNvPr id="0" name=""/>
        <dsp:cNvSpPr/>
      </dsp:nvSpPr>
      <dsp:spPr>
        <a:xfrm>
          <a:off x="4910666" y="1457960"/>
          <a:ext cx="50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11231C-9E56-439A-BCC6-9C1273F061EC}">
      <dsp:nvSpPr>
        <dsp:cNvPr id="0" name=""/>
        <dsp:cNvSpPr/>
      </dsp:nvSpPr>
      <dsp:spPr>
        <a:xfrm rot="5400000">
          <a:off x="2854282" y="1762082"/>
          <a:ext cx="2358474" cy="1750906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52EBBB-03DB-42DD-8F0A-BD3AF6D74E27}">
      <dsp:nvSpPr>
        <dsp:cNvPr id="0" name=""/>
        <dsp:cNvSpPr/>
      </dsp:nvSpPr>
      <dsp:spPr>
        <a:xfrm>
          <a:off x="5418666" y="1943946"/>
          <a:ext cx="2032000" cy="971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Three</a:t>
          </a:r>
        </a:p>
      </dsp:txBody>
      <dsp:txXfrm>
        <a:off x="5418666" y="1943946"/>
        <a:ext cx="2032000" cy="971973"/>
      </dsp:txXfrm>
    </dsp:sp>
    <dsp:sp modelId="{DD6DCF6E-4ED1-4693-8843-1649FBC3111D}">
      <dsp:nvSpPr>
        <dsp:cNvPr id="0" name=""/>
        <dsp:cNvSpPr/>
      </dsp:nvSpPr>
      <dsp:spPr>
        <a:xfrm>
          <a:off x="4910666" y="2429933"/>
          <a:ext cx="50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F86E8B-7A3A-4AD8-AD86-1A36B91F07D9}">
      <dsp:nvSpPr>
        <dsp:cNvPr id="0" name=""/>
        <dsp:cNvSpPr/>
      </dsp:nvSpPr>
      <dsp:spPr>
        <a:xfrm rot="5400000">
          <a:off x="3335527" y="2653114"/>
          <a:ext cx="1798997" cy="135128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44FD5-5ACB-45D1-BA7E-CFDB738463CB}">
      <dsp:nvSpPr>
        <dsp:cNvPr id="0" name=""/>
        <dsp:cNvSpPr/>
      </dsp:nvSpPr>
      <dsp:spPr>
        <a:xfrm>
          <a:off x="5418666" y="2915920"/>
          <a:ext cx="2032000" cy="971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Four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Forty-one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Forty-two</a:t>
          </a:r>
          <a:endParaRPr lang="en-US" sz="1200" kern="1200" dirty="0"/>
        </a:p>
      </dsp:txBody>
      <dsp:txXfrm>
        <a:off x="5418666" y="2915920"/>
        <a:ext cx="2032000" cy="971973"/>
      </dsp:txXfrm>
    </dsp:sp>
    <dsp:sp modelId="{CF179C48-ACC9-4518-A7C5-48E8F3077B7C}">
      <dsp:nvSpPr>
        <dsp:cNvPr id="0" name=""/>
        <dsp:cNvSpPr/>
      </dsp:nvSpPr>
      <dsp:spPr>
        <a:xfrm>
          <a:off x="4910666" y="3401906"/>
          <a:ext cx="50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A6FF9-8216-4F00-9E82-34DC41DE86D6}">
      <dsp:nvSpPr>
        <dsp:cNvPr id="0" name=""/>
        <dsp:cNvSpPr/>
      </dsp:nvSpPr>
      <dsp:spPr>
        <a:xfrm rot="5400000">
          <a:off x="3817924" y="3547669"/>
          <a:ext cx="1236539" cy="944202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B420-5222-0AAC-BB8F-5FC2D06B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4A919-608D-18B0-BFD4-A9D84CF4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1A795-72A8-80EC-FFE1-2E146924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E7BBB-9E1A-E95F-D934-43D5E434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61132-201A-D330-17B4-B994F9CF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779AB-FA81-4442-2306-0D1847BA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3EEB-7A99-66D1-5257-929A4F683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6292-8C92-C18E-3BA1-633219FE1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D75C4-6A88-1295-1BE8-EA5E62CF8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21B1AA9-3628-0D73-0FC7-DD46E01B9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737565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81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16x9minimal.potx" id="{A415893C-EE1F-4BAF-A288-47C0D1D9E29D}" vid="{41F76D42-8520-4C2A-9CBB-88C547746B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16x9minimal</Template>
  <TotalTime>0</TotalTime>
  <Words>11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134</cp:revision>
  <dcterms:created xsi:type="dcterms:W3CDTF">2026-05-16T09:08:04Z</dcterms:created>
  <dcterms:modified xsi:type="dcterms:W3CDTF">2026-05-16T11:13:13Z</dcterms:modified>
</cp:coreProperties>
</file>