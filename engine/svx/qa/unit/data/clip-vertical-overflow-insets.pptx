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E4A7-A23F-4F10-9528-1BFDABAAE9EC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5757-9545-431E-A322-ACC3B0C42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441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E4A7-A23F-4F10-9528-1BFDABAAE9EC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5757-9545-431E-A322-ACC3B0C42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23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E4A7-A23F-4F10-9528-1BFDABAAE9EC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5757-9545-431E-A322-ACC3B0C42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6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E4A7-A23F-4F10-9528-1BFDABAAE9EC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5757-9545-431E-A322-ACC3B0C42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32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E4A7-A23F-4F10-9528-1BFDABAAE9EC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5757-9545-431E-A322-ACC3B0C42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34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E4A7-A23F-4F10-9528-1BFDABAAE9EC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5757-9545-431E-A322-ACC3B0C42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162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E4A7-A23F-4F10-9528-1BFDABAAE9EC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5757-9545-431E-A322-ACC3B0C42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796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E4A7-A23F-4F10-9528-1BFDABAAE9EC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5757-9545-431E-A322-ACC3B0C42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48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E4A7-A23F-4F10-9528-1BFDABAAE9EC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5757-9545-431E-A322-ACC3B0C42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34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E4A7-A23F-4F10-9528-1BFDABAAE9EC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5757-9545-431E-A322-ACC3B0C42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97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E4A7-A23F-4F10-9528-1BFDABAAE9EC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5757-9545-431E-A322-ACC3B0C42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66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0E4A7-A23F-4F10-9528-1BFDABAAE9EC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E5757-9545-431E-A322-ACC3B0C42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376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0000" y="1080000"/>
            <a:ext cx="1600000" cy="185209"/>
          </a:xfrm>
          <a:prstGeom prst="rect">
            <a:avLst/>
          </a:prstGeom>
          <a:solidFill>
            <a:srgbClr val="C55A11"/>
          </a:solidFill>
        </p:spPr>
        <p:txBody>
          <a:bodyPr vertOverflow="clip" wrap="square" lIns="36000" tIns="36000" rIns="36000" bIns="36000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One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440000" y="1800000"/>
            <a:ext cx="2400000" cy="360000"/>
          </a:xfrm>
          <a:prstGeom prst="rect">
            <a:avLst/>
          </a:prstGeom>
          <a:solidFill>
            <a:srgbClr val="C55A11"/>
          </a:solidFill>
        </p:spPr>
        <p:txBody>
          <a:bodyPr vertOverflow="clip" wrap="square" lIns="36000" tIns="0" rIns="36000" bIns="250000" rtlCol="0" anchor="ctr">
            <a:no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One line</a:t>
            </a:r>
          </a:p>
        </p:txBody>
      </p:sp>
    </p:spTree>
    <p:extLst>
      <p:ext uri="{BB962C8B-B14F-4D97-AF65-F5344CB8AC3E}">
        <p14:creationId xmlns:p14="http://schemas.microsoft.com/office/powerpoint/2010/main" val="552372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2023-04-06T09:42:51Z</dcterms:created>
  <dcterms:modified xsi:type="dcterms:W3CDTF">2023-04-06T10:24:18Z</dcterms:modified>
</cp:coreProperties>
</file>