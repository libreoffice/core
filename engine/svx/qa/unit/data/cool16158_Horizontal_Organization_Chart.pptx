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sldIdLst>
    <p:sldId id="256" r:id="rId2"/>
  </p:sldIdLst>
  <p:sldSz cx="8640763" cy="5759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9" autoAdjust="0"/>
    <p:restoredTop sz="94660"/>
  </p:normalViewPr>
  <p:slideViewPr>
    <p:cSldViewPr snapToGrid="0">
      <p:cViewPr varScale="1">
        <p:scale>
          <a:sx n="90" d="100"/>
          <a:sy n="90" d="100"/>
        </p:scale>
        <p:origin x="17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2">
        <a:tint val="75000"/>
      </a:schemeClr>
      <a:schemeClr val="accent3">
        <a:tint val="75000"/>
      </a:schemeClr>
      <a:schemeClr val="accent4">
        <a:tint val="75000"/>
      </a:schemeClr>
      <a:schemeClr val="accent5">
        <a:tint val="75000"/>
      </a:schemeClr>
      <a:schemeClr val="accent6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AE8B4D-EDD2-4189-A7A2-757FFA3F3D47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28A6BA50-DD5F-4F36-82EC-D90489D33D3E}">
      <dgm:prSet phldrT="[Text]" phldr="0"/>
      <dgm:spPr/>
      <dgm:t>
        <a:bodyPr/>
        <a:lstStyle/>
        <a:p>
          <a:r>
            <a:rPr lang="en-US" dirty="0"/>
            <a:t>Top</a:t>
          </a:r>
        </a:p>
      </dgm:t>
    </dgm:pt>
    <dgm:pt modelId="{0C48CFB9-0B98-4128-B2AD-E5030D55DE52}" type="parTrans" cxnId="{B240B385-E438-46A0-940A-312651A34D2B}">
      <dgm:prSet/>
      <dgm:spPr/>
      <dgm:t>
        <a:bodyPr/>
        <a:lstStyle/>
        <a:p>
          <a:endParaRPr lang="en-US"/>
        </a:p>
      </dgm:t>
    </dgm:pt>
    <dgm:pt modelId="{7A2A7468-9FFC-487B-875A-67461F449A29}" type="sibTrans" cxnId="{B240B385-E438-46A0-940A-312651A34D2B}">
      <dgm:prSet/>
      <dgm:spPr/>
      <dgm:t>
        <a:bodyPr/>
        <a:lstStyle/>
        <a:p>
          <a:endParaRPr lang="en-US"/>
        </a:p>
      </dgm:t>
    </dgm:pt>
    <dgm:pt modelId="{9D9A233B-68CC-4ABB-8D29-7E2D21E4AF76}" type="asst">
      <dgm:prSet phldrT="[Text]" phldr="0"/>
      <dgm:spPr/>
      <dgm:t>
        <a:bodyPr/>
        <a:lstStyle/>
        <a:p>
          <a:r>
            <a:rPr lang="en-US"/>
            <a:t>Assistant</a:t>
          </a:r>
          <a:endParaRPr lang="en-US" dirty="0"/>
        </a:p>
      </dgm:t>
    </dgm:pt>
    <dgm:pt modelId="{764336D3-8BAD-4AFC-89F4-38EE5B3FBB18}" type="parTrans" cxnId="{90591E8D-A504-400F-BA6B-06E6244A1E01}">
      <dgm:prSet/>
      <dgm:spPr/>
      <dgm:t>
        <a:bodyPr/>
        <a:lstStyle/>
        <a:p>
          <a:endParaRPr lang="en-US"/>
        </a:p>
      </dgm:t>
    </dgm:pt>
    <dgm:pt modelId="{44DD62B4-6B0B-485D-95D2-FDE6E2E7D759}" type="sibTrans" cxnId="{90591E8D-A504-400F-BA6B-06E6244A1E01}">
      <dgm:prSet/>
      <dgm:spPr/>
      <dgm:t>
        <a:bodyPr/>
        <a:lstStyle/>
        <a:p>
          <a:endParaRPr lang="en-US"/>
        </a:p>
      </dgm:t>
    </dgm:pt>
    <dgm:pt modelId="{832A0C9D-3B54-4606-BC81-197EA291B252}">
      <dgm:prSet phldrT="[Text]" phldr="0"/>
      <dgm:spPr/>
      <dgm:t>
        <a:bodyPr/>
        <a:lstStyle/>
        <a:p>
          <a:r>
            <a:rPr lang="en-US" dirty="0"/>
            <a:t>Part 1</a:t>
          </a:r>
        </a:p>
      </dgm:t>
    </dgm:pt>
    <dgm:pt modelId="{FD8EC603-1DEE-422A-866E-3F1148E90D09}" type="parTrans" cxnId="{A32F93B2-7FCF-44D6-87B9-B967C5C4194D}">
      <dgm:prSet/>
      <dgm:spPr/>
      <dgm:t>
        <a:bodyPr/>
        <a:lstStyle/>
        <a:p>
          <a:endParaRPr lang="en-US"/>
        </a:p>
      </dgm:t>
    </dgm:pt>
    <dgm:pt modelId="{3E679309-E28F-4F79-A727-4989D8FD2D59}" type="sibTrans" cxnId="{A32F93B2-7FCF-44D6-87B9-B967C5C4194D}">
      <dgm:prSet/>
      <dgm:spPr/>
      <dgm:t>
        <a:bodyPr/>
        <a:lstStyle/>
        <a:p>
          <a:endParaRPr lang="en-US"/>
        </a:p>
      </dgm:t>
    </dgm:pt>
    <dgm:pt modelId="{370D5387-66E1-48C1-A293-9F60648FFF8B}">
      <dgm:prSet phldrT="[Text]" phldr="0"/>
      <dgm:spPr/>
      <dgm:t>
        <a:bodyPr/>
        <a:lstStyle/>
        <a:p>
          <a:r>
            <a:rPr lang="en-US"/>
            <a:t>Part 2</a:t>
          </a:r>
          <a:endParaRPr lang="en-US" dirty="0"/>
        </a:p>
      </dgm:t>
    </dgm:pt>
    <dgm:pt modelId="{0E28AFD2-D9DC-4E70-BDAB-25E09816902B}" type="parTrans" cxnId="{858AEDB2-133A-45F8-867C-12DF39F2DF1C}">
      <dgm:prSet/>
      <dgm:spPr/>
      <dgm:t>
        <a:bodyPr/>
        <a:lstStyle/>
        <a:p>
          <a:endParaRPr lang="en-US"/>
        </a:p>
      </dgm:t>
    </dgm:pt>
    <dgm:pt modelId="{BA11E6C2-9B0A-455A-963A-DA8D91384A3F}" type="sibTrans" cxnId="{858AEDB2-133A-45F8-867C-12DF39F2DF1C}">
      <dgm:prSet/>
      <dgm:spPr/>
      <dgm:t>
        <a:bodyPr/>
        <a:lstStyle/>
        <a:p>
          <a:endParaRPr lang="en-US"/>
        </a:p>
      </dgm:t>
    </dgm:pt>
    <dgm:pt modelId="{B5AFF99D-C185-45B3-9F16-C020DB1F499A}" type="pres">
      <dgm:prSet presAssocID="{F1AE8B4D-EDD2-4189-A7A2-757FFA3F3D47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B0B58879-8E08-46AF-8824-D9CE40D68142}" type="pres">
      <dgm:prSet presAssocID="{28A6BA50-DD5F-4F36-82EC-D90489D33D3E}" presName="hierRoot1" presStyleCnt="0">
        <dgm:presLayoutVars>
          <dgm:hierBranch val="init"/>
        </dgm:presLayoutVars>
      </dgm:prSet>
      <dgm:spPr/>
    </dgm:pt>
    <dgm:pt modelId="{839E1ACF-AAB5-4A34-8866-F296424491CF}" type="pres">
      <dgm:prSet presAssocID="{28A6BA50-DD5F-4F36-82EC-D90489D33D3E}" presName="rootComposite1" presStyleCnt="0"/>
      <dgm:spPr/>
    </dgm:pt>
    <dgm:pt modelId="{5019A4DD-B8DD-4C6B-B49A-3B9E1A186529}" type="pres">
      <dgm:prSet presAssocID="{28A6BA50-DD5F-4F36-82EC-D90489D33D3E}" presName="rootText1" presStyleLbl="node0" presStyleIdx="0" presStyleCnt="1">
        <dgm:presLayoutVars>
          <dgm:chPref val="3"/>
        </dgm:presLayoutVars>
      </dgm:prSet>
      <dgm:spPr/>
    </dgm:pt>
    <dgm:pt modelId="{95FEFE62-D722-455A-8874-799A666938C2}" type="pres">
      <dgm:prSet presAssocID="{28A6BA50-DD5F-4F36-82EC-D90489D33D3E}" presName="rootConnector1" presStyleLbl="node1" presStyleIdx="0" presStyleCnt="0"/>
      <dgm:spPr/>
    </dgm:pt>
    <dgm:pt modelId="{97E13FC1-3CED-48BF-8AC2-CCC069A95185}" type="pres">
      <dgm:prSet presAssocID="{28A6BA50-DD5F-4F36-82EC-D90489D33D3E}" presName="hierChild2" presStyleCnt="0"/>
      <dgm:spPr/>
    </dgm:pt>
    <dgm:pt modelId="{1A773CEF-DD6C-4E57-A8D1-FD1887791C80}" type="pres">
      <dgm:prSet presAssocID="{FD8EC603-1DEE-422A-866E-3F1148E90D09}" presName="Name64" presStyleLbl="parChTrans1D2" presStyleIdx="0" presStyleCnt="3"/>
      <dgm:spPr/>
    </dgm:pt>
    <dgm:pt modelId="{9AA16063-3166-45E3-879D-69B7344DD7C3}" type="pres">
      <dgm:prSet presAssocID="{832A0C9D-3B54-4606-BC81-197EA291B252}" presName="hierRoot2" presStyleCnt="0">
        <dgm:presLayoutVars>
          <dgm:hierBranch val="init"/>
        </dgm:presLayoutVars>
      </dgm:prSet>
      <dgm:spPr/>
    </dgm:pt>
    <dgm:pt modelId="{BE4888F9-BFB3-42C3-BF83-F3A379FE89F7}" type="pres">
      <dgm:prSet presAssocID="{832A0C9D-3B54-4606-BC81-197EA291B252}" presName="rootComposite" presStyleCnt="0"/>
      <dgm:spPr/>
    </dgm:pt>
    <dgm:pt modelId="{18801F67-1F8A-4B47-AFD6-29DD0CBDDEC6}" type="pres">
      <dgm:prSet presAssocID="{832A0C9D-3B54-4606-BC81-197EA291B252}" presName="rootText" presStyleLbl="node2" presStyleIdx="0" presStyleCnt="2">
        <dgm:presLayoutVars>
          <dgm:chPref val="3"/>
        </dgm:presLayoutVars>
      </dgm:prSet>
      <dgm:spPr/>
    </dgm:pt>
    <dgm:pt modelId="{4668C6D2-25CF-466A-9381-2E9BDA83FEBC}" type="pres">
      <dgm:prSet presAssocID="{832A0C9D-3B54-4606-BC81-197EA291B252}" presName="rootConnector" presStyleLbl="node2" presStyleIdx="0" presStyleCnt="2"/>
      <dgm:spPr/>
    </dgm:pt>
    <dgm:pt modelId="{18CC516B-DF41-447C-8AA4-54353501BDFD}" type="pres">
      <dgm:prSet presAssocID="{832A0C9D-3B54-4606-BC81-197EA291B252}" presName="hierChild4" presStyleCnt="0"/>
      <dgm:spPr/>
    </dgm:pt>
    <dgm:pt modelId="{AAAD6167-DE92-437A-91C3-8EA924B641AB}" type="pres">
      <dgm:prSet presAssocID="{832A0C9D-3B54-4606-BC81-197EA291B252}" presName="hierChild5" presStyleCnt="0"/>
      <dgm:spPr/>
    </dgm:pt>
    <dgm:pt modelId="{841CE534-40CC-4881-A96D-BD4CDE45C3C1}" type="pres">
      <dgm:prSet presAssocID="{0E28AFD2-D9DC-4E70-BDAB-25E09816902B}" presName="Name64" presStyleLbl="parChTrans1D2" presStyleIdx="1" presStyleCnt="3"/>
      <dgm:spPr/>
    </dgm:pt>
    <dgm:pt modelId="{3B4CB619-47A2-4F3A-B3A2-BD644DBE92D4}" type="pres">
      <dgm:prSet presAssocID="{370D5387-66E1-48C1-A293-9F60648FFF8B}" presName="hierRoot2" presStyleCnt="0">
        <dgm:presLayoutVars>
          <dgm:hierBranch val="init"/>
        </dgm:presLayoutVars>
      </dgm:prSet>
      <dgm:spPr/>
    </dgm:pt>
    <dgm:pt modelId="{30AFA279-0216-4199-AC21-2141670E680B}" type="pres">
      <dgm:prSet presAssocID="{370D5387-66E1-48C1-A293-9F60648FFF8B}" presName="rootComposite" presStyleCnt="0"/>
      <dgm:spPr/>
    </dgm:pt>
    <dgm:pt modelId="{44C92F0B-BA1D-4A69-84F3-4FD71227AF3D}" type="pres">
      <dgm:prSet presAssocID="{370D5387-66E1-48C1-A293-9F60648FFF8B}" presName="rootText" presStyleLbl="node2" presStyleIdx="1" presStyleCnt="2">
        <dgm:presLayoutVars>
          <dgm:chPref val="3"/>
        </dgm:presLayoutVars>
      </dgm:prSet>
      <dgm:spPr/>
    </dgm:pt>
    <dgm:pt modelId="{C4F7379A-57D9-46AD-B09A-71F3B57511A6}" type="pres">
      <dgm:prSet presAssocID="{370D5387-66E1-48C1-A293-9F60648FFF8B}" presName="rootConnector" presStyleLbl="node2" presStyleIdx="1" presStyleCnt="2"/>
      <dgm:spPr/>
    </dgm:pt>
    <dgm:pt modelId="{B9560369-216B-4460-A69F-FF7F7F5D80EE}" type="pres">
      <dgm:prSet presAssocID="{370D5387-66E1-48C1-A293-9F60648FFF8B}" presName="hierChild4" presStyleCnt="0"/>
      <dgm:spPr/>
    </dgm:pt>
    <dgm:pt modelId="{F0530635-FC68-41DF-BB3C-73AC8F2FD7EE}" type="pres">
      <dgm:prSet presAssocID="{370D5387-66E1-48C1-A293-9F60648FFF8B}" presName="hierChild5" presStyleCnt="0"/>
      <dgm:spPr/>
    </dgm:pt>
    <dgm:pt modelId="{47430697-6EDD-4E5D-8C01-8475201EAA72}" type="pres">
      <dgm:prSet presAssocID="{28A6BA50-DD5F-4F36-82EC-D90489D33D3E}" presName="hierChild3" presStyleCnt="0"/>
      <dgm:spPr/>
    </dgm:pt>
    <dgm:pt modelId="{ECD289F9-170A-4B46-A364-55B242A5D663}" type="pres">
      <dgm:prSet presAssocID="{764336D3-8BAD-4AFC-89F4-38EE5B3FBB18}" presName="Name115" presStyleLbl="parChTrans1D2" presStyleIdx="2" presStyleCnt="3"/>
      <dgm:spPr/>
    </dgm:pt>
    <dgm:pt modelId="{6D498C58-3C6B-47FA-B75D-05E739251925}" type="pres">
      <dgm:prSet presAssocID="{9D9A233B-68CC-4ABB-8D29-7E2D21E4AF76}" presName="hierRoot3" presStyleCnt="0">
        <dgm:presLayoutVars>
          <dgm:hierBranch val="init"/>
        </dgm:presLayoutVars>
      </dgm:prSet>
      <dgm:spPr/>
    </dgm:pt>
    <dgm:pt modelId="{1F2B524F-080A-4E2A-96A0-9525DD45FCEE}" type="pres">
      <dgm:prSet presAssocID="{9D9A233B-68CC-4ABB-8D29-7E2D21E4AF76}" presName="rootComposite3" presStyleCnt="0"/>
      <dgm:spPr/>
    </dgm:pt>
    <dgm:pt modelId="{13E7A3C6-F46F-4878-AB73-EF32B6AA7D56}" type="pres">
      <dgm:prSet presAssocID="{9D9A233B-68CC-4ABB-8D29-7E2D21E4AF76}" presName="rootText3" presStyleLbl="asst1" presStyleIdx="0" presStyleCnt="1">
        <dgm:presLayoutVars>
          <dgm:chPref val="3"/>
        </dgm:presLayoutVars>
      </dgm:prSet>
      <dgm:spPr/>
    </dgm:pt>
    <dgm:pt modelId="{B208AA91-25B8-4CBD-9C84-6633F1D59EE5}" type="pres">
      <dgm:prSet presAssocID="{9D9A233B-68CC-4ABB-8D29-7E2D21E4AF76}" presName="rootConnector3" presStyleLbl="asst1" presStyleIdx="0" presStyleCnt="1"/>
      <dgm:spPr/>
    </dgm:pt>
    <dgm:pt modelId="{5EDA363A-27E4-4EFB-89A4-1208D8D26614}" type="pres">
      <dgm:prSet presAssocID="{9D9A233B-68CC-4ABB-8D29-7E2D21E4AF76}" presName="hierChild6" presStyleCnt="0"/>
      <dgm:spPr/>
    </dgm:pt>
    <dgm:pt modelId="{221E2CE9-C5CD-49DF-8A70-AE64A38F3BC7}" type="pres">
      <dgm:prSet presAssocID="{9D9A233B-68CC-4ABB-8D29-7E2D21E4AF76}" presName="hierChild7" presStyleCnt="0"/>
      <dgm:spPr/>
    </dgm:pt>
  </dgm:ptLst>
  <dgm:cxnLst>
    <dgm:cxn modelId="{7D06401C-9B53-4C60-992A-9F24ABF10C0F}" type="presOf" srcId="{FD8EC603-1DEE-422A-866E-3F1148E90D09}" destId="{1A773CEF-DD6C-4E57-A8D1-FD1887791C80}" srcOrd="0" destOrd="0" presId="urn:microsoft.com/office/officeart/2009/3/layout/HorizontalOrganizationChart"/>
    <dgm:cxn modelId="{80FA951C-4653-4392-AEDA-A87622E72CD4}" type="presOf" srcId="{9D9A233B-68CC-4ABB-8D29-7E2D21E4AF76}" destId="{13E7A3C6-F46F-4878-AB73-EF32B6AA7D56}" srcOrd="0" destOrd="0" presId="urn:microsoft.com/office/officeart/2009/3/layout/HorizontalOrganizationChart"/>
    <dgm:cxn modelId="{BABD911D-2757-49BC-BEBD-A5F7B67D8013}" type="presOf" srcId="{832A0C9D-3B54-4606-BC81-197EA291B252}" destId="{4668C6D2-25CF-466A-9381-2E9BDA83FEBC}" srcOrd="1" destOrd="0" presId="urn:microsoft.com/office/officeart/2009/3/layout/HorizontalOrganizationChart"/>
    <dgm:cxn modelId="{5CE3B62B-5A6C-474F-963F-8137F3A3AC4B}" type="presOf" srcId="{9D9A233B-68CC-4ABB-8D29-7E2D21E4AF76}" destId="{B208AA91-25B8-4CBD-9C84-6633F1D59EE5}" srcOrd="1" destOrd="0" presId="urn:microsoft.com/office/officeart/2009/3/layout/HorizontalOrganizationChart"/>
    <dgm:cxn modelId="{2989DC34-34A0-4DD3-88E3-076C69A9A080}" type="presOf" srcId="{370D5387-66E1-48C1-A293-9F60648FFF8B}" destId="{44C92F0B-BA1D-4A69-84F3-4FD71227AF3D}" srcOrd="0" destOrd="0" presId="urn:microsoft.com/office/officeart/2009/3/layout/HorizontalOrganizationChart"/>
    <dgm:cxn modelId="{79372242-B1AB-42B0-8AB4-BDEB6B6E596E}" type="presOf" srcId="{28A6BA50-DD5F-4F36-82EC-D90489D33D3E}" destId="{5019A4DD-B8DD-4C6B-B49A-3B9E1A186529}" srcOrd="0" destOrd="0" presId="urn:microsoft.com/office/officeart/2009/3/layout/HorizontalOrganizationChart"/>
    <dgm:cxn modelId="{C8029943-0E35-4D47-9110-247DB144951F}" type="presOf" srcId="{0E28AFD2-D9DC-4E70-BDAB-25E09816902B}" destId="{841CE534-40CC-4881-A96D-BD4CDE45C3C1}" srcOrd="0" destOrd="0" presId="urn:microsoft.com/office/officeart/2009/3/layout/HorizontalOrganizationChart"/>
    <dgm:cxn modelId="{5F09FA76-61FA-498E-8893-756B528DFFA6}" type="presOf" srcId="{764336D3-8BAD-4AFC-89F4-38EE5B3FBB18}" destId="{ECD289F9-170A-4B46-A364-55B242A5D663}" srcOrd="0" destOrd="0" presId="urn:microsoft.com/office/officeart/2009/3/layout/HorizontalOrganizationChart"/>
    <dgm:cxn modelId="{B240B385-E438-46A0-940A-312651A34D2B}" srcId="{F1AE8B4D-EDD2-4189-A7A2-757FFA3F3D47}" destId="{28A6BA50-DD5F-4F36-82EC-D90489D33D3E}" srcOrd="0" destOrd="0" parTransId="{0C48CFB9-0B98-4128-B2AD-E5030D55DE52}" sibTransId="{7A2A7468-9FFC-487B-875A-67461F449A29}"/>
    <dgm:cxn modelId="{2D6A5D8B-40EB-4EDD-A307-5C692779E45C}" type="presOf" srcId="{832A0C9D-3B54-4606-BC81-197EA291B252}" destId="{18801F67-1F8A-4B47-AFD6-29DD0CBDDEC6}" srcOrd="0" destOrd="0" presId="urn:microsoft.com/office/officeart/2009/3/layout/HorizontalOrganizationChart"/>
    <dgm:cxn modelId="{90591E8D-A504-400F-BA6B-06E6244A1E01}" srcId="{28A6BA50-DD5F-4F36-82EC-D90489D33D3E}" destId="{9D9A233B-68CC-4ABB-8D29-7E2D21E4AF76}" srcOrd="0" destOrd="0" parTransId="{764336D3-8BAD-4AFC-89F4-38EE5B3FBB18}" sibTransId="{44DD62B4-6B0B-485D-95D2-FDE6E2E7D759}"/>
    <dgm:cxn modelId="{B3480C95-6B93-4FFF-BB40-D51FC571A7AD}" type="presOf" srcId="{28A6BA50-DD5F-4F36-82EC-D90489D33D3E}" destId="{95FEFE62-D722-455A-8874-799A666938C2}" srcOrd="1" destOrd="0" presId="urn:microsoft.com/office/officeart/2009/3/layout/HorizontalOrganizationChart"/>
    <dgm:cxn modelId="{A32F93B2-7FCF-44D6-87B9-B967C5C4194D}" srcId="{28A6BA50-DD5F-4F36-82EC-D90489D33D3E}" destId="{832A0C9D-3B54-4606-BC81-197EA291B252}" srcOrd="1" destOrd="0" parTransId="{FD8EC603-1DEE-422A-866E-3F1148E90D09}" sibTransId="{3E679309-E28F-4F79-A727-4989D8FD2D59}"/>
    <dgm:cxn modelId="{858AEDB2-133A-45F8-867C-12DF39F2DF1C}" srcId="{28A6BA50-DD5F-4F36-82EC-D90489D33D3E}" destId="{370D5387-66E1-48C1-A293-9F60648FFF8B}" srcOrd="2" destOrd="0" parTransId="{0E28AFD2-D9DC-4E70-BDAB-25E09816902B}" sibTransId="{BA11E6C2-9B0A-455A-963A-DA8D91384A3F}"/>
    <dgm:cxn modelId="{001A34D2-1515-4EDF-818E-5946BA6711C8}" type="presOf" srcId="{F1AE8B4D-EDD2-4189-A7A2-757FFA3F3D47}" destId="{B5AFF99D-C185-45B3-9F16-C020DB1F499A}" srcOrd="0" destOrd="0" presId="urn:microsoft.com/office/officeart/2009/3/layout/HorizontalOrganizationChart"/>
    <dgm:cxn modelId="{A4F5A1DF-5DDD-4583-957A-D968DEFE9D04}" type="presOf" srcId="{370D5387-66E1-48C1-A293-9F60648FFF8B}" destId="{C4F7379A-57D9-46AD-B09A-71F3B57511A6}" srcOrd="1" destOrd="0" presId="urn:microsoft.com/office/officeart/2009/3/layout/HorizontalOrganizationChart"/>
    <dgm:cxn modelId="{C43F41E0-82AC-4750-9E0C-19647ADC7B42}" type="presParOf" srcId="{B5AFF99D-C185-45B3-9F16-C020DB1F499A}" destId="{B0B58879-8E08-46AF-8824-D9CE40D68142}" srcOrd="0" destOrd="0" presId="urn:microsoft.com/office/officeart/2009/3/layout/HorizontalOrganizationChart"/>
    <dgm:cxn modelId="{B2D634C4-0B10-4A51-99E2-CD865786E1F1}" type="presParOf" srcId="{B0B58879-8E08-46AF-8824-D9CE40D68142}" destId="{839E1ACF-AAB5-4A34-8866-F296424491CF}" srcOrd="0" destOrd="0" presId="urn:microsoft.com/office/officeart/2009/3/layout/HorizontalOrganizationChart"/>
    <dgm:cxn modelId="{B9D0ECEE-0A64-42F5-A875-F5B8E19B6807}" type="presParOf" srcId="{839E1ACF-AAB5-4A34-8866-F296424491CF}" destId="{5019A4DD-B8DD-4C6B-B49A-3B9E1A186529}" srcOrd="0" destOrd="0" presId="urn:microsoft.com/office/officeart/2009/3/layout/HorizontalOrganizationChart"/>
    <dgm:cxn modelId="{D439D768-80F2-4CCE-8EA7-AEA97E722972}" type="presParOf" srcId="{839E1ACF-AAB5-4A34-8866-F296424491CF}" destId="{95FEFE62-D722-455A-8874-799A666938C2}" srcOrd="1" destOrd="0" presId="urn:microsoft.com/office/officeart/2009/3/layout/HorizontalOrganizationChart"/>
    <dgm:cxn modelId="{F261BE33-160C-458F-A413-FE0CFA64D126}" type="presParOf" srcId="{B0B58879-8E08-46AF-8824-D9CE40D68142}" destId="{97E13FC1-3CED-48BF-8AC2-CCC069A95185}" srcOrd="1" destOrd="0" presId="urn:microsoft.com/office/officeart/2009/3/layout/HorizontalOrganizationChart"/>
    <dgm:cxn modelId="{D69A194A-9917-4290-9815-118D82ECCC29}" type="presParOf" srcId="{97E13FC1-3CED-48BF-8AC2-CCC069A95185}" destId="{1A773CEF-DD6C-4E57-A8D1-FD1887791C80}" srcOrd="0" destOrd="0" presId="urn:microsoft.com/office/officeart/2009/3/layout/HorizontalOrganizationChart"/>
    <dgm:cxn modelId="{66A8DECB-6876-45D3-9FA3-3C30BD0525BC}" type="presParOf" srcId="{97E13FC1-3CED-48BF-8AC2-CCC069A95185}" destId="{9AA16063-3166-45E3-879D-69B7344DD7C3}" srcOrd="1" destOrd="0" presId="urn:microsoft.com/office/officeart/2009/3/layout/HorizontalOrganizationChart"/>
    <dgm:cxn modelId="{D0D5BA86-B9FF-4153-B964-A2AF7FE6780B}" type="presParOf" srcId="{9AA16063-3166-45E3-879D-69B7344DD7C3}" destId="{BE4888F9-BFB3-42C3-BF83-F3A379FE89F7}" srcOrd="0" destOrd="0" presId="urn:microsoft.com/office/officeart/2009/3/layout/HorizontalOrganizationChart"/>
    <dgm:cxn modelId="{69A0F71C-2E5A-4AF2-9611-554E9D70D5CE}" type="presParOf" srcId="{BE4888F9-BFB3-42C3-BF83-F3A379FE89F7}" destId="{18801F67-1F8A-4B47-AFD6-29DD0CBDDEC6}" srcOrd="0" destOrd="0" presId="urn:microsoft.com/office/officeart/2009/3/layout/HorizontalOrganizationChart"/>
    <dgm:cxn modelId="{0E2AA2A9-50CE-4E3D-A859-A68535450BD6}" type="presParOf" srcId="{BE4888F9-BFB3-42C3-BF83-F3A379FE89F7}" destId="{4668C6D2-25CF-466A-9381-2E9BDA83FEBC}" srcOrd="1" destOrd="0" presId="urn:microsoft.com/office/officeart/2009/3/layout/HorizontalOrganizationChart"/>
    <dgm:cxn modelId="{7A5DD445-6B08-465B-AF88-D9DC4E768CF8}" type="presParOf" srcId="{9AA16063-3166-45E3-879D-69B7344DD7C3}" destId="{18CC516B-DF41-447C-8AA4-54353501BDFD}" srcOrd="1" destOrd="0" presId="urn:microsoft.com/office/officeart/2009/3/layout/HorizontalOrganizationChart"/>
    <dgm:cxn modelId="{88357C93-2818-4AED-B9FA-99140EA6AC06}" type="presParOf" srcId="{9AA16063-3166-45E3-879D-69B7344DD7C3}" destId="{AAAD6167-DE92-437A-91C3-8EA924B641AB}" srcOrd="2" destOrd="0" presId="urn:microsoft.com/office/officeart/2009/3/layout/HorizontalOrganizationChart"/>
    <dgm:cxn modelId="{5F32FFE9-82CE-48B1-ADD5-B50DDCFC9A71}" type="presParOf" srcId="{97E13FC1-3CED-48BF-8AC2-CCC069A95185}" destId="{841CE534-40CC-4881-A96D-BD4CDE45C3C1}" srcOrd="2" destOrd="0" presId="urn:microsoft.com/office/officeart/2009/3/layout/HorizontalOrganizationChart"/>
    <dgm:cxn modelId="{EA13022A-1D2C-4CF6-82E7-C53650CDD162}" type="presParOf" srcId="{97E13FC1-3CED-48BF-8AC2-CCC069A95185}" destId="{3B4CB619-47A2-4F3A-B3A2-BD644DBE92D4}" srcOrd="3" destOrd="0" presId="urn:microsoft.com/office/officeart/2009/3/layout/HorizontalOrganizationChart"/>
    <dgm:cxn modelId="{3554CEBA-0B04-437F-B685-DC12CC0B01A6}" type="presParOf" srcId="{3B4CB619-47A2-4F3A-B3A2-BD644DBE92D4}" destId="{30AFA279-0216-4199-AC21-2141670E680B}" srcOrd="0" destOrd="0" presId="urn:microsoft.com/office/officeart/2009/3/layout/HorizontalOrganizationChart"/>
    <dgm:cxn modelId="{E994184A-BA85-4A43-920E-8EBA6BDC6463}" type="presParOf" srcId="{30AFA279-0216-4199-AC21-2141670E680B}" destId="{44C92F0B-BA1D-4A69-84F3-4FD71227AF3D}" srcOrd="0" destOrd="0" presId="urn:microsoft.com/office/officeart/2009/3/layout/HorizontalOrganizationChart"/>
    <dgm:cxn modelId="{57E3BCB0-AD38-44A8-8824-B872ED2049FB}" type="presParOf" srcId="{30AFA279-0216-4199-AC21-2141670E680B}" destId="{C4F7379A-57D9-46AD-B09A-71F3B57511A6}" srcOrd="1" destOrd="0" presId="urn:microsoft.com/office/officeart/2009/3/layout/HorizontalOrganizationChart"/>
    <dgm:cxn modelId="{4B0D9118-FCE4-4F52-83A2-C403DB51F349}" type="presParOf" srcId="{3B4CB619-47A2-4F3A-B3A2-BD644DBE92D4}" destId="{B9560369-216B-4460-A69F-FF7F7F5D80EE}" srcOrd="1" destOrd="0" presId="urn:microsoft.com/office/officeart/2009/3/layout/HorizontalOrganizationChart"/>
    <dgm:cxn modelId="{F31BBAC6-6406-46A9-BF04-BD9680FACA9F}" type="presParOf" srcId="{3B4CB619-47A2-4F3A-B3A2-BD644DBE92D4}" destId="{F0530635-FC68-41DF-BB3C-73AC8F2FD7EE}" srcOrd="2" destOrd="0" presId="urn:microsoft.com/office/officeart/2009/3/layout/HorizontalOrganizationChart"/>
    <dgm:cxn modelId="{64364F9A-01EC-4EDE-89C5-F405A1F15FDC}" type="presParOf" srcId="{B0B58879-8E08-46AF-8824-D9CE40D68142}" destId="{47430697-6EDD-4E5D-8C01-8475201EAA72}" srcOrd="2" destOrd="0" presId="urn:microsoft.com/office/officeart/2009/3/layout/HorizontalOrganizationChart"/>
    <dgm:cxn modelId="{E1AE99D3-0385-4BB7-B937-927F549574A3}" type="presParOf" srcId="{47430697-6EDD-4E5D-8C01-8475201EAA72}" destId="{ECD289F9-170A-4B46-A364-55B242A5D663}" srcOrd="0" destOrd="0" presId="urn:microsoft.com/office/officeart/2009/3/layout/HorizontalOrganizationChart"/>
    <dgm:cxn modelId="{D59FB6C5-DBDA-4851-A040-C6A4A1AF5411}" type="presParOf" srcId="{47430697-6EDD-4E5D-8C01-8475201EAA72}" destId="{6D498C58-3C6B-47FA-B75D-05E739251925}" srcOrd="1" destOrd="0" presId="urn:microsoft.com/office/officeart/2009/3/layout/HorizontalOrganizationChart"/>
    <dgm:cxn modelId="{993F57DA-C0C9-4B14-AEC2-288D6AEBFB34}" type="presParOf" srcId="{6D498C58-3C6B-47FA-B75D-05E739251925}" destId="{1F2B524F-080A-4E2A-96A0-9525DD45FCEE}" srcOrd="0" destOrd="0" presId="urn:microsoft.com/office/officeart/2009/3/layout/HorizontalOrganizationChart"/>
    <dgm:cxn modelId="{8544B95D-DE1E-4BC0-BE3B-6D91284C0FA9}" type="presParOf" srcId="{1F2B524F-080A-4E2A-96A0-9525DD45FCEE}" destId="{13E7A3C6-F46F-4878-AB73-EF32B6AA7D56}" srcOrd="0" destOrd="0" presId="urn:microsoft.com/office/officeart/2009/3/layout/HorizontalOrganizationChart"/>
    <dgm:cxn modelId="{B340A979-1B93-443C-BA5A-9A1150277DE3}" type="presParOf" srcId="{1F2B524F-080A-4E2A-96A0-9525DD45FCEE}" destId="{B208AA91-25B8-4CBD-9C84-6633F1D59EE5}" srcOrd="1" destOrd="0" presId="urn:microsoft.com/office/officeart/2009/3/layout/HorizontalOrganizationChart"/>
    <dgm:cxn modelId="{74C3D31C-0994-4563-93E3-C26A78F75D1D}" type="presParOf" srcId="{6D498C58-3C6B-47FA-B75D-05E739251925}" destId="{5EDA363A-27E4-4EFB-89A4-1208D8D26614}" srcOrd="1" destOrd="0" presId="urn:microsoft.com/office/officeart/2009/3/layout/HorizontalOrganizationChart"/>
    <dgm:cxn modelId="{2A33223B-333A-4C51-817E-DDBC8EFDDED1}" type="presParOf" srcId="{6D498C58-3C6B-47FA-B75D-05E739251925}" destId="{221E2CE9-C5CD-49DF-8A70-AE64A38F3BC7}" srcOrd="2" destOrd="0" presId="urn:microsoft.com/office/officeart/2009/3/layout/HorizontalOrganizationChart"/>
  </dgm:cxnLst>
  <dgm:bg>
    <a:solidFill>
      <a:schemeClr val="bg1">
        <a:lumMod val="95000"/>
      </a:schemeClr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D289F9-170A-4B46-A364-55B242A5D663}">
      <dsp:nvSpPr>
        <dsp:cNvPr id="0" name=""/>
        <dsp:cNvSpPr/>
      </dsp:nvSpPr>
      <dsp:spPr>
        <a:xfrm>
          <a:off x="2330705" y="2014527"/>
          <a:ext cx="1629294" cy="145472"/>
        </a:xfrm>
        <a:custGeom>
          <a:avLst/>
          <a:gdLst/>
          <a:ahLst/>
          <a:cxnLst/>
          <a:rect l="0" t="0" r="0" b="0"/>
          <a:pathLst>
            <a:path>
              <a:moveTo>
                <a:pt x="0" y="145472"/>
              </a:moveTo>
              <a:lnTo>
                <a:pt x="1629294" y="145472"/>
              </a:lnTo>
              <a:lnTo>
                <a:pt x="1629294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1CE534-40CC-4881-A96D-BD4CDE45C3C1}">
      <dsp:nvSpPr>
        <dsp:cNvPr id="0" name=""/>
        <dsp:cNvSpPr/>
      </dsp:nvSpPr>
      <dsp:spPr>
        <a:xfrm>
          <a:off x="2330705" y="2160000"/>
          <a:ext cx="3258588" cy="50042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025832" y="0"/>
              </a:lnTo>
              <a:lnTo>
                <a:pt x="3025832" y="500426"/>
              </a:lnTo>
              <a:lnTo>
                <a:pt x="3258588" y="500426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773CEF-DD6C-4E57-A8D1-FD1887791C80}">
      <dsp:nvSpPr>
        <dsp:cNvPr id="0" name=""/>
        <dsp:cNvSpPr/>
      </dsp:nvSpPr>
      <dsp:spPr>
        <a:xfrm>
          <a:off x="2330705" y="1659573"/>
          <a:ext cx="3258588" cy="500426"/>
        </a:xfrm>
        <a:custGeom>
          <a:avLst/>
          <a:gdLst/>
          <a:ahLst/>
          <a:cxnLst/>
          <a:rect l="0" t="0" r="0" b="0"/>
          <a:pathLst>
            <a:path>
              <a:moveTo>
                <a:pt x="0" y="500426"/>
              </a:moveTo>
              <a:lnTo>
                <a:pt x="3025832" y="500426"/>
              </a:lnTo>
              <a:lnTo>
                <a:pt x="3025832" y="0"/>
              </a:lnTo>
              <a:lnTo>
                <a:pt x="3258588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19A4DD-B8DD-4C6B-B49A-3B9E1A186529}">
      <dsp:nvSpPr>
        <dsp:cNvPr id="0" name=""/>
        <dsp:cNvSpPr/>
      </dsp:nvSpPr>
      <dsp:spPr>
        <a:xfrm>
          <a:off x="3142" y="1805046"/>
          <a:ext cx="2327563" cy="7099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 dirty="0"/>
            <a:t>Top</a:t>
          </a:r>
        </a:p>
      </dsp:txBody>
      <dsp:txXfrm>
        <a:off x="3142" y="1805046"/>
        <a:ext cx="2327563" cy="709906"/>
      </dsp:txXfrm>
    </dsp:sp>
    <dsp:sp modelId="{18801F67-1F8A-4B47-AFD6-29DD0CBDDEC6}">
      <dsp:nvSpPr>
        <dsp:cNvPr id="0" name=""/>
        <dsp:cNvSpPr/>
      </dsp:nvSpPr>
      <dsp:spPr>
        <a:xfrm>
          <a:off x="5589294" y="1304620"/>
          <a:ext cx="2327563" cy="70990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 dirty="0"/>
            <a:t>Part 1</a:t>
          </a:r>
        </a:p>
      </dsp:txBody>
      <dsp:txXfrm>
        <a:off x="5589294" y="1304620"/>
        <a:ext cx="2327563" cy="709906"/>
      </dsp:txXfrm>
    </dsp:sp>
    <dsp:sp modelId="{44C92F0B-BA1D-4A69-84F3-4FD71227AF3D}">
      <dsp:nvSpPr>
        <dsp:cNvPr id="0" name=""/>
        <dsp:cNvSpPr/>
      </dsp:nvSpPr>
      <dsp:spPr>
        <a:xfrm>
          <a:off x="5589294" y="2305472"/>
          <a:ext cx="2327563" cy="70990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Part 2</a:t>
          </a:r>
          <a:endParaRPr lang="en-US" sz="4600" kern="1200" dirty="0"/>
        </a:p>
      </dsp:txBody>
      <dsp:txXfrm>
        <a:off x="5589294" y="2305472"/>
        <a:ext cx="2327563" cy="709906"/>
      </dsp:txXfrm>
    </dsp:sp>
    <dsp:sp modelId="{13E7A3C6-F46F-4878-AB73-EF32B6AA7D56}">
      <dsp:nvSpPr>
        <dsp:cNvPr id="0" name=""/>
        <dsp:cNvSpPr/>
      </dsp:nvSpPr>
      <dsp:spPr>
        <a:xfrm>
          <a:off x="2796218" y="1304620"/>
          <a:ext cx="2327563" cy="70990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Assistant</a:t>
          </a:r>
          <a:endParaRPr lang="en-US" sz="4600" kern="1200" dirty="0"/>
        </a:p>
      </dsp:txBody>
      <dsp:txXfrm>
        <a:off x="2796218" y="1304620"/>
        <a:ext cx="2327563" cy="7099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6686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1333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ctr" defTabSz="767913" rtl="0" eaLnBrk="1" latinLnBrk="0" hangingPunct="1">
        <a:lnSpc>
          <a:spcPct val="90000"/>
        </a:lnSpc>
        <a:spcBef>
          <a:spcPct val="0"/>
        </a:spcBef>
        <a:buNone/>
        <a:defRPr sz="36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1978" indent="-191978" algn="l" defTabSz="767913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2351" kern="1200">
          <a:solidFill>
            <a:schemeClr val="tx1"/>
          </a:solidFill>
          <a:latin typeface="+mn-lt"/>
          <a:ea typeface="+mn-ea"/>
          <a:cs typeface="+mn-cs"/>
        </a:defRPr>
      </a:lvl1pPr>
      <a:lvl2pPr marL="575935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2016" kern="1200">
          <a:solidFill>
            <a:schemeClr val="tx1"/>
          </a:solidFill>
          <a:latin typeface="+mn-lt"/>
          <a:ea typeface="+mn-ea"/>
          <a:cs typeface="+mn-cs"/>
        </a:defRPr>
      </a:lvl2pPr>
      <a:lvl3pPr marL="95989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3pPr>
      <a:lvl4pPr marL="1343848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727805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211176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495718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879674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26363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1pPr>
      <a:lvl2pPr marL="383957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67913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3pPr>
      <a:lvl4pPr marL="1151870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535826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1919783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303739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687696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071652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BD8851A-84A7-CAFE-F3A7-3373EA70B4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6970122"/>
              </p:ext>
            </p:extLst>
          </p:nvPr>
        </p:nvGraphicFramePr>
        <p:xfrm>
          <a:off x="360000" y="720000"/>
          <a:ext cx="7920000" cy="432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09386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26A274EF-EF57-455B-9C9F-7EB5D5275ADE}" vid="{61F186A6-6420-4277-954D-28BA2D3E746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24x16minimal</Template>
  <TotalTime>0</TotalTime>
  <Words>6</Words>
  <Application>Microsoft Office PowerPoint</Application>
  <PresentationFormat>Custom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Regina Henschel</dc:creator>
  <cp:lastModifiedBy>Regina Henschel</cp:lastModifiedBy>
  <cp:revision>1</cp:revision>
  <dcterms:created xsi:type="dcterms:W3CDTF">2026-08-29T13:37:48Z</dcterms:created>
  <dcterms:modified xsi:type="dcterms:W3CDTF">2026-08-29T13:40:54Z</dcterms:modified>
</cp:coreProperties>
</file>