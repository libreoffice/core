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1520488" cy="864076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BEBF5"/>
    <a:srgbClr val="DDDDDD"/>
    <a:srgbClr val="F0F0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95" autoAdjust="0"/>
    <p:restoredTop sz="94660"/>
  </p:normalViewPr>
  <p:slideViewPr>
    <p:cSldViewPr snapToGrid="0">
      <p:cViewPr varScale="1">
        <p:scale>
          <a:sx n="57" d="100"/>
          <a:sy n="57" d="100"/>
        </p:scale>
        <p:origin x="72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ReginaHenschel.me/methCycle/colorful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6B4BDFD-97A0-4E29-BC96-1F9A7AD16529}" type="doc">
      <dgm:prSet loTypeId="urn:microsoft.com/office/officeart/2005/8/layout/cycle2" loCatId="cycle" qsTypeId="urn:microsoft.com/office/officeart/2005/8/quickstyle/simple1#1" qsCatId="simple" csTypeId="urn:ReginaHenschel.me/methCycle/colorful" csCatId="colorful" phldr="1"/>
      <dgm:spPr/>
      <dgm:t>
        <a:bodyPr/>
        <a:lstStyle/>
        <a:p>
          <a:endParaRPr lang="en-US"/>
        </a:p>
      </dgm:t>
    </dgm:pt>
    <dgm:pt modelId="{A2947E82-3B4C-48FA-8A01-CCC52BC6F947}">
      <dgm:prSet phldrT="[Text]" phldr="0"/>
      <dgm:spPr/>
      <dgm:t>
        <a:bodyPr/>
        <a:lstStyle/>
        <a:p>
          <a:r>
            <a:rPr lang="en-US" dirty="0"/>
            <a:t>Two</a:t>
          </a:r>
        </a:p>
      </dgm:t>
    </dgm:pt>
    <dgm:pt modelId="{3DCAEA7F-0BF4-4F9A-984A-2CD1F7E01449}" type="parTrans" cxnId="{A5F32BD6-98C7-4C33-8884-CFEE4D7D6460}">
      <dgm:prSet/>
      <dgm:spPr/>
      <dgm:t>
        <a:bodyPr/>
        <a:lstStyle/>
        <a:p>
          <a:endParaRPr lang="en-US"/>
        </a:p>
      </dgm:t>
    </dgm:pt>
    <dgm:pt modelId="{7F1BAC1A-80DF-4F72-8261-220C39EDD087}" type="sibTrans" cxnId="{A5F32BD6-98C7-4C33-8884-CFEE4D7D6460}">
      <dgm:prSet/>
      <dgm:spPr/>
      <dgm:t>
        <a:bodyPr/>
        <a:lstStyle/>
        <a:p>
          <a:endParaRPr lang="en-US"/>
        </a:p>
      </dgm:t>
    </dgm:pt>
    <dgm:pt modelId="{C88D300D-2F2E-4E61-90C7-5ACE919130C0}">
      <dgm:prSet phldrT="[Text]" phldr="0"/>
      <dgm:spPr/>
      <dgm:t>
        <a:bodyPr/>
        <a:lstStyle/>
        <a:p>
          <a:r>
            <a:rPr lang="en-US" dirty="0"/>
            <a:t>Three</a:t>
          </a:r>
        </a:p>
      </dgm:t>
    </dgm:pt>
    <dgm:pt modelId="{E0757BCB-E308-47AB-AD08-4F869178F95B}" type="parTrans" cxnId="{E957F3B8-87F9-4D8C-BEC1-82F3EA06C200}">
      <dgm:prSet/>
      <dgm:spPr/>
      <dgm:t>
        <a:bodyPr/>
        <a:lstStyle/>
        <a:p>
          <a:endParaRPr lang="en-US"/>
        </a:p>
      </dgm:t>
    </dgm:pt>
    <dgm:pt modelId="{94AFF00B-C302-4157-A66A-956254357615}" type="sibTrans" cxnId="{E957F3B8-87F9-4D8C-BEC1-82F3EA06C200}">
      <dgm:prSet/>
      <dgm:spPr/>
      <dgm:t>
        <a:bodyPr/>
        <a:lstStyle/>
        <a:p>
          <a:endParaRPr lang="en-US"/>
        </a:p>
      </dgm:t>
    </dgm:pt>
    <dgm:pt modelId="{3CC7B21E-3F01-4489-A842-6B0DD7483529}">
      <dgm:prSet phldrT="[Text]" phldr="0"/>
      <dgm:spPr/>
      <dgm:t>
        <a:bodyPr/>
        <a:lstStyle/>
        <a:p>
          <a:r>
            <a:rPr lang="en-US"/>
            <a:t>One</a:t>
          </a:r>
          <a:endParaRPr lang="en-US" dirty="0"/>
        </a:p>
      </dgm:t>
    </dgm:pt>
    <dgm:pt modelId="{D6AF40FA-8109-4386-880E-A6AB16113D4E}" type="parTrans" cxnId="{2FEB03F4-9E58-4CD0-8381-96EE68897C35}">
      <dgm:prSet/>
      <dgm:spPr/>
      <dgm:t>
        <a:bodyPr/>
        <a:lstStyle/>
        <a:p>
          <a:endParaRPr lang="en-US"/>
        </a:p>
      </dgm:t>
    </dgm:pt>
    <dgm:pt modelId="{94982955-362C-420E-925B-747825D8B054}" type="sibTrans" cxnId="{2FEB03F4-9E58-4CD0-8381-96EE68897C35}">
      <dgm:prSet/>
      <dgm:spPr/>
      <dgm:t>
        <a:bodyPr/>
        <a:lstStyle/>
        <a:p>
          <a:endParaRPr lang="en-US"/>
        </a:p>
      </dgm:t>
    </dgm:pt>
    <dgm:pt modelId="{4DCE38DA-0481-43EA-B387-F6C4CACD21A9}">
      <dgm:prSet phldrT="[Text]" phldr="0"/>
      <dgm:spPr/>
      <dgm:t>
        <a:bodyPr/>
        <a:lstStyle/>
        <a:p>
          <a:r>
            <a:rPr lang="en-US"/>
            <a:t>Four</a:t>
          </a:r>
          <a:endParaRPr lang="en-US" dirty="0"/>
        </a:p>
      </dgm:t>
    </dgm:pt>
    <dgm:pt modelId="{B12BAAF2-9A62-4579-80E3-15C268FD8523}" type="parTrans" cxnId="{6ACC59B7-1550-4BE4-970D-943FDEFF4A73}">
      <dgm:prSet/>
      <dgm:spPr/>
      <dgm:t>
        <a:bodyPr/>
        <a:lstStyle/>
        <a:p>
          <a:endParaRPr lang="en-US"/>
        </a:p>
      </dgm:t>
    </dgm:pt>
    <dgm:pt modelId="{99FABF27-5032-49FC-8F3E-C005962F9C55}" type="sibTrans" cxnId="{6ACC59B7-1550-4BE4-970D-943FDEFF4A73}">
      <dgm:prSet/>
      <dgm:spPr/>
      <dgm:t>
        <a:bodyPr/>
        <a:lstStyle/>
        <a:p>
          <a:endParaRPr lang="en-US"/>
        </a:p>
      </dgm:t>
    </dgm:pt>
    <dgm:pt modelId="{298BCEA3-6264-4F2C-B2FE-A68D888496BF}">
      <dgm:prSet phldrT="[Text]" phldr="0"/>
      <dgm:spPr/>
      <dgm:t>
        <a:bodyPr/>
        <a:lstStyle/>
        <a:p>
          <a:r>
            <a:rPr lang="en-US"/>
            <a:t>Five</a:t>
          </a:r>
          <a:endParaRPr lang="en-US" dirty="0"/>
        </a:p>
      </dgm:t>
    </dgm:pt>
    <dgm:pt modelId="{9FB15D69-ABF4-46C9-9017-AE8AC24D5197}" type="parTrans" cxnId="{936D7C33-930B-4B55-BA7A-1756F69A090E}">
      <dgm:prSet/>
      <dgm:spPr/>
      <dgm:t>
        <a:bodyPr/>
        <a:lstStyle/>
        <a:p>
          <a:endParaRPr lang="en-US"/>
        </a:p>
      </dgm:t>
    </dgm:pt>
    <dgm:pt modelId="{1D6661C8-E2C5-4055-ABC7-0AA2DB43569D}" type="sibTrans" cxnId="{936D7C33-930B-4B55-BA7A-1756F69A090E}">
      <dgm:prSet/>
      <dgm:spPr/>
      <dgm:t>
        <a:bodyPr/>
        <a:lstStyle/>
        <a:p>
          <a:endParaRPr lang="en-US"/>
        </a:p>
      </dgm:t>
    </dgm:pt>
    <dgm:pt modelId="{8903CC16-7991-4566-B328-574579884624}">
      <dgm:prSet phldrT="[Text]" phldr="0"/>
      <dgm:spPr/>
      <dgm:t>
        <a:bodyPr/>
        <a:lstStyle/>
        <a:p>
          <a:r>
            <a:rPr lang="en-US"/>
            <a:t>Six</a:t>
          </a:r>
          <a:endParaRPr lang="en-US" dirty="0"/>
        </a:p>
      </dgm:t>
    </dgm:pt>
    <dgm:pt modelId="{A26DAED1-FAFA-4A6B-9669-D3C1DC999D98}" type="parTrans" cxnId="{7E4CF37E-E915-4D59-B4C5-FB15560588E8}">
      <dgm:prSet/>
      <dgm:spPr/>
      <dgm:t>
        <a:bodyPr/>
        <a:lstStyle/>
        <a:p>
          <a:endParaRPr lang="en-US"/>
        </a:p>
      </dgm:t>
    </dgm:pt>
    <dgm:pt modelId="{6AEDA179-7EF9-49BA-9B8F-00CAEDCEB66B}" type="sibTrans" cxnId="{7E4CF37E-E915-4D59-B4C5-FB15560588E8}">
      <dgm:prSet/>
      <dgm:spPr/>
      <dgm:t>
        <a:bodyPr/>
        <a:lstStyle/>
        <a:p>
          <a:endParaRPr lang="en-US"/>
        </a:p>
      </dgm:t>
    </dgm:pt>
    <dgm:pt modelId="{BFE72A1A-8B83-43E3-851E-3C02084692BB}">
      <dgm:prSet phldrT="[Text]" phldr="0"/>
      <dgm:spPr/>
      <dgm:t>
        <a:bodyPr/>
        <a:lstStyle/>
        <a:p>
          <a:r>
            <a:rPr lang="en-US"/>
            <a:t>Seven</a:t>
          </a:r>
          <a:endParaRPr lang="en-US" dirty="0"/>
        </a:p>
      </dgm:t>
    </dgm:pt>
    <dgm:pt modelId="{751D9D3B-7817-4A0D-984D-FACE0B375EB2}" type="parTrans" cxnId="{DC2C8BE4-23E4-4925-B65D-4D661FC7515F}">
      <dgm:prSet/>
      <dgm:spPr/>
      <dgm:t>
        <a:bodyPr/>
        <a:lstStyle/>
        <a:p>
          <a:endParaRPr lang="en-US"/>
        </a:p>
      </dgm:t>
    </dgm:pt>
    <dgm:pt modelId="{F823F855-3D9D-4D21-8F19-15C1CB9DF512}" type="sibTrans" cxnId="{DC2C8BE4-23E4-4925-B65D-4D661FC7515F}">
      <dgm:prSet/>
      <dgm:spPr/>
      <dgm:t>
        <a:bodyPr/>
        <a:lstStyle/>
        <a:p>
          <a:endParaRPr lang="en-US"/>
        </a:p>
      </dgm:t>
    </dgm:pt>
    <dgm:pt modelId="{B5105301-9BB6-4A47-BC84-633512F4A945}" type="pres">
      <dgm:prSet presAssocID="{16B4BDFD-97A0-4E29-BC96-1F9A7AD16529}" presName="cycle" presStyleCnt="0">
        <dgm:presLayoutVars>
          <dgm:dir/>
          <dgm:resizeHandles val="exact"/>
        </dgm:presLayoutVars>
      </dgm:prSet>
      <dgm:spPr/>
    </dgm:pt>
    <dgm:pt modelId="{A8C868F7-DAD3-4E54-B968-EE9227020D87}" type="pres">
      <dgm:prSet presAssocID="{3CC7B21E-3F01-4489-A842-6B0DD7483529}" presName="node" presStyleLbl="node1" presStyleIdx="0" presStyleCnt="7">
        <dgm:presLayoutVars>
          <dgm:bulletEnabled val="1"/>
        </dgm:presLayoutVars>
      </dgm:prSet>
      <dgm:spPr/>
    </dgm:pt>
    <dgm:pt modelId="{419953F0-1200-461F-8FF4-B896AA9A2C4F}" type="pres">
      <dgm:prSet presAssocID="{94982955-362C-420E-925B-747825D8B054}" presName="sibTrans" presStyleLbl="sibTrans2D1" presStyleIdx="0" presStyleCnt="7"/>
      <dgm:spPr/>
    </dgm:pt>
    <dgm:pt modelId="{2490A02D-8506-406D-9ADD-3522E3ADF9E1}" type="pres">
      <dgm:prSet presAssocID="{94982955-362C-420E-925B-747825D8B054}" presName="connectorText" presStyleLbl="sibTrans2D1" presStyleIdx="0" presStyleCnt="7"/>
      <dgm:spPr/>
    </dgm:pt>
    <dgm:pt modelId="{9AF8AFD8-1DC8-4140-BA01-4BD9696B05EE}" type="pres">
      <dgm:prSet presAssocID="{A2947E82-3B4C-48FA-8A01-CCC52BC6F947}" presName="node" presStyleLbl="node1" presStyleIdx="1" presStyleCnt="7">
        <dgm:presLayoutVars>
          <dgm:bulletEnabled val="1"/>
        </dgm:presLayoutVars>
      </dgm:prSet>
      <dgm:spPr/>
    </dgm:pt>
    <dgm:pt modelId="{EC00D205-0A0F-4D16-B271-0DCBAAABCEBE}" type="pres">
      <dgm:prSet presAssocID="{7F1BAC1A-80DF-4F72-8261-220C39EDD087}" presName="sibTrans" presStyleLbl="sibTrans2D1" presStyleIdx="1" presStyleCnt="7"/>
      <dgm:spPr/>
    </dgm:pt>
    <dgm:pt modelId="{8388348D-575F-4A2A-9752-E088E277898E}" type="pres">
      <dgm:prSet presAssocID="{7F1BAC1A-80DF-4F72-8261-220C39EDD087}" presName="connectorText" presStyleLbl="sibTrans2D1" presStyleIdx="1" presStyleCnt="7"/>
      <dgm:spPr/>
    </dgm:pt>
    <dgm:pt modelId="{522B6296-CC47-4689-9022-1BC0DD098A05}" type="pres">
      <dgm:prSet presAssocID="{C88D300D-2F2E-4E61-90C7-5ACE919130C0}" presName="node" presStyleLbl="node1" presStyleIdx="2" presStyleCnt="7">
        <dgm:presLayoutVars>
          <dgm:bulletEnabled val="1"/>
        </dgm:presLayoutVars>
      </dgm:prSet>
      <dgm:spPr/>
    </dgm:pt>
    <dgm:pt modelId="{E1D278E9-F004-49E2-BB33-FAC8D822DD07}" type="pres">
      <dgm:prSet presAssocID="{94AFF00B-C302-4157-A66A-956254357615}" presName="sibTrans" presStyleLbl="sibTrans2D1" presStyleIdx="2" presStyleCnt="7"/>
      <dgm:spPr/>
    </dgm:pt>
    <dgm:pt modelId="{3F88C251-9F33-4686-99BD-7EE944DCED62}" type="pres">
      <dgm:prSet presAssocID="{94AFF00B-C302-4157-A66A-956254357615}" presName="connectorText" presStyleLbl="sibTrans2D1" presStyleIdx="2" presStyleCnt="7"/>
      <dgm:spPr/>
    </dgm:pt>
    <dgm:pt modelId="{2BD23987-4EE5-458C-AD5D-B15791D2F141}" type="pres">
      <dgm:prSet presAssocID="{4DCE38DA-0481-43EA-B387-F6C4CACD21A9}" presName="node" presStyleLbl="node1" presStyleIdx="3" presStyleCnt="7">
        <dgm:presLayoutVars>
          <dgm:bulletEnabled val="1"/>
        </dgm:presLayoutVars>
      </dgm:prSet>
      <dgm:spPr/>
    </dgm:pt>
    <dgm:pt modelId="{84B9BB37-51A7-4189-B85F-54463BBA545E}" type="pres">
      <dgm:prSet presAssocID="{99FABF27-5032-49FC-8F3E-C005962F9C55}" presName="sibTrans" presStyleLbl="sibTrans2D1" presStyleIdx="3" presStyleCnt="7"/>
      <dgm:spPr/>
    </dgm:pt>
    <dgm:pt modelId="{B6E3D9C8-A9B4-4B58-A7CC-EA25417C8E97}" type="pres">
      <dgm:prSet presAssocID="{99FABF27-5032-49FC-8F3E-C005962F9C55}" presName="connectorText" presStyleLbl="sibTrans2D1" presStyleIdx="3" presStyleCnt="7"/>
      <dgm:spPr/>
    </dgm:pt>
    <dgm:pt modelId="{6B9EBACA-35FC-47D5-A49E-E0DCA51767A3}" type="pres">
      <dgm:prSet presAssocID="{298BCEA3-6264-4F2C-B2FE-A68D888496BF}" presName="node" presStyleLbl="node1" presStyleIdx="4" presStyleCnt="7">
        <dgm:presLayoutVars>
          <dgm:bulletEnabled val="1"/>
        </dgm:presLayoutVars>
      </dgm:prSet>
      <dgm:spPr/>
    </dgm:pt>
    <dgm:pt modelId="{9C682D39-16BD-4ED8-88AC-083EBA422DCE}" type="pres">
      <dgm:prSet presAssocID="{1D6661C8-E2C5-4055-ABC7-0AA2DB43569D}" presName="sibTrans" presStyleLbl="sibTrans2D1" presStyleIdx="4" presStyleCnt="7"/>
      <dgm:spPr/>
    </dgm:pt>
    <dgm:pt modelId="{74DC9EBA-A56E-40FA-BB22-8446D4CA2D0D}" type="pres">
      <dgm:prSet presAssocID="{1D6661C8-E2C5-4055-ABC7-0AA2DB43569D}" presName="connectorText" presStyleLbl="sibTrans2D1" presStyleIdx="4" presStyleCnt="7"/>
      <dgm:spPr/>
    </dgm:pt>
    <dgm:pt modelId="{F1742E1C-3A56-4049-8519-4C8D0BC55A79}" type="pres">
      <dgm:prSet presAssocID="{8903CC16-7991-4566-B328-574579884624}" presName="node" presStyleLbl="node1" presStyleIdx="5" presStyleCnt="7">
        <dgm:presLayoutVars>
          <dgm:bulletEnabled val="1"/>
        </dgm:presLayoutVars>
      </dgm:prSet>
      <dgm:spPr/>
    </dgm:pt>
    <dgm:pt modelId="{481FFB6A-6459-41FF-B322-51A92769C7CB}" type="pres">
      <dgm:prSet presAssocID="{6AEDA179-7EF9-49BA-9B8F-00CAEDCEB66B}" presName="sibTrans" presStyleLbl="sibTrans2D1" presStyleIdx="5" presStyleCnt="7"/>
      <dgm:spPr/>
    </dgm:pt>
    <dgm:pt modelId="{AC15355A-7925-468A-8091-08A10059D450}" type="pres">
      <dgm:prSet presAssocID="{6AEDA179-7EF9-49BA-9B8F-00CAEDCEB66B}" presName="connectorText" presStyleLbl="sibTrans2D1" presStyleIdx="5" presStyleCnt="7"/>
      <dgm:spPr/>
    </dgm:pt>
    <dgm:pt modelId="{625429CB-5930-4BB8-88EB-7ECAF6839F3B}" type="pres">
      <dgm:prSet presAssocID="{BFE72A1A-8B83-43E3-851E-3C02084692BB}" presName="node" presStyleLbl="node1" presStyleIdx="6" presStyleCnt="7">
        <dgm:presLayoutVars>
          <dgm:bulletEnabled val="1"/>
        </dgm:presLayoutVars>
      </dgm:prSet>
      <dgm:spPr/>
    </dgm:pt>
    <dgm:pt modelId="{79B068F0-EE8E-46F2-868E-547ED622E2D7}" type="pres">
      <dgm:prSet presAssocID="{F823F855-3D9D-4D21-8F19-15C1CB9DF512}" presName="sibTrans" presStyleLbl="sibTrans2D1" presStyleIdx="6" presStyleCnt="7"/>
      <dgm:spPr/>
    </dgm:pt>
    <dgm:pt modelId="{1DF953A1-3F70-40B7-ADF6-F71156C835AD}" type="pres">
      <dgm:prSet presAssocID="{F823F855-3D9D-4D21-8F19-15C1CB9DF512}" presName="connectorText" presStyleLbl="sibTrans2D1" presStyleIdx="6" presStyleCnt="7"/>
      <dgm:spPr/>
    </dgm:pt>
  </dgm:ptLst>
  <dgm:cxnLst>
    <dgm:cxn modelId="{F6953501-FB11-472B-9180-99C2BF3A0FD9}" type="presOf" srcId="{1D6661C8-E2C5-4055-ABC7-0AA2DB43569D}" destId="{74DC9EBA-A56E-40FA-BB22-8446D4CA2D0D}" srcOrd="1" destOrd="0" presId="urn:microsoft.com/office/officeart/2005/8/layout/cycle2"/>
    <dgm:cxn modelId="{F1CB6F08-6FBB-4403-8573-7FA0CF14030D}" type="presOf" srcId="{BFE72A1A-8B83-43E3-851E-3C02084692BB}" destId="{625429CB-5930-4BB8-88EB-7ECAF6839F3B}" srcOrd="0" destOrd="0" presId="urn:microsoft.com/office/officeart/2005/8/layout/cycle2"/>
    <dgm:cxn modelId="{1652910D-883B-44E0-BE01-7007E9C90F9D}" type="presOf" srcId="{94982955-362C-420E-925B-747825D8B054}" destId="{2490A02D-8506-406D-9ADD-3522E3ADF9E1}" srcOrd="1" destOrd="0" presId="urn:microsoft.com/office/officeart/2005/8/layout/cycle2"/>
    <dgm:cxn modelId="{02335F11-93BC-4C02-A4FB-A23443F720B2}" type="presOf" srcId="{C88D300D-2F2E-4E61-90C7-5ACE919130C0}" destId="{522B6296-CC47-4689-9022-1BC0DD098A05}" srcOrd="0" destOrd="0" presId="urn:microsoft.com/office/officeart/2005/8/layout/cycle2"/>
    <dgm:cxn modelId="{85BD8912-C8A2-4688-A1CE-15588A8EBA38}" type="presOf" srcId="{7F1BAC1A-80DF-4F72-8261-220C39EDD087}" destId="{EC00D205-0A0F-4D16-B271-0DCBAAABCEBE}" srcOrd="0" destOrd="0" presId="urn:microsoft.com/office/officeart/2005/8/layout/cycle2"/>
    <dgm:cxn modelId="{B3EC1E16-555F-486F-BFB2-AF44AECD10E5}" type="presOf" srcId="{7F1BAC1A-80DF-4F72-8261-220C39EDD087}" destId="{8388348D-575F-4A2A-9752-E088E277898E}" srcOrd="1" destOrd="0" presId="urn:microsoft.com/office/officeart/2005/8/layout/cycle2"/>
    <dgm:cxn modelId="{C282D51F-0DF2-4CE3-A1E3-A0A91C04B685}" type="presOf" srcId="{94AFF00B-C302-4157-A66A-956254357615}" destId="{E1D278E9-F004-49E2-BB33-FAC8D822DD07}" srcOrd="0" destOrd="0" presId="urn:microsoft.com/office/officeart/2005/8/layout/cycle2"/>
    <dgm:cxn modelId="{936D7C33-930B-4B55-BA7A-1756F69A090E}" srcId="{16B4BDFD-97A0-4E29-BC96-1F9A7AD16529}" destId="{298BCEA3-6264-4F2C-B2FE-A68D888496BF}" srcOrd="4" destOrd="0" parTransId="{9FB15D69-ABF4-46C9-9017-AE8AC24D5197}" sibTransId="{1D6661C8-E2C5-4055-ABC7-0AA2DB43569D}"/>
    <dgm:cxn modelId="{9CEE8742-A88D-4078-8006-D810E4BDF58B}" type="presOf" srcId="{16B4BDFD-97A0-4E29-BC96-1F9A7AD16529}" destId="{B5105301-9BB6-4A47-BC84-633512F4A945}" srcOrd="0" destOrd="0" presId="urn:microsoft.com/office/officeart/2005/8/layout/cycle2"/>
    <dgm:cxn modelId="{94113F4E-2406-455F-932C-A7B5DA15DE00}" type="presOf" srcId="{F823F855-3D9D-4D21-8F19-15C1CB9DF512}" destId="{1DF953A1-3F70-40B7-ADF6-F71156C835AD}" srcOrd="1" destOrd="0" presId="urn:microsoft.com/office/officeart/2005/8/layout/cycle2"/>
    <dgm:cxn modelId="{7F8DDF6F-8668-49CF-ABF1-062555785119}" type="presOf" srcId="{F823F855-3D9D-4D21-8F19-15C1CB9DF512}" destId="{79B068F0-EE8E-46F2-868E-547ED622E2D7}" srcOrd="0" destOrd="0" presId="urn:microsoft.com/office/officeart/2005/8/layout/cycle2"/>
    <dgm:cxn modelId="{40D0A356-4DBC-4CEC-8C0F-3A32DE4CB23D}" type="presOf" srcId="{6AEDA179-7EF9-49BA-9B8F-00CAEDCEB66B}" destId="{AC15355A-7925-468A-8091-08A10059D450}" srcOrd="1" destOrd="0" presId="urn:microsoft.com/office/officeart/2005/8/layout/cycle2"/>
    <dgm:cxn modelId="{92CBD978-8CEE-4C2D-B015-B9C2A9038CE2}" type="presOf" srcId="{8903CC16-7991-4566-B328-574579884624}" destId="{F1742E1C-3A56-4049-8519-4C8D0BC55A79}" srcOrd="0" destOrd="0" presId="urn:microsoft.com/office/officeart/2005/8/layout/cycle2"/>
    <dgm:cxn modelId="{7E4CF37E-E915-4D59-B4C5-FB15560588E8}" srcId="{16B4BDFD-97A0-4E29-BC96-1F9A7AD16529}" destId="{8903CC16-7991-4566-B328-574579884624}" srcOrd="5" destOrd="0" parTransId="{A26DAED1-FAFA-4A6B-9669-D3C1DC999D98}" sibTransId="{6AEDA179-7EF9-49BA-9B8F-00CAEDCEB66B}"/>
    <dgm:cxn modelId="{71B12480-96CB-48B9-9497-FE7846A8D4FA}" type="presOf" srcId="{298BCEA3-6264-4F2C-B2FE-A68D888496BF}" destId="{6B9EBACA-35FC-47D5-A49E-E0DCA51767A3}" srcOrd="0" destOrd="0" presId="urn:microsoft.com/office/officeart/2005/8/layout/cycle2"/>
    <dgm:cxn modelId="{A1427E8D-584F-4E76-9622-4ECB4D08879E}" type="presOf" srcId="{1D6661C8-E2C5-4055-ABC7-0AA2DB43569D}" destId="{9C682D39-16BD-4ED8-88AC-083EBA422DCE}" srcOrd="0" destOrd="0" presId="urn:microsoft.com/office/officeart/2005/8/layout/cycle2"/>
    <dgm:cxn modelId="{E345AAA3-FBAD-443E-90B6-FA33F0BC0A4F}" type="presOf" srcId="{94982955-362C-420E-925B-747825D8B054}" destId="{419953F0-1200-461F-8FF4-B896AA9A2C4F}" srcOrd="0" destOrd="0" presId="urn:microsoft.com/office/officeart/2005/8/layout/cycle2"/>
    <dgm:cxn modelId="{5D0D78A9-D446-4361-93FB-2D80DA7BB5F7}" type="presOf" srcId="{99FABF27-5032-49FC-8F3E-C005962F9C55}" destId="{B6E3D9C8-A9B4-4B58-A7CC-EA25417C8E97}" srcOrd="1" destOrd="0" presId="urn:microsoft.com/office/officeart/2005/8/layout/cycle2"/>
    <dgm:cxn modelId="{6ACC59B7-1550-4BE4-970D-943FDEFF4A73}" srcId="{16B4BDFD-97A0-4E29-BC96-1F9A7AD16529}" destId="{4DCE38DA-0481-43EA-B387-F6C4CACD21A9}" srcOrd="3" destOrd="0" parTransId="{B12BAAF2-9A62-4579-80E3-15C268FD8523}" sibTransId="{99FABF27-5032-49FC-8F3E-C005962F9C55}"/>
    <dgm:cxn modelId="{E957F3B8-87F9-4D8C-BEC1-82F3EA06C200}" srcId="{16B4BDFD-97A0-4E29-BC96-1F9A7AD16529}" destId="{C88D300D-2F2E-4E61-90C7-5ACE919130C0}" srcOrd="2" destOrd="0" parTransId="{E0757BCB-E308-47AB-AD08-4F869178F95B}" sibTransId="{94AFF00B-C302-4157-A66A-956254357615}"/>
    <dgm:cxn modelId="{19D8B7C0-6514-46D7-8D74-E753EBB3506F}" type="presOf" srcId="{3CC7B21E-3F01-4489-A842-6B0DD7483529}" destId="{A8C868F7-DAD3-4E54-B968-EE9227020D87}" srcOrd="0" destOrd="0" presId="urn:microsoft.com/office/officeart/2005/8/layout/cycle2"/>
    <dgm:cxn modelId="{5263C0C2-0F4A-45E7-A850-05B13B041B6E}" type="presOf" srcId="{99FABF27-5032-49FC-8F3E-C005962F9C55}" destId="{84B9BB37-51A7-4189-B85F-54463BBA545E}" srcOrd="0" destOrd="0" presId="urn:microsoft.com/office/officeart/2005/8/layout/cycle2"/>
    <dgm:cxn modelId="{EB0BD4CE-E8A9-408D-9F50-CC0002B9B6EC}" type="presOf" srcId="{4DCE38DA-0481-43EA-B387-F6C4CACD21A9}" destId="{2BD23987-4EE5-458C-AD5D-B15791D2F141}" srcOrd="0" destOrd="0" presId="urn:microsoft.com/office/officeart/2005/8/layout/cycle2"/>
    <dgm:cxn modelId="{A5F32BD6-98C7-4C33-8884-CFEE4D7D6460}" srcId="{16B4BDFD-97A0-4E29-BC96-1F9A7AD16529}" destId="{A2947E82-3B4C-48FA-8A01-CCC52BC6F947}" srcOrd="1" destOrd="0" parTransId="{3DCAEA7F-0BF4-4F9A-984A-2CD1F7E01449}" sibTransId="{7F1BAC1A-80DF-4F72-8261-220C39EDD087}"/>
    <dgm:cxn modelId="{DF63E7DA-8924-4F42-80C8-9455898F8AFF}" type="presOf" srcId="{A2947E82-3B4C-48FA-8A01-CCC52BC6F947}" destId="{9AF8AFD8-1DC8-4140-BA01-4BD9696B05EE}" srcOrd="0" destOrd="0" presId="urn:microsoft.com/office/officeart/2005/8/layout/cycle2"/>
    <dgm:cxn modelId="{DC2C8BE4-23E4-4925-B65D-4D661FC7515F}" srcId="{16B4BDFD-97A0-4E29-BC96-1F9A7AD16529}" destId="{BFE72A1A-8B83-43E3-851E-3C02084692BB}" srcOrd="6" destOrd="0" parTransId="{751D9D3B-7817-4A0D-984D-FACE0B375EB2}" sibTransId="{F823F855-3D9D-4D21-8F19-15C1CB9DF512}"/>
    <dgm:cxn modelId="{BF8582E6-1308-46CD-A231-315856212F60}" type="presOf" srcId="{6AEDA179-7EF9-49BA-9B8F-00CAEDCEB66B}" destId="{481FFB6A-6459-41FF-B322-51A92769C7CB}" srcOrd="0" destOrd="0" presId="urn:microsoft.com/office/officeart/2005/8/layout/cycle2"/>
    <dgm:cxn modelId="{2FEB03F4-9E58-4CD0-8381-96EE68897C35}" srcId="{16B4BDFD-97A0-4E29-BC96-1F9A7AD16529}" destId="{3CC7B21E-3F01-4489-A842-6B0DD7483529}" srcOrd="0" destOrd="0" parTransId="{D6AF40FA-8109-4386-880E-A6AB16113D4E}" sibTransId="{94982955-362C-420E-925B-747825D8B054}"/>
    <dgm:cxn modelId="{CE8504FF-D587-459B-A054-F91034CCD73A}" type="presOf" srcId="{94AFF00B-C302-4157-A66A-956254357615}" destId="{3F88C251-9F33-4686-99BD-7EE944DCED62}" srcOrd="1" destOrd="0" presId="urn:microsoft.com/office/officeart/2005/8/layout/cycle2"/>
    <dgm:cxn modelId="{B8F92E7B-CFEC-4BF1-AC5D-4F7E8AF69CE7}" type="presParOf" srcId="{B5105301-9BB6-4A47-BC84-633512F4A945}" destId="{A8C868F7-DAD3-4E54-B968-EE9227020D87}" srcOrd="0" destOrd="0" presId="urn:microsoft.com/office/officeart/2005/8/layout/cycle2"/>
    <dgm:cxn modelId="{4D002073-6BC6-4A70-85C3-8F390B314C1D}" type="presParOf" srcId="{B5105301-9BB6-4A47-BC84-633512F4A945}" destId="{419953F0-1200-461F-8FF4-B896AA9A2C4F}" srcOrd="1" destOrd="0" presId="urn:microsoft.com/office/officeart/2005/8/layout/cycle2"/>
    <dgm:cxn modelId="{7C993B06-65C3-4DF7-9304-16AAD5188692}" type="presParOf" srcId="{419953F0-1200-461F-8FF4-B896AA9A2C4F}" destId="{2490A02D-8506-406D-9ADD-3522E3ADF9E1}" srcOrd="0" destOrd="0" presId="urn:microsoft.com/office/officeart/2005/8/layout/cycle2"/>
    <dgm:cxn modelId="{26CAB9F8-2C12-4421-9396-302E5D4822A7}" type="presParOf" srcId="{B5105301-9BB6-4A47-BC84-633512F4A945}" destId="{9AF8AFD8-1DC8-4140-BA01-4BD9696B05EE}" srcOrd="2" destOrd="0" presId="urn:microsoft.com/office/officeart/2005/8/layout/cycle2"/>
    <dgm:cxn modelId="{EECCCD7F-381A-4BE8-9EBC-88CDCFED3134}" type="presParOf" srcId="{B5105301-9BB6-4A47-BC84-633512F4A945}" destId="{EC00D205-0A0F-4D16-B271-0DCBAAABCEBE}" srcOrd="3" destOrd="0" presId="urn:microsoft.com/office/officeart/2005/8/layout/cycle2"/>
    <dgm:cxn modelId="{CAF25CA3-B908-4BC1-86AF-FC8CD3D030B2}" type="presParOf" srcId="{EC00D205-0A0F-4D16-B271-0DCBAAABCEBE}" destId="{8388348D-575F-4A2A-9752-E088E277898E}" srcOrd="0" destOrd="0" presId="urn:microsoft.com/office/officeart/2005/8/layout/cycle2"/>
    <dgm:cxn modelId="{9903C066-C307-4BF9-B94F-6719BC4B1221}" type="presParOf" srcId="{B5105301-9BB6-4A47-BC84-633512F4A945}" destId="{522B6296-CC47-4689-9022-1BC0DD098A05}" srcOrd="4" destOrd="0" presId="urn:microsoft.com/office/officeart/2005/8/layout/cycle2"/>
    <dgm:cxn modelId="{ED83B5F4-4775-413D-8635-DD47C204DB84}" type="presParOf" srcId="{B5105301-9BB6-4A47-BC84-633512F4A945}" destId="{E1D278E9-F004-49E2-BB33-FAC8D822DD07}" srcOrd="5" destOrd="0" presId="urn:microsoft.com/office/officeart/2005/8/layout/cycle2"/>
    <dgm:cxn modelId="{E955EB2B-9EF9-41C2-B03A-A3EA3EC041CF}" type="presParOf" srcId="{E1D278E9-F004-49E2-BB33-FAC8D822DD07}" destId="{3F88C251-9F33-4686-99BD-7EE944DCED62}" srcOrd="0" destOrd="0" presId="urn:microsoft.com/office/officeart/2005/8/layout/cycle2"/>
    <dgm:cxn modelId="{FC924DF5-D0F1-409D-B7E6-449BEACE8639}" type="presParOf" srcId="{B5105301-9BB6-4A47-BC84-633512F4A945}" destId="{2BD23987-4EE5-458C-AD5D-B15791D2F141}" srcOrd="6" destOrd="0" presId="urn:microsoft.com/office/officeart/2005/8/layout/cycle2"/>
    <dgm:cxn modelId="{74C5F010-C0C4-4A20-8CC6-649BB6EB17A5}" type="presParOf" srcId="{B5105301-9BB6-4A47-BC84-633512F4A945}" destId="{84B9BB37-51A7-4189-B85F-54463BBA545E}" srcOrd="7" destOrd="0" presId="urn:microsoft.com/office/officeart/2005/8/layout/cycle2"/>
    <dgm:cxn modelId="{1CB12A2D-213C-469E-B614-116FE68E8C0D}" type="presParOf" srcId="{84B9BB37-51A7-4189-B85F-54463BBA545E}" destId="{B6E3D9C8-A9B4-4B58-A7CC-EA25417C8E97}" srcOrd="0" destOrd="0" presId="urn:microsoft.com/office/officeart/2005/8/layout/cycle2"/>
    <dgm:cxn modelId="{8538DC8D-15FC-4550-90E3-BC10D7407DD0}" type="presParOf" srcId="{B5105301-9BB6-4A47-BC84-633512F4A945}" destId="{6B9EBACA-35FC-47D5-A49E-E0DCA51767A3}" srcOrd="8" destOrd="0" presId="urn:microsoft.com/office/officeart/2005/8/layout/cycle2"/>
    <dgm:cxn modelId="{EB60C994-2920-4386-AB27-343190B0F8CD}" type="presParOf" srcId="{B5105301-9BB6-4A47-BC84-633512F4A945}" destId="{9C682D39-16BD-4ED8-88AC-083EBA422DCE}" srcOrd="9" destOrd="0" presId="urn:microsoft.com/office/officeart/2005/8/layout/cycle2"/>
    <dgm:cxn modelId="{BE052BC1-717B-4CC1-AF3F-CDAB614DC46A}" type="presParOf" srcId="{9C682D39-16BD-4ED8-88AC-083EBA422DCE}" destId="{74DC9EBA-A56E-40FA-BB22-8446D4CA2D0D}" srcOrd="0" destOrd="0" presId="urn:microsoft.com/office/officeart/2005/8/layout/cycle2"/>
    <dgm:cxn modelId="{55BDDC75-DF12-4128-BC10-7C2E3513AB51}" type="presParOf" srcId="{B5105301-9BB6-4A47-BC84-633512F4A945}" destId="{F1742E1C-3A56-4049-8519-4C8D0BC55A79}" srcOrd="10" destOrd="0" presId="urn:microsoft.com/office/officeart/2005/8/layout/cycle2"/>
    <dgm:cxn modelId="{5D05685B-D62F-4AEB-BB92-67CE130460D8}" type="presParOf" srcId="{B5105301-9BB6-4A47-BC84-633512F4A945}" destId="{481FFB6A-6459-41FF-B322-51A92769C7CB}" srcOrd="11" destOrd="0" presId="urn:microsoft.com/office/officeart/2005/8/layout/cycle2"/>
    <dgm:cxn modelId="{DD6E85F8-2099-4FAB-9315-E955DF7508E9}" type="presParOf" srcId="{481FFB6A-6459-41FF-B322-51A92769C7CB}" destId="{AC15355A-7925-468A-8091-08A10059D450}" srcOrd="0" destOrd="0" presId="urn:microsoft.com/office/officeart/2005/8/layout/cycle2"/>
    <dgm:cxn modelId="{35B6366B-B323-4A52-A31E-A8B0DF3988CE}" type="presParOf" srcId="{B5105301-9BB6-4A47-BC84-633512F4A945}" destId="{625429CB-5930-4BB8-88EB-7ECAF6839F3B}" srcOrd="12" destOrd="0" presId="urn:microsoft.com/office/officeart/2005/8/layout/cycle2"/>
    <dgm:cxn modelId="{6CF34922-2227-4950-A4AE-93B09B172160}" type="presParOf" srcId="{B5105301-9BB6-4A47-BC84-633512F4A945}" destId="{79B068F0-EE8E-46F2-868E-547ED622E2D7}" srcOrd="13" destOrd="0" presId="urn:microsoft.com/office/officeart/2005/8/layout/cycle2"/>
    <dgm:cxn modelId="{1FAB1D30-9ADC-4995-B03C-8E8FC479F4C3}" type="presParOf" srcId="{79B068F0-EE8E-46F2-868E-547ED622E2D7}" destId="{1DF953A1-3F70-40B7-ADF6-F71156C835AD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DDDD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B2B420-5222-0AAC-BB8F-5FC2D06B1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838712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22" userDrawn="1">
          <p15:clr>
            <a:srgbClr val="FBAE40"/>
          </p15:clr>
        </p15:guide>
        <p15:guide id="2" pos="3629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B261132-201A-D330-17B4-B994F9CF32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034" y="460041"/>
            <a:ext cx="9936421" cy="16701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E779AB-FA81-4442-2306-0D1847BA0F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92034" y="2300203"/>
            <a:ext cx="9936421" cy="54824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526427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xStyles>
    <p:titleStyle>
      <a:lvl1pPr algn="l" defTabSz="864017" rtl="0" eaLnBrk="1" latinLnBrk="0" hangingPunct="1">
        <a:lnSpc>
          <a:spcPct val="90000"/>
        </a:lnSpc>
        <a:spcBef>
          <a:spcPct val="0"/>
        </a:spcBef>
        <a:buNone/>
        <a:defRPr sz="415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16004" indent="-216004" algn="l" defTabSz="864017" rtl="0" eaLnBrk="1" latinLnBrk="0" hangingPunct="1">
        <a:lnSpc>
          <a:spcPct val="90000"/>
        </a:lnSpc>
        <a:spcBef>
          <a:spcPts val="945"/>
        </a:spcBef>
        <a:buFont typeface="Arial" panose="020B0604020202020204" pitchFamily="34" charset="0"/>
        <a:buChar char="•"/>
        <a:defRPr sz="2646" kern="1200">
          <a:solidFill>
            <a:schemeClr val="tx1"/>
          </a:solidFill>
          <a:latin typeface="+mn-lt"/>
          <a:ea typeface="+mn-ea"/>
          <a:cs typeface="+mn-cs"/>
        </a:defRPr>
      </a:lvl1pPr>
      <a:lvl2pPr marL="648012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2268" kern="1200">
          <a:solidFill>
            <a:schemeClr val="tx1"/>
          </a:solidFill>
          <a:latin typeface="+mn-lt"/>
          <a:ea typeface="+mn-ea"/>
          <a:cs typeface="+mn-cs"/>
        </a:defRPr>
      </a:lvl2pPr>
      <a:lvl3pPr marL="1080021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3pPr>
      <a:lvl4pPr marL="1512029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4pPr>
      <a:lvl5pPr marL="1944037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5pPr>
      <a:lvl6pPr marL="2376046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6pPr>
      <a:lvl7pPr marL="2808054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7pPr>
      <a:lvl8pPr marL="3240062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8pPr>
      <a:lvl9pPr marL="3672070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1pPr>
      <a:lvl2pPr marL="43200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2pPr>
      <a:lvl3pPr marL="864017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3pPr>
      <a:lvl4pPr marL="1296025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4pPr>
      <a:lvl5pPr marL="1728033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5pPr>
      <a:lvl6pPr marL="2160041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6pPr>
      <a:lvl7pPr marL="259205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7pPr>
      <a:lvl8pPr marL="302405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8pPr>
      <a:lvl9pPr marL="3456066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722" userDrawn="1">
          <p15:clr>
            <a:srgbClr val="F26B43"/>
          </p15:clr>
        </p15:guide>
        <p15:guide id="2" pos="362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CC25F539-303C-B694-302B-54855914E97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11345258"/>
              </p:ext>
            </p:extLst>
          </p:nvPr>
        </p:nvGraphicFramePr>
        <p:xfrm>
          <a:off x="1440244" y="720000"/>
          <a:ext cx="8640000" cy="720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528190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16x9minimal.potx" id="{A415893C-EE1F-4BAF-A288-47C0D1D9E29D}" vid="{41F76D42-8520-4C2A-9CBB-88C547746B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16x9minimal</Template>
  <TotalTime>0</TotalTime>
  <Words>7</Words>
  <Application>Microsoft Office PowerPoint</Application>
  <PresentationFormat>Custom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Regina Henschel</dc:creator>
  <cp:lastModifiedBy>Regina Henschel</cp:lastModifiedBy>
  <cp:revision>5</cp:revision>
  <dcterms:created xsi:type="dcterms:W3CDTF">2026-06-01T18:26:44Z</dcterms:created>
  <dcterms:modified xsi:type="dcterms:W3CDTF">2026-09-17T17:22:45Z</dcterms:modified>
</cp:coreProperties>
</file>