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
  <Relationship Id="rId1" Type="http://schemas.openxmlformats.org/officeDocument/2006/relationships/officeDocument" Target="ppt/presentation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9144000"/>
</p:presentation>
</file>

<file path=ppt/_rels/presentation.xml.rels><?xml version="1.0" encoding="UTF-8" standalone="yes"?>
<Relationships xmlns="http://schemas.openxmlformats.org/package/2006/relationships">
  <Relationship Id="rId1" Type="http://schemas.openxmlformats.org/officeDocument/2006/relationships/slideMaster" Target="slideMasters/slideMaster1.xml"/>
  <Relationship Id="rId2" Type="http://schemas.openxmlformats.org/officeDocument/2006/relationships/slide" Target="slides/slide1.xml"/>
</Relationships>
</file>

<file path=ppt/slideLayouts/_rels/slideLayout1.xml.rels><?xml version="1.0" encoding="UTF-8" standalone="yes"?>
<Relationships xmlns="http://schemas.openxmlformats.org/package/2006/relationships">
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theme" Target="../theme/theme1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rget"/>
          <p:cNvSpPr/>
          <p:nvPr/>
        </p:nvSpPr>
        <p:spPr>
          <a:xfrm>
            <a:off x="2708481" y="3472407"/>
            <a:ext cx="2777929" cy="2326511"/>
          </a:xfrm>
          <a:prstGeom prst="roundRect">
            <a:avLst/>
          </a:prstGeom>
          <a:solidFill>
            <a:srgbClr val="A9D18E"/>
          </a:solidFill>
          <a:ln w="12700">
            <a:solidFill>
              <a:srgbClr val="538135"/>
            </a:solidFill>
          </a:ln>
        </p:spPr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" name="HalfConnected bentConnector4"/>
          <p:cNvCxnSpPr>
            <a:stCxn id="2" idx="0"/>
          </p:cNvCxnSpPr>
          <p:nvPr/>
        </p:nvCxnSpPr>
        <p:spPr>
          <a:xfrm rot="16200000" flipH="1" flipV="1">
            <a:off x="1802123" y="2834941"/>
            <a:ext cx="1657858" cy="2932789"/>
          </a:xfrm>
          <a:prstGeom prst="bentConnector4">
            <a:avLst>
              <a:gd name="adj1" fmla="val -13789"/>
              <a:gd name="adj2" fmla="val 73680"/>
            </a:avLst>
          </a:prstGeom>
          <a:ln w="19050">
            <a:solidFill>
              <a:srgbClr val="538135"/>
            </a:solidFill>
            <a:tailEnd type="arrow"/>
          </a:ln>
        </p:spPr>
      </p:cxnSp>
      <p:cxnSp>
        <p:nvCxnSpPr>
          <p:cNvPr id="4" name="Free bentConnector3"/>
          <p:cNvCxnSpPr/>
          <p:nvPr/>
        </p:nvCxnSpPr>
        <p:spPr>
          <a:xfrm rot="5400000" flipH="1" flipV="1">
            <a:off x="7000000" y="2903036"/>
            <a:ext cx="1117607" cy="1760923"/>
          </a:xfrm>
          <a:prstGeom prst="bentConnector3">
            <a:avLst>
              <a:gd name="adj1" fmla="val 19318"/>
            </a:avLst>
          </a:prstGeom>
          <a:ln w="19050">
            <a:solidFill>
              <a:srgbClr val="203864"/>
            </a:solidFill>
            <a:tailEnd type="arrow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