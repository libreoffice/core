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11B284-4F9C-4DAE-BA7E-260F9E4FCE77}" type="doc">
      <dgm:prSet loTypeId="urn:microsoft.com/office/officeart/2005/8/layout/chevron2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DDB554B-8C71-439B-ADEC-CFE5FA6BD961}">
      <dgm:prSet phldrT="[Text]" phldr="0"/>
      <dgm:spPr/>
      <dgm:t>
        <a:bodyPr/>
        <a:lstStyle/>
        <a:p>
          <a:r>
            <a:rPr lang="en-US" dirty="0"/>
            <a:t>One</a:t>
          </a:r>
        </a:p>
      </dgm:t>
    </dgm:pt>
    <dgm:pt modelId="{05D459BE-11AC-4053-B21A-F39A37CD3282}" type="parTrans" cxnId="{3A0A9814-A570-4025-BCD1-FADFECB21F52}">
      <dgm:prSet/>
      <dgm:spPr/>
      <dgm:t>
        <a:bodyPr/>
        <a:lstStyle/>
        <a:p>
          <a:endParaRPr lang="en-US"/>
        </a:p>
      </dgm:t>
    </dgm:pt>
    <dgm:pt modelId="{F39CA86F-F86E-431B-ACEE-98A29835574B}" type="sibTrans" cxnId="{3A0A9814-A570-4025-BCD1-FADFECB21F52}">
      <dgm:prSet/>
      <dgm:spPr/>
      <dgm:t>
        <a:bodyPr/>
        <a:lstStyle/>
        <a:p>
          <a:endParaRPr lang="en-US"/>
        </a:p>
      </dgm:t>
    </dgm:pt>
    <dgm:pt modelId="{FBF47274-5164-48DC-8BDB-34EB1079E98E}">
      <dgm:prSet phldrT="[Text]" phldr="0"/>
      <dgm:spPr/>
      <dgm:t>
        <a:bodyPr/>
        <a:lstStyle/>
        <a:p>
          <a:r>
            <a:rPr lang="en-US" dirty="0"/>
            <a:t>Eleven</a:t>
          </a:r>
        </a:p>
      </dgm:t>
    </dgm:pt>
    <dgm:pt modelId="{EDA53BFF-37E6-4A61-ADF0-8C30974A2E17}" type="parTrans" cxnId="{AA7B78F8-CB84-4649-91E1-5AED0E7B757B}">
      <dgm:prSet/>
      <dgm:spPr/>
      <dgm:t>
        <a:bodyPr/>
        <a:lstStyle/>
        <a:p>
          <a:endParaRPr lang="en-US"/>
        </a:p>
      </dgm:t>
    </dgm:pt>
    <dgm:pt modelId="{3F8F1398-214F-42B2-A965-615416A1BA5B}" type="sibTrans" cxnId="{AA7B78F8-CB84-4649-91E1-5AED0E7B757B}">
      <dgm:prSet/>
      <dgm:spPr/>
      <dgm:t>
        <a:bodyPr/>
        <a:lstStyle/>
        <a:p>
          <a:endParaRPr lang="en-US"/>
        </a:p>
      </dgm:t>
    </dgm:pt>
    <dgm:pt modelId="{4ACB2ECE-49FB-4CEA-9851-98B342939A33}">
      <dgm:prSet phldrT="[Text]" phldr="0"/>
      <dgm:spPr/>
      <dgm:t>
        <a:bodyPr/>
        <a:lstStyle/>
        <a:p>
          <a:r>
            <a:rPr lang="en-US" dirty="0"/>
            <a:t>Twelve</a:t>
          </a:r>
        </a:p>
      </dgm:t>
    </dgm:pt>
    <dgm:pt modelId="{5D8C98C0-DEFF-470D-B14B-DD3066E3544E}" type="parTrans" cxnId="{53DC8C45-53F1-4AA1-B7E8-0E22BF83F133}">
      <dgm:prSet/>
      <dgm:spPr/>
      <dgm:t>
        <a:bodyPr/>
        <a:lstStyle/>
        <a:p>
          <a:endParaRPr lang="en-US"/>
        </a:p>
      </dgm:t>
    </dgm:pt>
    <dgm:pt modelId="{8ECFE21E-7C01-4D14-8841-530E759B9A32}" type="sibTrans" cxnId="{53DC8C45-53F1-4AA1-B7E8-0E22BF83F133}">
      <dgm:prSet/>
      <dgm:spPr/>
      <dgm:t>
        <a:bodyPr/>
        <a:lstStyle/>
        <a:p>
          <a:endParaRPr lang="en-US"/>
        </a:p>
      </dgm:t>
    </dgm:pt>
    <dgm:pt modelId="{7DE8A5C6-2423-4655-932D-9E24CD0CE093}">
      <dgm:prSet phldrT="[Text]" phldr="0"/>
      <dgm:spPr/>
      <dgm:t>
        <a:bodyPr/>
        <a:lstStyle/>
        <a:p>
          <a:r>
            <a:rPr lang="en-US" dirty="0"/>
            <a:t>Two</a:t>
          </a:r>
        </a:p>
      </dgm:t>
    </dgm:pt>
    <dgm:pt modelId="{D87CDDF2-44C9-4AE3-89DE-7AE1319CAE6C}" type="parTrans" cxnId="{A042C385-B493-4392-BE62-A807F78C7F9B}">
      <dgm:prSet/>
      <dgm:spPr/>
      <dgm:t>
        <a:bodyPr/>
        <a:lstStyle/>
        <a:p>
          <a:endParaRPr lang="en-US"/>
        </a:p>
      </dgm:t>
    </dgm:pt>
    <dgm:pt modelId="{3D8C891D-9F15-4B79-8D90-D42FCACC7F90}" type="sibTrans" cxnId="{A042C385-B493-4392-BE62-A807F78C7F9B}">
      <dgm:prSet/>
      <dgm:spPr/>
      <dgm:t>
        <a:bodyPr/>
        <a:lstStyle/>
        <a:p>
          <a:endParaRPr lang="en-US"/>
        </a:p>
      </dgm:t>
    </dgm:pt>
    <dgm:pt modelId="{8D6F4EBF-664F-4825-A6B8-84728422EB3D}">
      <dgm:prSet phldrT="[Text]" phldr="0"/>
      <dgm:spPr/>
      <dgm:t>
        <a:bodyPr/>
        <a:lstStyle/>
        <a:p>
          <a:r>
            <a:rPr lang="en-US" dirty="0"/>
            <a:t>Twenty-one</a:t>
          </a:r>
        </a:p>
      </dgm:t>
    </dgm:pt>
    <dgm:pt modelId="{E54C834B-F892-4AE4-82C0-0EF30F2C2BE8}" type="parTrans" cxnId="{746C13D9-4C77-4608-B6BA-8BF418ACBF2A}">
      <dgm:prSet/>
      <dgm:spPr/>
      <dgm:t>
        <a:bodyPr/>
        <a:lstStyle/>
        <a:p>
          <a:endParaRPr lang="en-US"/>
        </a:p>
      </dgm:t>
    </dgm:pt>
    <dgm:pt modelId="{38B1384B-4A7E-409C-AD96-EE6CDBB6BD12}" type="sibTrans" cxnId="{746C13D9-4C77-4608-B6BA-8BF418ACBF2A}">
      <dgm:prSet/>
      <dgm:spPr/>
      <dgm:t>
        <a:bodyPr/>
        <a:lstStyle/>
        <a:p>
          <a:endParaRPr lang="en-US"/>
        </a:p>
      </dgm:t>
    </dgm:pt>
    <dgm:pt modelId="{37FAB76F-1F04-4CF3-AC56-669F4030916C}">
      <dgm:prSet phldrT="[Text]" phldr="0"/>
      <dgm:spPr/>
      <dgm:t>
        <a:bodyPr/>
        <a:lstStyle/>
        <a:p>
          <a:r>
            <a:rPr lang="en-US" dirty="0"/>
            <a:t>Twenty-two</a:t>
          </a:r>
        </a:p>
      </dgm:t>
    </dgm:pt>
    <dgm:pt modelId="{BA43AAEE-5420-4FC1-A630-6DAC716A93AF}" type="parTrans" cxnId="{23BACC75-80BD-49D1-841A-69E3BF797ED6}">
      <dgm:prSet/>
      <dgm:spPr/>
      <dgm:t>
        <a:bodyPr/>
        <a:lstStyle/>
        <a:p>
          <a:endParaRPr lang="en-US"/>
        </a:p>
      </dgm:t>
    </dgm:pt>
    <dgm:pt modelId="{46CD5CC2-5844-4CFD-8518-9F99CCBEF1DC}" type="sibTrans" cxnId="{23BACC75-80BD-49D1-841A-69E3BF797ED6}">
      <dgm:prSet/>
      <dgm:spPr/>
      <dgm:t>
        <a:bodyPr/>
        <a:lstStyle/>
        <a:p>
          <a:endParaRPr lang="en-US"/>
        </a:p>
      </dgm:t>
    </dgm:pt>
    <dgm:pt modelId="{A3E48FF1-94E7-47A6-AF8D-940EF84C55A4}">
      <dgm:prSet phldrT="[Text]" phldr="0"/>
      <dgm:spPr/>
      <dgm:t>
        <a:bodyPr/>
        <a:lstStyle/>
        <a:p>
          <a:r>
            <a:rPr lang="en-US" dirty="0"/>
            <a:t>Three</a:t>
          </a:r>
        </a:p>
      </dgm:t>
    </dgm:pt>
    <dgm:pt modelId="{C6E99506-0EF9-4463-9057-1BD2B08E696C}" type="parTrans" cxnId="{51AEA999-D63E-4F2B-9846-1989DD02673E}">
      <dgm:prSet/>
      <dgm:spPr/>
      <dgm:t>
        <a:bodyPr/>
        <a:lstStyle/>
        <a:p>
          <a:endParaRPr lang="en-US"/>
        </a:p>
      </dgm:t>
    </dgm:pt>
    <dgm:pt modelId="{E48C5EFA-5445-477D-9439-3D294CC982A6}" type="sibTrans" cxnId="{51AEA999-D63E-4F2B-9846-1989DD02673E}">
      <dgm:prSet/>
      <dgm:spPr/>
      <dgm:t>
        <a:bodyPr/>
        <a:lstStyle/>
        <a:p>
          <a:endParaRPr lang="en-US"/>
        </a:p>
      </dgm:t>
    </dgm:pt>
    <dgm:pt modelId="{9803B952-6796-4A30-A3C0-F429F40775B7}">
      <dgm:prSet phldrT="[Text]"/>
      <dgm:spPr/>
      <dgm:t>
        <a:bodyPr/>
        <a:lstStyle/>
        <a:p>
          <a:r>
            <a:rPr lang="en-US" dirty="0"/>
            <a:t>Four</a:t>
          </a:r>
        </a:p>
      </dgm:t>
    </dgm:pt>
    <dgm:pt modelId="{C113A374-2A32-4540-8CDB-A1E2EF4069C3}" type="parTrans" cxnId="{F51395DB-52D3-45CF-8FF6-91F718D8268B}">
      <dgm:prSet/>
      <dgm:spPr/>
      <dgm:t>
        <a:bodyPr/>
        <a:lstStyle/>
        <a:p>
          <a:endParaRPr lang="en-US"/>
        </a:p>
      </dgm:t>
    </dgm:pt>
    <dgm:pt modelId="{FAE25D13-134D-4408-87F7-708ACDC01BE1}" type="sibTrans" cxnId="{F51395DB-52D3-45CF-8FF6-91F718D8268B}">
      <dgm:prSet/>
      <dgm:spPr/>
      <dgm:t>
        <a:bodyPr/>
        <a:lstStyle/>
        <a:p>
          <a:endParaRPr lang="en-US"/>
        </a:p>
      </dgm:t>
    </dgm:pt>
    <dgm:pt modelId="{338BCA03-6FF9-42A5-A881-74A511059165}">
      <dgm:prSet phldrT="[Text]" phldr="0"/>
      <dgm:spPr/>
      <dgm:t>
        <a:bodyPr/>
        <a:lstStyle/>
        <a:p>
          <a:r>
            <a:rPr lang="en-US"/>
            <a:t>Forty-one</a:t>
          </a:r>
          <a:endParaRPr lang="en-US" dirty="0"/>
        </a:p>
      </dgm:t>
    </dgm:pt>
    <dgm:pt modelId="{3B00CC18-8189-48BF-9E2F-4608A361BCBB}" type="parTrans" cxnId="{A23D48C1-0208-4E14-8F48-C19333E1298E}">
      <dgm:prSet/>
      <dgm:spPr/>
      <dgm:t>
        <a:bodyPr/>
        <a:lstStyle/>
        <a:p>
          <a:endParaRPr lang="en-US"/>
        </a:p>
      </dgm:t>
    </dgm:pt>
    <dgm:pt modelId="{B99102AC-AC35-4198-9A10-6CC145E5A605}" type="sibTrans" cxnId="{A23D48C1-0208-4E14-8F48-C19333E1298E}">
      <dgm:prSet/>
      <dgm:spPr/>
      <dgm:t>
        <a:bodyPr/>
        <a:lstStyle/>
        <a:p>
          <a:endParaRPr lang="en-US"/>
        </a:p>
      </dgm:t>
    </dgm:pt>
    <dgm:pt modelId="{E5FE82C4-FF44-4F61-B8D1-1359FD7123F3}">
      <dgm:prSet phldrT="[Text]" phldr="0"/>
      <dgm:spPr/>
      <dgm:t>
        <a:bodyPr/>
        <a:lstStyle/>
        <a:p>
          <a:r>
            <a:rPr lang="en-US"/>
            <a:t>Thirteen</a:t>
          </a:r>
          <a:endParaRPr lang="en-US" dirty="0"/>
        </a:p>
      </dgm:t>
    </dgm:pt>
    <dgm:pt modelId="{89EA36F0-986D-4080-888D-B219A99A1F3B}" type="parTrans" cxnId="{290D4796-D1FA-4E4A-BDE2-8EF19B0F5150}">
      <dgm:prSet/>
      <dgm:spPr/>
      <dgm:t>
        <a:bodyPr/>
        <a:lstStyle/>
        <a:p>
          <a:endParaRPr lang="en-US"/>
        </a:p>
      </dgm:t>
    </dgm:pt>
    <dgm:pt modelId="{C9EA71D4-F88E-41BA-BBFC-1AF1E196C857}" type="sibTrans" cxnId="{290D4796-D1FA-4E4A-BDE2-8EF19B0F5150}">
      <dgm:prSet/>
      <dgm:spPr/>
      <dgm:t>
        <a:bodyPr/>
        <a:lstStyle/>
        <a:p>
          <a:endParaRPr lang="en-US"/>
        </a:p>
      </dgm:t>
    </dgm:pt>
    <dgm:pt modelId="{564C52A4-C5CE-4077-93F7-FFB8D414663B}">
      <dgm:prSet phldrT="[Text]" phldr="0"/>
      <dgm:spPr/>
      <dgm:t>
        <a:bodyPr/>
        <a:lstStyle/>
        <a:p>
          <a:r>
            <a:rPr lang="en-US"/>
            <a:t>Forty-two</a:t>
          </a:r>
          <a:endParaRPr lang="en-US" dirty="0"/>
        </a:p>
      </dgm:t>
    </dgm:pt>
    <dgm:pt modelId="{B3AEA969-D902-42E3-9E6B-B734331E9AB8}" type="parTrans" cxnId="{C89EA298-9CB7-4302-BC6B-847BCCA4B6EF}">
      <dgm:prSet/>
      <dgm:spPr/>
      <dgm:t>
        <a:bodyPr/>
        <a:lstStyle/>
        <a:p>
          <a:endParaRPr lang="en-US"/>
        </a:p>
      </dgm:t>
    </dgm:pt>
    <dgm:pt modelId="{891FAAD8-3E1F-4A18-ADB5-204986507BB0}" type="sibTrans" cxnId="{C89EA298-9CB7-4302-BC6B-847BCCA4B6EF}">
      <dgm:prSet/>
      <dgm:spPr/>
      <dgm:t>
        <a:bodyPr/>
        <a:lstStyle/>
        <a:p>
          <a:endParaRPr lang="en-US"/>
        </a:p>
      </dgm:t>
    </dgm:pt>
    <dgm:pt modelId="{B3CA9A94-EE1E-4EC6-9E3B-FA6B0435F9A2}" type="pres">
      <dgm:prSet presAssocID="{5C11B284-4F9C-4DAE-BA7E-260F9E4FCE77}" presName="linearFlow" presStyleCnt="0">
        <dgm:presLayoutVars>
          <dgm:dir/>
          <dgm:animLvl val="lvl"/>
          <dgm:resizeHandles val="exact"/>
        </dgm:presLayoutVars>
      </dgm:prSet>
      <dgm:spPr/>
    </dgm:pt>
    <dgm:pt modelId="{75945F37-8633-455D-B1CB-62E1900293FF}" type="pres">
      <dgm:prSet presAssocID="{7DDB554B-8C71-439B-ADEC-CFE5FA6BD961}" presName="composite" presStyleCnt="0"/>
      <dgm:spPr/>
    </dgm:pt>
    <dgm:pt modelId="{FA73C11A-8A25-4AE7-9054-7B7FC493C384}" type="pres">
      <dgm:prSet presAssocID="{7DDB554B-8C71-439B-ADEC-CFE5FA6BD961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24BB6C9F-6C46-4733-8ADE-29F56BEF3C77}" type="pres">
      <dgm:prSet presAssocID="{7DDB554B-8C71-439B-ADEC-CFE5FA6BD961}" presName="descendantText" presStyleLbl="alignAcc1" presStyleIdx="0" presStyleCnt="4">
        <dgm:presLayoutVars>
          <dgm:bulletEnabled val="1"/>
        </dgm:presLayoutVars>
      </dgm:prSet>
      <dgm:spPr/>
    </dgm:pt>
    <dgm:pt modelId="{9B9885AD-8184-4812-855C-EC9E66BE46B0}" type="pres">
      <dgm:prSet presAssocID="{F39CA86F-F86E-431B-ACEE-98A29835574B}" presName="sp" presStyleCnt="0"/>
      <dgm:spPr/>
    </dgm:pt>
    <dgm:pt modelId="{38C166E5-6C93-4872-82D6-8E74C17137F3}" type="pres">
      <dgm:prSet presAssocID="{7DE8A5C6-2423-4655-932D-9E24CD0CE093}" presName="composite" presStyleCnt="0"/>
      <dgm:spPr/>
    </dgm:pt>
    <dgm:pt modelId="{BBCA723A-648D-4744-91C4-FD98A9D33878}" type="pres">
      <dgm:prSet presAssocID="{7DE8A5C6-2423-4655-932D-9E24CD0CE093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D68ADC34-B0A9-4D7D-8C53-12D1529A2AC0}" type="pres">
      <dgm:prSet presAssocID="{7DE8A5C6-2423-4655-932D-9E24CD0CE093}" presName="descendantText" presStyleLbl="alignAcc1" presStyleIdx="1" presStyleCnt="4">
        <dgm:presLayoutVars>
          <dgm:bulletEnabled val="1"/>
        </dgm:presLayoutVars>
      </dgm:prSet>
      <dgm:spPr/>
    </dgm:pt>
    <dgm:pt modelId="{51874FD2-2B5A-470C-9FD3-FBB9DA1C053C}" type="pres">
      <dgm:prSet presAssocID="{3D8C891D-9F15-4B79-8D90-D42FCACC7F90}" presName="sp" presStyleCnt="0"/>
      <dgm:spPr/>
    </dgm:pt>
    <dgm:pt modelId="{9A901D58-BA20-4296-829F-95DCA3318583}" type="pres">
      <dgm:prSet presAssocID="{A3E48FF1-94E7-47A6-AF8D-940EF84C55A4}" presName="composite" presStyleCnt="0"/>
      <dgm:spPr/>
    </dgm:pt>
    <dgm:pt modelId="{6953BBAB-19CE-4827-A922-C898AD3624E3}" type="pres">
      <dgm:prSet presAssocID="{A3E48FF1-94E7-47A6-AF8D-940EF84C55A4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2EDD4C51-69CC-446E-B5D1-D5EFDCE38209}" type="pres">
      <dgm:prSet presAssocID="{A3E48FF1-94E7-47A6-AF8D-940EF84C55A4}" presName="descendantText" presStyleLbl="alignAcc1" presStyleIdx="2" presStyleCnt="4">
        <dgm:presLayoutVars>
          <dgm:bulletEnabled val="1"/>
        </dgm:presLayoutVars>
      </dgm:prSet>
      <dgm:spPr/>
    </dgm:pt>
    <dgm:pt modelId="{880A6A26-2EAE-4EEF-A3BC-D80AF855CEE3}" type="pres">
      <dgm:prSet presAssocID="{E48C5EFA-5445-477D-9439-3D294CC982A6}" presName="sp" presStyleCnt="0"/>
      <dgm:spPr/>
    </dgm:pt>
    <dgm:pt modelId="{5F14CA1D-7B92-43B6-A1E3-618D3BD77D6B}" type="pres">
      <dgm:prSet presAssocID="{9803B952-6796-4A30-A3C0-F429F40775B7}" presName="composite" presStyleCnt="0"/>
      <dgm:spPr/>
    </dgm:pt>
    <dgm:pt modelId="{1239C2D3-E4F5-470D-BD69-F4AF4C910245}" type="pres">
      <dgm:prSet presAssocID="{9803B952-6796-4A30-A3C0-F429F40775B7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EE0F0685-EB78-4A70-9B71-F22CD15E8A70}" type="pres">
      <dgm:prSet presAssocID="{9803B952-6796-4A30-A3C0-F429F40775B7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B8868E05-DC56-4E08-A8E7-FF061C63917A}" type="presOf" srcId="{7DDB554B-8C71-439B-ADEC-CFE5FA6BD961}" destId="{FA73C11A-8A25-4AE7-9054-7B7FC493C384}" srcOrd="0" destOrd="0" presId="urn:microsoft.com/office/officeart/2005/8/layout/chevron2"/>
    <dgm:cxn modelId="{3A0A9814-A570-4025-BCD1-FADFECB21F52}" srcId="{5C11B284-4F9C-4DAE-BA7E-260F9E4FCE77}" destId="{7DDB554B-8C71-439B-ADEC-CFE5FA6BD961}" srcOrd="0" destOrd="0" parTransId="{05D459BE-11AC-4053-B21A-F39A37CD3282}" sibTransId="{F39CA86F-F86E-431B-ACEE-98A29835574B}"/>
    <dgm:cxn modelId="{25426F20-76F7-4E3C-8897-E102D07C34E4}" type="presOf" srcId="{7DE8A5C6-2423-4655-932D-9E24CD0CE093}" destId="{BBCA723A-648D-4744-91C4-FD98A9D33878}" srcOrd="0" destOrd="0" presId="urn:microsoft.com/office/officeart/2005/8/layout/chevron2"/>
    <dgm:cxn modelId="{6D77A72D-66B7-409D-9071-7A8FD02B715C}" type="presOf" srcId="{A3E48FF1-94E7-47A6-AF8D-940EF84C55A4}" destId="{6953BBAB-19CE-4827-A922-C898AD3624E3}" srcOrd="0" destOrd="0" presId="urn:microsoft.com/office/officeart/2005/8/layout/chevron2"/>
    <dgm:cxn modelId="{CED9A633-52B4-44BF-B6C4-E52606433BD9}" type="presOf" srcId="{8D6F4EBF-664F-4825-A6B8-84728422EB3D}" destId="{D68ADC34-B0A9-4D7D-8C53-12D1529A2AC0}" srcOrd="0" destOrd="0" presId="urn:microsoft.com/office/officeart/2005/8/layout/chevron2"/>
    <dgm:cxn modelId="{1C49443C-5494-4D55-B7E1-43DDECDE9724}" type="presOf" srcId="{564C52A4-C5CE-4077-93F7-FFB8D414663B}" destId="{EE0F0685-EB78-4A70-9B71-F22CD15E8A70}" srcOrd="0" destOrd="1" presId="urn:microsoft.com/office/officeart/2005/8/layout/chevron2"/>
    <dgm:cxn modelId="{E32AB35E-6F33-4258-8837-1448099599FD}" type="presOf" srcId="{37FAB76F-1F04-4CF3-AC56-669F4030916C}" destId="{D68ADC34-B0A9-4D7D-8C53-12D1529A2AC0}" srcOrd="0" destOrd="1" presId="urn:microsoft.com/office/officeart/2005/8/layout/chevron2"/>
    <dgm:cxn modelId="{53DC8C45-53F1-4AA1-B7E8-0E22BF83F133}" srcId="{7DDB554B-8C71-439B-ADEC-CFE5FA6BD961}" destId="{4ACB2ECE-49FB-4CEA-9851-98B342939A33}" srcOrd="1" destOrd="0" parTransId="{5D8C98C0-DEFF-470D-B14B-DD3066E3544E}" sibTransId="{8ECFE21E-7C01-4D14-8841-530E759B9A32}"/>
    <dgm:cxn modelId="{23BACC75-80BD-49D1-841A-69E3BF797ED6}" srcId="{7DE8A5C6-2423-4655-932D-9E24CD0CE093}" destId="{37FAB76F-1F04-4CF3-AC56-669F4030916C}" srcOrd="1" destOrd="0" parTransId="{BA43AAEE-5420-4FC1-A630-6DAC716A93AF}" sibTransId="{46CD5CC2-5844-4CFD-8518-9F99CCBEF1DC}"/>
    <dgm:cxn modelId="{7FE5E779-0B7A-46A4-836F-09B5C06C403D}" type="presOf" srcId="{338BCA03-6FF9-42A5-A881-74A511059165}" destId="{EE0F0685-EB78-4A70-9B71-F22CD15E8A70}" srcOrd="0" destOrd="0" presId="urn:microsoft.com/office/officeart/2005/8/layout/chevron2"/>
    <dgm:cxn modelId="{CCBF6980-5E01-463A-BC6D-4A8FD8CC6FB4}" type="presOf" srcId="{5C11B284-4F9C-4DAE-BA7E-260F9E4FCE77}" destId="{B3CA9A94-EE1E-4EC6-9E3B-FA6B0435F9A2}" srcOrd="0" destOrd="0" presId="urn:microsoft.com/office/officeart/2005/8/layout/chevron2"/>
    <dgm:cxn modelId="{A042C385-B493-4392-BE62-A807F78C7F9B}" srcId="{5C11B284-4F9C-4DAE-BA7E-260F9E4FCE77}" destId="{7DE8A5C6-2423-4655-932D-9E24CD0CE093}" srcOrd="1" destOrd="0" parTransId="{D87CDDF2-44C9-4AE3-89DE-7AE1319CAE6C}" sibTransId="{3D8C891D-9F15-4B79-8D90-D42FCACC7F90}"/>
    <dgm:cxn modelId="{290D4796-D1FA-4E4A-BDE2-8EF19B0F5150}" srcId="{7DDB554B-8C71-439B-ADEC-CFE5FA6BD961}" destId="{E5FE82C4-FF44-4F61-B8D1-1359FD7123F3}" srcOrd="2" destOrd="0" parTransId="{89EA36F0-986D-4080-888D-B219A99A1F3B}" sibTransId="{C9EA71D4-F88E-41BA-BBFC-1AF1E196C857}"/>
    <dgm:cxn modelId="{C89EA298-9CB7-4302-BC6B-847BCCA4B6EF}" srcId="{9803B952-6796-4A30-A3C0-F429F40775B7}" destId="{564C52A4-C5CE-4077-93F7-FFB8D414663B}" srcOrd="1" destOrd="0" parTransId="{B3AEA969-D902-42E3-9E6B-B734331E9AB8}" sibTransId="{891FAAD8-3E1F-4A18-ADB5-204986507BB0}"/>
    <dgm:cxn modelId="{51AEA999-D63E-4F2B-9846-1989DD02673E}" srcId="{5C11B284-4F9C-4DAE-BA7E-260F9E4FCE77}" destId="{A3E48FF1-94E7-47A6-AF8D-940EF84C55A4}" srcOrd="2" destOrd="0" parTransId="{C6E99506-0EF9-4463-9057-1BD2B08E696C}" sibTransId="{E48C5EFA-5445-477D-9439-3D294CC982A6}"/>
    <dgm:cxn modelId="{AF2C629E-FC2D-4CCB-AC0B-F9B0797D1546}" type="presOf" srcId="{9803B952-6796-4A30-A3C0-F429F40775B7}" destId="{1239C2D3-E4F5-470D-BD69-F4AF4C910245}" srcOrd="0" destOrd="0" presId="urn:microsoft.com/office/officeart/2005/8/layout/chevron2"/>
    <dgm:cxn modelId="{A23D48C1-0208-4E14-8F48-C19333E1298E}" srcId="{9803B952-6796-4A30-A3C0-F429F40775B7}" destId="{338BCA03-6FF9-42A5-A881-74A511059165}" srcOrd="0" destOrd="0" parTransId="{3B00CC18-8189-48BF-9E2F-4608A361BCBB}" sibTransId="{B99102AC-AC35-4198-9A10-6CC145E5A605}"/>
    <dgm:cxn modelId="{746C13D9-4C77-4608-B6BA-8BF418ACBF2A}" srcId="{7DE8A5C6-2423-4655-932D-9E24CD0CE093}" destId="{8D6F4EBF-664F-4825-A6B8-84728422EB3D}" srcOrd="0" destOrd="0" parTransId="{E54C834B-F892-4AE4-82C0-0EF30F2C2BE8}" sibTransId="{38B1384B-4A7E-409C-AD96-EE6CDBB6BD12}"/>
    <dgm:cxn modelId="{F51395DB-52D3-45CF-8FF6-91F718D8268B}" srcId="{5C11B284-4F9C-4DAE-BA7E-260F9E4FCE77}" destId="{9803B952-6796-4A30-A3C0-F429F40775B7}" srcOrd="3" destOrd="0" parTransId="{C113A374-2A32-4540-8CDB-A1E2EF4069C3}" sibTransId="{FAE25D13-134D-4408-87F7-708ACDC01BE1}"/>
    <dgm:cxn modelId="{101D0DE7-7A28-4DA5-9892-B5586D4EED46}" type="presOf" srcId="{FBF47274-5164-48DC-8BDB-34EB1079E98E}" destId="{24BB6C9F-6C46-4733-8ADE-29F56BEF3C77}" srcOrd="0" destOrd="0" presId="urn:microsoft.com/office/officeart/2005/8/layout/chevron2"/>
    <dgm:cxn modelId="{90C40BF4-9EED-4FA8-97BB-D222A5DF65E5}" type="presOf" srcId="{4ACB2ECE-49FB-4CEA-9851-98B342939A33}" destId="{24BB6C9F-6C46-4733-8ADE-29F56BEF3C77}" srcOrd="0" destOrd="1" presId="urn:microsoft.com/office/officeart/2005/8/layout/chevron2"/>
    <dgm:cxn modelId="{AA7B78F8-CB84-4649-91E1-5AED0E7B757B}" srcId="{7DDB554B-8C71-439B-ADEC-CFE5FA6BD961}" destId="{FBF47274-5164-48DC-8BDB-34EB1079E98E}" srcOrd="0" destOrd="0" parTransId="{EDA53BFF-37E6-4A61-ADF0-8C30974A2E17}" sibTransId="{3F8F1398-214F-42B2-A965-615416A1BA5B}"/>
    <dgm:cxn modelId="{ABBE7CFF-530E-4968-ADFB-C8E49B7A5592}" type="presOf" srcId="{E5FE82C4-FF44-4F61-B8D1-1359FD7123F3}" destId="{24BB6C9F-6C46-4733-8ADE-29F56BEF3C77}" srcOrd="0" destOrd="2" presId="urn:microsoft.com/office/officeart/2005/8/layout/chevron2"/>
    <dgm:cxn modelId="{0F14455E-B139-45A7-A4E9-6D544154AB52}" type="presParOf" srcId="{B3CA9A94-EE1E-4EC6-9E3B-FA6B0435F9A2}" destId="{75945F37-8633-455D-B1CB-62E1900293FF}" srcOrd="0" destOrd="0" presId="urn:microsoft.com/office/officeart/2005/8/layout/chevron2"/>
    <dgm:cxn modelId="{108A7D7A-4D45-4374-80AE-202D0DF32D36}" type="presParOf" srcId="{75945F37-8633-455D-B1CB-62E1900293FF}" destId="{FA73C11A-8A25-4AE7-9054-7B7FC493C384}" srcOrd="0" destOrd="0" presId="urn:microsoft.com/office/officeart/2005/8/layout/chevron2"/>
    <dgm:cxn modelId="{F3A6CF8B-7DF9-4218-B596-5E643A6DBC8E}" type="presParOf" srcId="{75945F37-8633-455D-B1CB-62E1900293FF}" destId="{24BB6C9F-6C46-4733-8ADE-29F56BEF3C77}" srcOrd="1" destOrd="0" presId="urn:microsoft.com/office/officeart/2005/8/layout/chevron2"/>
    <dgm:cxn modelId="{53B8790E-170F-41FA-97CC-6562BBDFC44F}" type="presParOf" srcId="{B3CA9A94-EE1E-4EC6-9E3B-FA6B0435F9A2}" destId="{9B9885AD-8184-4812-855C-EC9E66BE46B0}" srcOrd="1" destOrd="0" presId="urn:microsoft.com/office/officeart/2005/8/layout/chevron2"/>
    <dgm:cxn modelId="{46D26BB5-B749-4BB1-934A-A52069C34AEE}" type="presParOf" srcId="{B3CA9A94-EE1E-4EC6-9E3B-FA6B0435F9A2}" destId="{38C166E5-6C93-4872-82D6-8E74C17137F3}" srcOrd="2" destOrd="0" presId="urn:microsoft.com/office/officeart/2005/8/layout/chevron2"/>
    <dgm:cxn modelId="{C0A418DF-40CD-424B-8F5B-9E4A0C6D35EE}" type="presParOf" srcId="{38C166E5-6C93-4872-82D6-8E74C17137F3}" destId="{BBCA723A-648D-4744-91C4-FD98A9D33878}" srcOrd="0" destOrd="0" presId="urn:microsoft.com/office/officeart/2005/8/layout/chevron2"/>
    <dgm:cxn modelId="{88C29D16-1967-4AE7-8146-B27D22C572F4}" type="presParOf" srcId="{38C166E5-6C93-4872-82D6-8E74C17137F3}" destId="{D68ADC34-B0A9-4D7D-8C53-12D1529A2AC0}" srcOrd="1" destOrd="0" presId="urn:microsoft.com/office/officeart/2005/8/layout/chevron2"/>
    <dgm:cxn modelId="{9476EB09-E40E-47B5-A7F8-763853787C7C}" type="presParOf" srcId="{B3CA9A94-EE1E-4EC6-9E3B-FA6B0435F9A2}" destId="{51874FD2-2B5A-470C-9FD3-FBB9DA1C053C}" srcOrd="3" destOrd="0" presId="urn:microsoft.com/office/officeart/2005/8/layout/chevron2"/>
    <dgm:cxn modelId="{79A89F0E-B9CD-4BF1-A656-5018D6255FB2}" type="presParOf" srcId="{B3CA9A94-EE1E-4EC6-9E3B-FA6B0435F9A2}" destId="{9A901D58-BA20-4296-829F-95DCA3318583}" srcOrd="4" destOrd="0" presId="urn:microsoft.com/office/officeart/2005/8/layout/chevron2"/>
    <dgm:cxn modelId="{6267DB9E-7737-44F4-8361-AF205EDA2320}" type="presParOf" srcId="{9A901D58-BA20-4296-829F-95DCA3318583}" destId="{6953BBAB-19CE-4827-A922-C898AD3624E3}" srcOrd="0" destOrd="0" presId="urn:microsoft.com/office/officeart/2005/8/layout/chevron2"/>
    <dgm:cxn modelId="{5B8A74D4-3384-4B70-B2B4-C2A7D59F908F}" type="presParOf" srcId="{9A901D58-BA20-4296-829F-95DCA3318583}" destId="{2EDD4C51-69CC-446E-B5D1-D5EFDCE38209}" srcOrd="1" destOrd="0" presId="urn:microsoft.com/office/officeart/2005/8/layout/chevron2"/>
    <dgm:cxn modelId="{0DCAAEAC-D0A4-4114-9055-6529E20256CA}" type="presParOf" srcId="{B3CA9A94-EE1E-4EC6-9E3B-FA6B0435F9A2}" destId="{880A6A26-2EAE-4EEF-A3BC-D80AF855CEE3}" srcOrd="5" destOrd="0" presId="urn:microsoft.com/office/officeart/2005/8/layout/chevron2"/>
    <dgm:cxn modelId="{559B47AE-2783-406D-949E-8789BC646009}" type="presParOf" srcId="{B3CA9A94-EE1E-4EC6-9E3B-FA6B0435F9A2}" destId="{5F14CA1D-7B92-43B6-A1E3-618D3BD77D6B}" srcOrd="6" destOrd="0" presId="urn:microsoft.com/office/officeart/2005/8/layout/chevron2"/>
    <dgm:cxn modelId="{806A6376-6529-413E-9D22-07F3124CA099}" type="presParOf" srcId="{5F14CA1D-7B92-43B6-A1E3-618D3BD77D6B}" destId="{1239C2D3-E4F5-470D-BD69-F4AF4C910245}" srcOrd="0" destOrd="0" presId="urn:microsoft.com/office/officeart/2005/8/layout/chevron2"/>
    <dgm:cxn modelId="{0ECA94B6-BC2A-4EF6-A328-10632BEFBB0B}" type="presParOf" srcId="{5F14CA1D-7B92-43B6-A1E3-618D3BD77D6B}" destId="{EE0F0685-EB78-4A70-9B71-F22CD15E8A70}" srcOrd="1" destOrd="0" presId="urn:microsoft.com/office/officeart/2005/8/layout/chevron2"/>
  </dgm:cxnLst>
  <dgm:bg>
    <a:solidFill>
      <a:schemeClr val="bg2">
        <a:lumMod val="90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2B420-5222-0AAC-BB8F-5FC2D06B1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44A919-608D-18B0-BFD4-A9D84CF45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27625-562A-4842-836B-DCA29A222EC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31A795-72A8-80EC-FFE1-2E1469244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E7BBB-9E1A-E95F-D934-43D5E434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DC522-B26E-4141-954E-736E903DA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71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261132-201A-D330-17B4-B994F9CF3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779AB-FA81-4442-2306-0D1847BA0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63EEB-7A99-66D1-5257-929A4F6837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227625-562A-4842-836B-DCA29A222EC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A6292-8C92-C18E-3BA1-633219FE11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D75C4-6A88-1295-1BE8-EA5E62CF8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FDC522-B26E-4141-954E-736E903DA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642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21B1AA9-3628-0D73-0FC7-DD46E01B93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2626897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2819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16x9minimal.potx" id="{A415893C-EE1F-4BAF-A288-47C0D1D9E29D}" vid="{41F76D42-8520-4C2A-9CBB-88C547746B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16x9minimal</Template>
  <TotalTime>0</TotalTime>
  <Words>11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Regina Henschel</dc:creator>
  <cp:lastModifiedBy>Regina Henschel</cp:lastModifiedBy>
  <cp:revision>68</cp:revision>
  <dcterms:created xsi:type="dcterms:W3CDTF">2026-05-16T09:08:04Z</dcterms:created>
  <dcterms:modified xsi:type="dcterms:W3CDTF">2026-05-16T10:43:20Z</dcterms:modified>
</cp:coreProperties>
</file>