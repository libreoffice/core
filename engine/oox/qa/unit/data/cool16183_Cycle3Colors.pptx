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</p:sldIdLst>
  <p:sldSz cx="8640763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1" autoAdjust="0"/>
    <p:restoredTop sz="94660"/>
  </p:normalViewPr>
  <p:slideViewPr>
    <p:cSldViewPr snapToGrid="0">
      <p:cViewPr varScale="1">
        <p:scale>
          <a:sx n="87" d="100"/>
          <a:sy n="87" d="100"/>
        </p:scale>
        <p:origin x="11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regina.henschel.me/cycle/three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cycle">
      <a:schemeClr val="accent5"/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6C3F18-BCA8-47D5-BD17-0623A5059B6E}" type="doc">
      <dgm:prSet loTypeId="urn:diagramsRegina.me/type/FullCircleRotate" loCatId="other" qsTypeId="urn:microsoft.com/office/officeart/2005/8/quickstyle/simple1#1" qsCatId="simple" csTypeId="urn:regina.henschel.me/cycle/three" csCatId="colorful" phldr="1"/>
      <dgm:spPr/>
      <dgm:t>
        <a:bodyPr/>
        <a:lstStyle/>
        <a:p>
          <a:endParaRPr lang="en-US"/>
        </a:p>
      </dgm:t>
    </dgm:pt>
    <dgm:pt modelId="{999FE736-287A-44FB-BB48-0CF18A3B4459}">
      <dgm:prSet phldrT="[Text]" phldr="0"/>
      <dgm:spPr/>
      <dgm:t>
        <a:bodyPr/>
        <a:lstStyle/>
        <a:p>
          <a:r>
            <a:rPr lang="en-US">
              <a:solidFill>
                <a:schemeClr val="tx2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rPr>
            <a:t>R</a:t>
          </a:r>
          <a:endParaRPr lang="en-US" dirty="0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B474476E-557D-4B8A-88E7-A3C28A109026}" type="parTrans" cxnId="{173C93EA-6557-4388-83E6-B1A4F8B9EB39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3AD7D683-CB01-433E-BC1D-8C5AE6C5BDBE}" type="sibTrans" cxnId="{173C93EA-6557-4388-83E6-B1A4F8B9EB39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839AB54C-E5D0-479E-964D-DD0424A9C725}">
      <dgm:prSet phldrT="[Text]" phldr="0"/>
      <dgm:spPr/>
      <dgm:t>
        <a:bodyPr/>
        <a:lstStyle/>
        <a:p>
          <a:r>
            <a:rPr lang="en-US">
              <a:solidFill>
                <a:schemeClr val="tx2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rPr>
            <a:t>P</a:t>
          </a:r>
          <a:endParaRPr lang="en-US" dirty="0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B13517E2-1812-4CD1-A624-9CCF5006966C}" type="parTrans" cxnId="{7862B329-AFA4-4628-A1F2-08DAD6DB634E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BDA875B9-C870-4F29-8BD2-A31534E7B810}" type="sibTrans" cxnId="{7862B329-AFA4-4628-A1F2-08DAD6DB634E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77697450-7C14-4618-9504-21D3FAB53CCB}">
      <dgm:prSet phldrT="[Text]" phldr="0"/>
      <dgm:spPr/>
      <dgm:t>
        <a:bodyPr/>
        <a:lstStyle/>
        <a:p>
          <a:r>
            <a:rPr lang="en-US">
              <a:solidFill>
                <a:schemeClr val="tx2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rPr>
            <a:t>Y</a:t>
          </a:r>
          <a:endParaRPr lang="en-US" dirty="0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14FD468B-FC1A-4F66-953A-64F3221E3D54}" type="parTrans" cxnId="{AE9FAC12-4537-4C84-BEBA-ECF804F0642E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0320CD55-0CE1-488E-8E98-3C75672810BA}" type="sibTrans" cxnId="{AE9FAC12-4537-4C84-BEBA-ECF804F0642E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3F1F36FE-F964-444E-82FC-BBB98EAC583B}">
      <dgm:prSet phldrT="[Text]" phldr="0"/>
      <dgm:spPr/>
      <dgm:t>
        <a:bodyPr/>
        <a:lstStyle/>
        <a:p>
          <a:r>
            <a:rPr lang="en-US" dirty="0">
              <a:solidFill>
                <a:schemeClr val="tx2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rPr>
            <a:t>☼</a:t>
          </a:r>
        </a:p>
      </dgm:t>
    </dgm:pt>
    <dgm:pt modelId="{55C3B0ED-FD9C-4A85-80AB-43B7DD76CEA4}" type="parTrans" cxnId="{39C6D2FF-E977-4672-98E3-1F66DFF6969D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C7DF121E-4002-4444-AA32-C828DA2D79A5}" type="sibTrans" cxnId="{39C6D2FF-E977-4672-98E3-1F66DFF6969D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C9F28934-4188-41E2-8C53-E86635CD89B9}">
      <dgm:prSet phldrT="[Text]" phldr="0"/>
      <dgm:spPr/>
      <dgm:t>
        <a:bodyPr/>
        <a:lstStyle/>
        <a:p>
          <a:r>
            <a:rPr lang="en-US">
              <a:solidFill>
                <a:schemeClr val="tx2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rPr>
            <a:t>H</a:t>
          </a:r>
          <a:endParaRPr lang="en-US" dirty="0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B67E146C-B686-4364-BED0-0173DE8D5D04}" type="parTrans" cxnId="{570C4D3D-8FD8-49BC-88CE-054E75CA6CE9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94327496-3787-4F3B-B62E-37CBD40A5EB8}" type="sibTrans" cxnId="{570C4D3D-8FD8-49BC-88CE-054E75CA6CE9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24E218A5-3EFF-4DD0-93EE-1FC4DF285360}">
      <dgm:prSet phldrT="[Text]" phldr="0"/>
      <dgm:spPr/>
      <dgm:t>
        <a:bodyPr/>
        <a:lstStyle/>
        <a:p>
          <a:r>
            <a:rPr lang="en-US">
              <a:solidFill>
                <a:schemeClr val="tx2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rPr>
            <a:t>A</a:t>
          </a:r>
          <a:endParaRPr lang="en-US" dirty="0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4746E348-0107-4879-A52A-DDD52029C7CF}" type="parTrans" cxnId="{31718D91-4E4F-45F1-A5B5-AE17B0B432C2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C96B929D-684C-4D23-8492-2A6C1AF1F19A}" type="sibTrans" cxnId="{31718D91-4E4F-45F1-A5B5-AE17B0B432C2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A920668E-0E09-44FF-A113-62F51CA50E6F}">
      <dgm:prSet phldrT="[Text]" phldr="0"/>
      <dgm:spPr/>
      <dgm:t>
        <a:bodyPr/>
        <a:lstStyle/>
        <a:p>
          <a:r>
            <a:rPr lang="en-US">
              <a:solidFill>
                <a:schemeClr val="tx2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rPr>
            <a:t>P</a:t>
          </a:r>
          <a:endParaRPr lang="en-US" dirty="0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0FE6A98E-4439-4F3B-AE0D-E716381A2B87}" type="parTrans" cxnId="{830C3E7C-9185-4138-A8E7-74054CCFDC3F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E3A6FA06-D2A0-4333-9149-2C36BD8DE5D3}" type="sibTrans" cxnId="{830C3E7C-9185-4138-A8E7-74054CCFDC3F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DFDD0B66-DC90-49C1-BE1E-167891530386}">
      <dgm:prSet phldrT="[Text]" phldr="0"/>
      <dgm:spPr/>
      <dgm:t>
        <a:bodyPr/>
        <a:lstStyle/>
        <a:p>
          <a:r>
            <a:rPr lang="en-US">
              <a:solidFill>
                <a:schemeClr val="tx2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rPr>
            <a:t>Y</a:t>
          </a:r>
          <a:endParaRPr lang="en-US" dirty="0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850B6B94-449F-4056-8343-BF57D07614C9}" type="parTrans" cxnId="{9552BD06-5304-4D48-9BA8-67CA6C53613C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6A2210EA-51CB-4DA7-98C4-7177C1BE051D}" type="sibTrans" cxnId="{9552BD06-5304-4D48-9BA8-67CA6C53613C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8964DBAD-EE7E-4D74-89E5-630B3D1AD4E0}">
      <dgm:prSet phldrT="[Text]" phldr="0"/>
      <dgm:spPr/>
      <dgm:t>
        <a:bodyPr/>
        <a:lstStyle/>
        <a:p>
          <a:r>
            <a:rPr lang="en-US" dirty="0">
              <a:solidFill>
                <a:schemeClr val="tx2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rPr>
            <a:t>☼</a:t>
          </a:r>
        </a:p>
      </dgm:t>
    </dgm:pt>
    <dgm:pt modelId="{8468E4A4-41D5-4AD9-B935-649A49EC9AFE}" type="parTrans" cxnId="{B7810279-FE6E-47ED-98DC-60F5E47BC469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19E2B045-1D32-4D1E-9FF1-43404EA1CBA4}" type="sibTrans" cxnId="{B7810279-FE6E-47ED-98DC-60F5E47BC469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86B1EE03-056C-412A-95FA-8281D35B76AD}">
      <dgm:prSet phldrT="[Text]" phldr="0"/>
      <dgm:spPr/>
      <dgm:t>
        <a:bodyPr/>
        <a:lstStyle/>
        <a:p>
          <a:r>
            <a:rPr lang="en-US">
              <a:solidFill>
                <a:schemeClr val="tx2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rPr>
            <a:t>N</a:t>
          </a:r>
          <a:endParaRPr lang="en-US" dirty="0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94381BB7-E5B7-45C8-9126-A35D598CA15A}" type="parTrans" cxnId="{2A0A13DE-F62D-44B6-ABB0-8EC3C284787D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BD6187C6-ECC9-49BF-A772-6691C9FB3C8B}" type="sibTrans" cxnId="{2A0A13DE-F62D-44B6-ABB0-8EC3C284787D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26DC4F11-EDDF-4156-BB05-85ED17598EC6}">
      <dgm:prSet phldrT="[Text]" phldr="0"/>
      <dgm:spPr/>
      <dgm:t>
        <a:bodyPr/>
        <a:lstStyle/>
        <a:p>
          <a:r>
            <a:rPr lang="en-US" dirty="0">
              <a:solidFill>
                <a:schemeClr val="tx2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rPr>
            <a:t>E</a:t>
          </a:r>
        </a:p>
      </dgm:t>
    </dgm:pt>
    <dgm:pt modelId="{BC0741ED-2B14-4623-BF7C-8640DBDD3BA9}" type="parTrans" cxnId="{C4679CD0-0022-489C-B57E-4E5F3CB321D2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207698BF-D7AA-4BCC-942C-4849587C586F}" type="sibTrans" cxnId="{C4679CD0-0022-489C-B57E-4E5F3CB321D2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15E952DF-98B2-42B0-9F16-3C1B872BC519}">
      <dgm:prSet phldrT="[Text]" phldr="0"/>
      <dgm:spPr/>
      <dgm:t>
        <a:bodyPr/>
        <a:lstStyle/>
        <a:p>
          <a:r>
            <a:rPr lang="en-US">
              <a:solidFill>
                <a:schemeClr val="tx2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rPr>
            <a:t>W</a:t>
          </a:r>
          <a:endParaRPr lang="en-US" dirty="0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57897F69-8C1F-4DCF-AC8B-32FC770462D0}" type="parTrans" cxnId="{8F2C7E78-83FF-44E9-A7C0-075678355685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1A78229A-EEE5-4731-AA43-2F00BB849F00}" type="sibTrans" cxnId="{8F2C7E78-83FF-44E9-A7C0-075678355685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140CF1A5-5CE9-4BE0-B39B-1739AC9B8488}">
      <dgm:prSet phldrT="[Text]" phldr="0"/>
      <dgm:spPr/>
      <dgm:t>
        <a:bodyPr/>
        <a:lstStyle/>
        <a:p>
          <a:r>
            <a:rPr lang="en-US" dirty="0">
              <a:solidFill>
                <a:schemeClr val="tx2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rPr>
            <a:t>☼</a:t>
          </a:r>
        </a:p>
      </dgm:t>
    </dgm:pt>
    <dgm:pt modelId="{5964AE79-D073-4B82-811C-75B7ED24AA42}" type="parTrans" cxnId="{22F554A6-9C71-4E93-8794-7F4C7AA776FE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30B581DD-14B2-48EB-88F8-6B3AE3329296}" type="sibTrans" cxnId="{22F554A6-9C71-4E93-8794-7F4C7AA776FE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951A5BE0-F83E-4366-A56D-6161D6F6F3DD}">
      <dgm:prSet phldrT="[Text]" phldr="0"/>
      <dgm:spPr/>
      <dgm:t>
        <a:bodyPr/>
        <a:lstStyle/>
        <a:p>
          <a:r>
            <a:rPr lang="en-US">
              <a:solidFill>
                <a:schemeClr val="tx2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rPr>
            <a:t>E</a:t>
          </a:r>
          <a:endParaRPr lang="en-US" dirty="0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DC3E480B-38FD-429F-97B0-0064F1D62998}" type="parTrans" cxnId="{7EDD5928-E7BD-4DF0-8848-025AF18311B0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E3F5ED21-3E3F-4EA6-8D3E-BB99992F9F59}" type="sibTrans" cxnId="{7EDD5928-E7BD-4DF0-8848-025AF18311B0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6DF16E43-E81D-4C38-A17F-D9032427EBCF}">
      <dgm:prSet/>
      <dgm:spPr/>
      <dgm:t>
        <a:bodyPr/>
        <a:lstStyle/>
        <a:p>
          <a:r>
            <a:rPr lang="en-US">
              <a:solidFill>
                <a:schemeClr val="tx2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rPr>
            <a:t>A</a:t>
          </a:r>
          <a:endParaRPr lang="en-US" dirty="0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CE0F9ACD-2508-4905-851C-C4592F121031}" type="parTrans" cxnId="{C9BC16E7-B0F2-48FE-A51D-2F5B0BF31DE4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F0A8556F-7077-400C-AA2A-143422F31A7D}" type="sibTrans" cxnId="{C9BC16E7-B0F2-48FE-A51D-2F5B0BF31DE4}">
      <dgm:prSet/>
      <dgm:spPr/>
      <dgm:t>
        <a:bodyPr/>
        <a:lstStyle/>
        <a:p>
          <a:endParaRPr lang="en-US">
            <a:solidFill>
              <a:schemeClr val="tx2"/>
            </a:solidFill>
            <a:latin typeface="Liberation Sans" panose="020B0604020202020204" pitchFamily="34" charset="0"/>
            <a:ea typeface="Liberation Sans" panose="020B0604020202020204" pitchFamily="34" charset="0"/>
            <a:cs typeface="Liberation Sans" panose="020B0604020202020204" pitchFamily="34" charset="0"/>
          </a:endParaRPr>
        </a:p>
      </dgm:t>
    </dgm:pt>
    <dgm:pt modelId="{EFA3F51A-3732-492B-A9C3-AE534D7D76E9}" type="pres">
      <dgm:prSet presAssocID="{B16C3F18-BCA8-47D5-BD17-0623A5059B6E}" presName="Name0" presStyleCnt="0">
        <dgm:presLayoutVars>
          <dgm:dir/>
          <dgm:resizeHandles val="exact"/>
        </dgm:presLayoutVars>
      </dgm:prSet>
      <dgm:spPr/>
    </dgm:pt>
    <dgm:pt modelId="{4CC57D35-163A-4AD1-BFE7-C3772BD798C1}" type="pres">
      <dgm:prSet presAssocID="{3F1F36FE-F964-444E-82FC-BBB98EAC583B}" presName="twoplus" presStyleLbl="node1" presStyleIdx="0" presStyleCnt="15">
        <dgm:presLayoutVars>
          <dgm:bulletEnabled val="1"/>
        </dgm:presLayoutVars>
      </dgm:prSet>
      <dgm:spPr/>
    </dgm:pt>
    <dgm:pt modelId="{DCF394C2-0C0B-4509-9BD9-99D657405775}" type="pres">
      <dgm:prSet presAssocID="{C9F28934-4188-41E2-8C53-E86635CD89B9}" presName="twoplus" presStyleLbl="node1" presStyleIdx="1" presStyleCnt="15">
        <dgm:presLayoutVars>
          <dgm:bulletEnabled val="1"/>
        </dgm:presLayoutVars>
      </dgm:prSet>
      <dgm:spPr/>
    </dgm:pt>
    <dgm:pt modelId="{E3DEBAF1-3E08-4D27-94FB-3CB221BA7F50}" type="pres">
      <dgm:prSet presAssocID="{24E218A5-3EFF-4DD0-93EE-1FC4DF285360}" presName="twoplus" presStyleLbl="node1" presStyleIdx="2" presStyleCnt="15">
        <dgm:presLayoutVars>
          <dgm:bulletEnabled val="1"/>
        </dgm:presLayoutVars>
      </dgm:prSet>
      <dgm:spPr/>
    </dgm:pt>
    <dgm:pt modelId="{D868FD9C-A1F0-46DC-94AD-1578C753F060}" type="pres">
      <dgm:prSet presAssocID="{A920668E-0E09-44FF-A113-62F51CA50E6F}" presName="twoplus" presStyleLbl="node1" presStyleIdx="3" presStyleCnt="15">
        <dgm:presLayoutVars>
          <dgm:bulletEnabled val="1"/>
        </dgm:presLayoutVars>
      </dgm:prSet>
      <dgm:spPr/>
    </dgm:pt>
    <dgm:pt modelId="{FC6F1FA8-275D-4979-B502-86937EA88808}" type="pres">
      <dgm:prSet presAssocID="{839AB54C-E5D0-479E-964D-DD0424A9C725}" presName="twoplus" presStyleLbl="node1" presStyleIdx="4" presStyleCnt="15">
        <dgm:presLayoutVars>
          <dgm:bulletEnabled val="1"/>
        </dgm:presLayoutVars>
      </dgm:prSet>
      <dgm:spPr/>
    </dgm:pt>
    <dgm:pt modelId="{8360AC87-E51E-43CD-A20C-43EB64278938}" type="pres">
      <dgm:prSet presAssocID="{DFDD0B66-DC90-49C1-BE1E-167891530386}" presName="twoplus" presStyleLbl="node1" presStyleIdx="5" presStyleCnt="15">
        <dgm:presLayoutVars>
          <dgm:bulletEnabled val="1"/>
        </dgm:presLayoutVars>
      </dgm:prSet>
      <dgm:spPr/>
    </dgm:pt>
    <dgm:pt modelId="{A26AC8CC-9B1E-4518-AFB3-D2942792BD6F}" type="pres">
      <dgm:prSet presAssocID="{8964DBAD-EE7E-4D74-89E5-630B3D1AD4E0}" presName="twoplus" presStyleLbl="node1" presStyleIdx="6" presStyleCnt="15">
        <dgm:presLayoutVars>
          <dgm:bulletEnabled val="1"/>
        </dgm:presLayoutVars>
      </dgm:prSet>
      <dgm:spPr/>
    </dgm:pt>
    <dgm:pt modelId="{41CE020A-435E-482C-A1FB-52AB68163A26}" type="pres">
      <dgm:prSet presAssocID="{86B1EE03-056C-412A-95FA-8281D35B76AD}" presName="twoplus" presStyleLbl="node1" presStyleIdx="7" presStyleCnt="15">
        <dgm:presLayoutVars>
          <dgm:bulletEnabled val="1"/>
        </dgm:presLayoutVars>
      </dgm:prSet>
      <dgm:spPr/>
    </dgm:pt>
    <dgm:pt modelId="{1A2EB9F9-08D6-4C9F-B209-BC16392A9EDE}" type="pres">
      <dgm:prSet presAssocID="{26DC4F11-EDDF-4156-BB05-85ED17598EC6}" presName="twoplus" presStyleLbl="node1" presStyleIdx="8" presStyleCnt="15">
        <dgm:presLayoutVars>
          <dgm:bulletEnabled val="1"/>
        </dgm:presLayoutVars>
      </dgm:prSet>
      <dgm:spPr/>
    </dgm:pt>
    <dgm:pt modelId="{A013945E-1E69-4A8B-84BA-825B77910743}" type="pres">
      <dgm:prSet presAssocID="{15E952DF-98B2-42B0-9F16-3C1B872BC519}" presName="twoplus" presStyleLbl="node1" presStyleIdx="9" presStyleCnt="15">
        <dgm:presLayoutVars>
          <dgm:bulletEnabled val="1"/>
        </dgm:presLayoutVars>
      </dgm:prSet>
      <dgm:spPr/>
    </dgm:pt>
    <dgm:pt modelId="{528CE345-9D69-4BCC-B0A9-6C34BBADCB00}" type="pres">
      <dgm:prSet presAssocID="{140CF1A5-5CE9-4BE0-B39B-1739AC9B8488}" presName="twoplus" presStyleLbl="node1" presStyleIdx="10" presStyleCnt="15">
        <dgm:presLayoutVars>
          <dgm:bulletEnabled val="1"/>
        </dgm:presLayoutVars>
      </dgm:prSet>
      <dgm:spPr/>
    </dgm:pt>
    <dgm:pt modelId="{D6DCDE9E-0C16-4F26-9DA3-1E05A6F037A5}" type="pres">
      <dgm:prSet presAssocID="{77697450-7C14-4618-9504-21D3FAB53CCB}" presName="twoplus" presStyleLbl="node1" presStyleIdx="11" presStyleCnt="15">
        <dgm:presLayoutVars>
          <dgm:bulletEnabled val="1"/>
        </dgm:presLayoutVars>
      </dgm:prSet>
      <dgm:spPr/>
    </dgm:pt>
    <dgm:pt modelId="{FD1E6E5E-B4FE-4CB0-A15B-C38D796F9172}" type="pres">
      <dgm:prSet presAssocID="{951A5BE0-F83E-4366-A56D-6161D6F6F3DD}" presName="twoplus" presStyleLbl="node1" presStyleIdx="12" presStyleCnt="15">
        <dgm:presLayoutVars>
          <dgm:bulletEnabled val="1"/>
        </dgm:presLayoutVars>
      </dgm:prSet>
      <dgm:spPr/>
    </dgm:pt>
    <dgm:pt modelId="{EEB28003-A5AA-4B03-B55D-61AB2685C874}" type="pres">
      <dgm:prSet presAssocID="{6DF16E43-E81D-4C38-A17F-D9032427EBCF}" presName="twoplus" presStyleLbl="node1" presStyleIdx="13" presStyleCnt="15">
        <dgm:presLayoutVars>
          <dgm:bulletEnabled val="1"/>
        </dgm:presLayoutVars>
      </dgm:prSet>
      <dgm:spPr/>
    </dgm:pt>
    <dgm:pt modelId="{47EBB2FC-551E-4225-9F6B-426F3800D4C0}" type="pres">
      <dgm:prSet presAssocID="{999FE736-287A-44FB-BB48-0CF18A3B4459}" presName="twoplus" presStyleLbl="node1" presStyleIdx="14" presStyleCnt="15">
        <dgm:presLayoutVars>
          <dgm:bulletEnabled val="1"/>
        </dgm:presLayoutVars>
      </dgm:prSet>
      <dgm:spPr/>
    </dgm:pt>
  </dgm:ptLst>
  <dgm:cxnLst>
    <dgm:cxn modelId="{9552BD06-5304-4D48-9BA8-67CA6C53613C}" srcId="{B16C3F18-BCA8-47D5-BD17-0623A5059B6E}" destId="{DFDD0B66-DC90-49C1-BE1E-167891530386}" srcOrd="5" destOrd="0" parTransId="{850B6B94-449F-4056-8343-BF57D07614C9}" sibTransId="{6A2210EA-51CB-4DA7-98C4-7177C1BE051D}"/>
    <dgm:cxn modelId="{A01BE007-08F7-42BE-AF08-AAA3728374AA}" type="presOf" srcId="{140CF1A5-5CE9-4BE0-B39B-1739AC9B8488}" destId="{528CE345-9D69-4BCC-B0A9-6C34BBADCB00}" srcOrd="0" destOrd="0" presId="urn:diagramsRegina.me/type/FullCircleRotate"/>
    <dgm:cxn modelId="{4558660B-48D7-456C-9D05-B6E2E9A185E8}" type="presOf" srcId="{A920668E-0E09-44FF-A113-62F51CA50E6F}" destId="{D868FD9C-A1F0-46DC-94AD-1578C753F060}" srcOrd="0" destOrd="0" presId="urn:diagramsRegina.me/type/FullCircleRotate"/>
    <dgm:cxn modelId="{13F3F20B-6900-4CFD-8102-DBCB05DA6560}" type="presOf" srcId="{839AB54C-E5D0-479E-964D-DD0424A9C725}" destId="{FC6F1FA8-275D-4979-B502-86937EA88808}" srcOrd="0" destOrd="0" presId="urn:diagramsRegina.me/type/FullCircleRotate"/>
    <dgm:cxn modelId="{AE9FAC12-4537-4C84-BEBA-ECF804F0642E}" srcId="{B16C3F18-BCA8-47D5-BD17-0623A5059B6E}" destId="{77697450-7C14-4618-9504-21D3FAB53CCB}" srcOrd="11" destOrd="0" parTransId="{14FD468B-FC1A-4F66-953A-64F3221E3D54}" sibTransId="{0320CD55-0CE1-488E-8E98-3C75672810BA}"/>
    <dgm:cxn modelId="{CE1ED31D-5DE4-4062-8C85-D9339E28879F}" type="presOf" srcId="{DFDD0B66-DC90-49C1-BE1E-167891530386}" destId="{8360AC87-E51E-43CD-A20C-43EB64278938}" srcOrd="0" destOrd="0" presId="urn:diagramsRegina.me/type/FullCircleRotate"/>
    <dgm:cxn modelId="{7EDD5928-E7BD-4DF0-8848-025AF18311B0}" srcId="{B16C3F18-BCA8-47D5-BD17-0623A5059B6E}" destId="{951A5BE0-F83E-4366-A56D-6161D6F6F3DD}" srcOrd="12" destOrd="0" parTransId="{DC3E480B-38FD-429F-97B0-0064F1D62998}" sibTransId="{E3F5ED21-3E3F-4EA6-8D3E-BB99992F9F59}"/>
    <dgm:cxn modelId="{7862B329-AFA4-4628-A1F2-08DAD6DB634E}" srcId="{B16C3F18-BCA8-47D5-BD17-0623A5059B6E}" destId="{839AB54C-E5D0-479E-964D-DD0424A9C725}" srcOrd="4" destOrd="0" parTransId="{B13517E2-1812-4CD1-A624-9CCF5006966C}" sibTransId="{BDA875B9-C870-4F29-8BD2-A31534E7B810}"/>
    <dgm:cxn modelId="{570C4D3D-8FD8-49BC-88CE-054E75CA6CE9}" srcId="{B16C3F18-BCA8-47D5-BD17-0623A5059B6E}" destId="{C9F28934-4188-41E2-8C53-E86635CD89B9}" srcOrd="1" destOrd="0" parTransId="{B67E146C-B686-4364-BED0-0173DE8D5D04}" sibTransId="{94327496-3787-4F3B-B62E-37CBD40A5EB8}"/>
    <dgm:cxn modelId="{66ABE744-57BD-4BEF-B917-3F789E9AD548}" type="presOf" srcId="{26DC4F11-EDDF-4156-BB05-85ED17598EC6}" destId="{1A2EB9F9-08D6-4C9F-B209-BC16392A9EDE}" srcOrd="0" destOrd="0" presId="urn:diagramsRegina.me/type/FullCircleRotate"/>
    <dgm:cxn modelId="{9CDA164A-A946-4EB3-A161-463C16852ADF}" type="presOf" srcId="{24E218A5-3EFF-4DD0-93EE-1FC4DF285360}" destId="{E3DEBAF1-3E08-4D27-94FB-3CB221BA7F50}" srcOrd="0" destOrd="0" presId="urn:diagramsRegina.me/type/FullCircleRotate"/>
    <dgm:cxn modelId="{1927056E-69D7-4ADB-961D-F280F0179B15}" type="presOf" srcId="{3F1F36FE-F964-444E-82FC-BBB98EAC583B}" destId="{4CC57D35-163A-4AD1-BFE7-C3772BD798C1}" srcOrd="0" destOrd="0" presId="urn:diagramsRegina.me/type/FullCircleRotate"/>
    <dgm:cxn modelId="{5D3CC34F-DA8A-4B31-9D39-19447F1A5AD2}" type="presOf" srcId="{951A5BE0-F83E-4366-A56D-6161D6F6F3DD}" destId="{FD1E6E5E-B4FE-4CB0-A15B-C38D796F9172}" srcOrd="0" destOrd="0" presId="urn:diagramsRegina.me/type/FullCircleRotate"/>
    <dgm:cxn modelId="{8F2C7E78-83FF-44E9-A7C0-075678355685}" srcId="{B16C3F18-BCA8-47D5-BD17-0623A5059B6E}" destId="{15E952DF-98B2-42B0-9F16-3C1B872BC519}" srcOrd="9" destOrd="0" parTransId="{57897F69-8C1F-4DCF-AC8B-32FC770462D0}" sibTransId="{1A78229A-EEE5-4731-AA43-2F00BB849F00}"/>
    <dgm:cxn modelId="{B7810279-FE6E-47ED-98DC-60F5E47BC469}" srcId="{B16C3F18-BCA8-47D5-BD17-0623A5059B6E}" destId="{8964DBAD-EE7E-4D74-89E5-630B3D1AD4E0}" srcOrd="6" destOrd="0" parTransId="{8468E4A4-41D5-4AD9-B935-649A49EC9AFE}" sibTransId="{19E2B045-1D32-4D1E-9FF1-43404EA1CBA4}"/>
    <dgm:cxn modelId="{830C3E7C-9185-4138-A8E7-74054CCFDC3F}" srcId="{B16C3F18-BCA8-47D5-BD17-0623A5059B6E}" destId="{A920668E-0E09-44FF-A113-62F51CA50E6F}" srcOrd="3" destOrd="0" parTransId="{0FE6A98E-4439-4F3B-AE0D-E716381A2B87}" sibTransId="{E3A6FA06-D2A0-4333-9149-2C36BD8DE5D3}"/>
    <dgm:cxn modelId="{F3C0D57F-4B2F-4E90-9723-6D78B05139E4}" type="presOf" srcId="{B16C3F18-BCA8-47D5-BD17-0623A5059B6E}" destId="{EFA3F51A-3732-492B-A9C3-AE534D7D76E9}" srcOrd="0" destOrd="0" presId="urn:diagramsRegina.me/type/FullCircleRotate"/>
    <dgm:cxn modelId="{31718D91-4E4F-45F1-A5B5-AE17B0B432C2}" srcId="{B16C3F18-BCA8-47D5-BD17-0623A5059B6E}" destId="{24E218A5-3EFF-4DD0-93EE-1FC4DF285360}" srcOrd="2" destOrd="0" parTransId="{4746E348-0107-4879-A52A-DDD52029C7CF}" sibTransId="{C96B929D-684C-4D23-8492-2A6C1AF1F19A}"/>
    <dgm:cxn modelId="{4F73839F-B7F9-41B5-B496-EAA9F21B8BCD}" type="presOf" srcId="{C9F28934-4188-41E2-8C53-E86635CD89B9}" destId="{DCF394C2-0C0B-4509-9BD9-99D657405775}" srcOrd="0" destOrd="0" presId="urn:diagramsRegina.me/type/FullCircleRotate"/>
    <dgm:cxn modelId="{E22072A2-445B-4D6C-AE27-8673296D95CE}" type="presOf" srcId="{15E952DF-98B2-42B0-9F16-3C1B872BC519}" destId="{A013945E-1E69-4A8B-84BA-825B77910743}" srcOrd="0" destOrd="0" presId="urn:diagramsRegina.me/type/FullCircleRotate"/>
    <dgm:cxn modelId="{22F554A6-9C71-4E93-8794-7F4C7AA776FE}" srcId="{B16C3F18-BCA8-47D5-BD17-0623A5059B6E}" destId="{140CF1A5-5CE9-4BE0-B39B-1739AC9B8488}" srcOrd="10" destOrd="0" parTransId="{5964AE79-D073-4B82-811C-75B7ED24AA42}" sibTransId="{30B581DD-14B2-48EB-88F8-6B3AE3329296}"/>
    <dgm:cxn modelId="{FA9574C8-BE32-4AD3-BDD3-895FADF523D6}" type="presOf" srcId="{999FE736-287A-44FB-BB48-0CF18A3B4459}" destId="{47EBB2FC-551E-4225-9F6B-426F3800D4C0}" srcOrd="0" destOrd="0" presId="urn:diagramsRegina.me/type/FullCircleRotate"/>
    <dgm:cxn modelId="{C4679CD0-0022-489C-B57E-4E5F3CB321D2}" srcId="{B16C3F18-BCA8-47D5-BD17-0623A5059B6E}" destId="{26DC4F11-EDDF-4156-BB05-85ED17598EC6}" srcOrd="8" destOrd="0" parTransId="{BC0741ED-2B14-4623-BF7C-8640DBDD3BA9}" sibTransId="{207698BF-D7AA-4BCC-942C-4849587C586F}"/>
    <dgm:cxn modelId="{2A0A13DE-F62D-44B6-ABB0-8EC3C284787D}" srcId="{B16C3F18-BCA8-47D5-BD17-0623A5059B6E}" destId="{86B1EE03-056C-412A-95FA-8281D35B76AD}" srcOrd="7" destOrd="0" parTransId="{94381BB7-E5B7-45C8-9126-A35D598CA15A}" sibTransId="{BD6187C6-ECC9-49BF-A772-6691C9FB3C8B}"/>
    <dgm:cxn modelId="{C9BC16E7-B0F2-48FE-A51D-2F5B0BF31DE4}" srcId="{B16C3F18-BCA8-47D5-BD17-0623A5059B6E}" destId="{6DF16E43-E81D-4C38-A17F-D9032427EBCF}" srcOrd="13" destOrd="0" parTransId="{CE0F9ACD-2508-4905-851C-C4592F121031}" sibTransId="{F0A8556F-7077-400C-AA2A-143422F31A7D}"/>
    <dgm:cxn modelId="{5B85A5E8-6534-4547-9B09-3B6C6C5A2277}" type="presOf" srcId="{86B1EE03-056C-412A-95FA-8281D35B76AD}" destId="{41CE020A-435E-482C-A1FB-52AB68163A26}" srcOrd="0" destOrd="0" presId="urn:diagramsRegina.me/type/FullCircleRotate"/>
    <dgm:cxn modelId="{173C93EA-6557-4388-83E6-B1A4F8B9EB39}" srcId="{B16C3F18-BCA8-47D5-BD17-0623A5059B6E}" destId="{999FE736-287A-44FB-BB48-0CF18A3B4459}" srcOrd="14" destOrd="0" parTransId="{B474476E-557D-4B8A-88E7-A3C28A109026}" sibTransId="{3AD7D683-CB01-433E-BC1D-8C5AE6C5BDBE}"/>
    <dgm:cxn modelId="{15B61CEC-1CF8-4C87-91CA-3252C42E923F}" type="presOf" srcId="{77697450-7C14-4618-9504-21D3FAB53CCB}" destId="{D6DCDE9E-0C16-4F26-9DA3-1E05A6F037A5}" srcOrd="0" destOrd="0" presId="urn:diagramsRegina.me/type/FullCircleRotate"/>
    <dgm:cxn modelId="{40756DEE-646F-4988-B537-C6A5DBFE5243}" type="presOf" srcId="{6DF16E43-E81D-4C38-A17F-D9032427EBCF}" destId="{EEB28003-A5AA-4B03-B55D-61AB2685C874}" srcOrd="0" destOrd="0" presId="urn:diagramsRegina.me/type/FullCircleRotate"/>
    <dgm:cxn modelId="{4AAEE2F3-3D94-4CD3-93AE-8447BD84FBD0}" type="presOf" srcId="{8964DBAD-EE7E-4D74-89E5-630B3D1AD4E0}" destId="{A26AC8CC-9B1E-4518-AFB3-D2942792BD6F}" srcOrd="0" destOrd="0" presId="urn:diagramsRegina.me/type/FullCircleRotate"/>
    <dgm:cxn modelId="{39C6D2FF-E977-4672-98E3-1F66DFF6969D}" srcId="{B16C3F18-BCA8-47D5-BD17-0623A5059B6E}" destId="{3F1F36FE-F964-444E-82FC-BBB98EAC583B}" srcOrd="0" destOrd="0" parTransId="{55C3B0ED-FD9C-4A85-80AB-43B7DD76CEA4}" sibTransId="{C7DF121E-4002-4444-AA32-C828DA2D79A5}"/>
    <dgm:cxn modelId="{AF766625-FC5B-4897-BA01-1BEAC747718D}" type="presParOf" srcId="{EFA3F51A-3732-492B-A9C3-AE534D7D76E9}" destId="{4CC57D35-163A-4AD1-BFE7-C3772BD798C1}" srcOrd="0" destOrd="0" presId="urn:diagramsRegina.me/type/FullCircleRotate"/>
    <dgm:cxn modelId="{A1F975EB-EBBB-40E2-B35F-8B912CCDA172}" type="presParOf" srcId="{EFA3F51A-3732-492B-A9C3-AE534D7D76E9}" destId="{DCF394C2-0C0B-4509-9BD9-99D657405775}" srcOrd="1" destOrd="0" presId="urn:diagramsRegina.me/type/FullCircleRotate"/>
    <dgm:cxn modelId="{8FD2975B-ADDD-461E-80EB-8C6CBDA63A11}" type="presParOf" srcId="{EFA3F51A-3732-492B-A9C3-AE534D7D76E9}" destId="{E3DEBAF1-3E08-4D27-94FB-3CB221BA7F50}" srcOrd="2" destOrd="0" presId="urn:diagramsRegina.me/type/FullCircleRotate"/>
    <dgm:cxn modelId="{DA1B39C0-F286-4CE2-9175-1C8B5A07D590}" type="presParOf" srcId="{EFA3F51A-3732-492B-A9C3-AE534D7D76E9}" destId="{D868FD9C-A1F0-46DC-94AD-1578C753F060}" srcOrd="3" destOrd="0" presId="urn:diagramsRegina.me/type/FullCircleRotate"/>
    <dgm:cxn modelId="{6AEBD828-E36A-4298-A02C-1CD56AE4F291}" type="presParOf" srcId="{EFA3F51A-3732-492B-A9C3-AE534D7D76E9}" destId="{FC6F1FA8-275D-4979-B502-86937EA88808}" srcOrd="4" destOrd="0" presId="urn:diagramsRegina.me/type/FullCircleRotate"/>
    <dgm:cxn modelId="{76782771-C711-4B52-B20F-2B9FA112FA78}" type="presParOf" srcId="{EFA3F51A-3732-492B-A9C3-AE534D7D76E9}" destId="{8360AC87-E51E-43CD-A20C-43EB64278938}" srcOrd="5" destOrd="0" presId="urn:diagramsRegina.me/type/FullCircleRotate"/>
    <dgm:cxn modelId="{3A7A003A-6728-4645-8F2E-578AACADF22D}" type="presParOf" srcId="{EFA3F51A-3732-492B-A9C3-AE534D7D76E9}" destId="{A26AC8CC-9B1E-4518-AFB3-D2942792BD6F}" srcOrd="6" destOrd="0" presId="urn:diagramsRegina.me/type/FullCircleRotate"/>
    <dgm:cxn modelId="{AB7C6378-8A35-4AD6-823E-C13BBE10EE22}" type="presParOf" srcId="{EFA3F51A-3732-492B-A9C3-AE534D7D76E9}" destId="{41CE020A-435E-482C-A1FB-52AB68163A26}" srcOrd="7" destOrd="0" presId="urn:diagramsRegina.me/type/FullCircleRotate"/>
    <dgm:cxn modelId="{8620A4F9-08EF-400C-927B-433A7BD5C3DF}" type="presParOf" srcId="{EFA3F51A-3732-492B-A9C3-AE534D7D76E9}" destId="{1A2EB9F9-08D6-4C9F-B209-BC16392A9EDE}" srcOrd="8" destOrd="0" presId="urn:diagramsRegina.me/type/FullCircleRotate"/>
    <dgm:cxn modelId="{C2F002B9-1A52-4ACA-8DEE-5808ABD4B4C6}" type="presParOf" srcId="{EFA3F51A-3732-492B-A9C3-AE534D7D76E9}" destId="{A013945E-1E69-4A8B-84BA-825B77910743}" srcOrd="9" destOrd="0" presId="urn:diagramsRegina.me/type/FullCircleRotate"/>
    <dgm:cxn modelId="{10A7585C-9A17-4717-8B8A-29634FADBA3D}" type="presParOf" srcId="{EFA3F51A-3732-492B-A9C3-AE534D7D76E9}" destId="{528CE345-9D69-4BCC-B0A9-6C34BBADCB00}" srcOrd="10" destOrd="0" presId="urn:diagramsRegina.me/type/FullCircleRotate"/>
    <dgm:cxn modelId="{DF40DE51-4FF4-4405-9A5E-98DB1FD512B9}" type="presParOf" srcId="{EFA3F51A-3732-492B-A9C3-AE534D7D76E9}" destId="{D6DCDE9E-0C16-4F26-9DA3-1E05A6F037A5}" srcOrd="11" destOrd="0" presId="urn:diagramsRegina.me/type/FullCircleRotate"/>
    <dgm:cxn modelId="{823D92EF-1562-4AC8-B1FD-15437C828E96}" type="presParOf" srcId="{EFA3F51A-3732-492B-A9C3-AE534D7D76E9}" destId="{FD1E6E5E-B4FE-4CB0-A15B-C38D796F9172}" srcOrd="12" destOrd="0" presId="urn:diagramsRegina.me/type/FullCircleRotate"/>
    <dgm:cxn modelId="{243DE715-2891-480A-901F-B1CF48166057}" type="presParOf" srcId="{EFA3F51A-3732-492B-A9C3-AE534D7D76E9}" destId="{EEB28003-A5AA-4B03-B55D-61AB2685C874}" srcOrd="13" destOrd="0" presId="urn:diagramsRegina.me/type/FullCircleRotate"/>
    <dgm:cxn modelId="{C6F68560-7EFD-4012-9F11-71F147045D24}" type="presParOf" srcId="{EFA3F51A-3732-492B-A9C3-AE534D7D76E9}" destId="{47EBB2FC-551E-4225-9F6B-426F3800D4C0}" srcOrd="14" destOrd="0" presId="urn:diagramsRegina.me/type/FullCircleRotate"/>
  </dgm:cxnLst>
  <dgm:bg/>
  <dgm:whole/>
  <dgm:extLst/>
</dgm:dataModel>
</file>

<file path=ppt/diagrams/layout1.xml><?xml version="1.0" encoding="utf-8"?>
<dgm:layoutDef xmlns:dgm="http://schemas.openxmlformats.org/drawingml/2006/diagram" xmlns:a="http://schemas.openxmlformats.org/drawingml/2006/main" uniqueId="urn:diagramsRegina.me/type/FullCircleRotate">
  <dgm:title val="Full Circle"/>
  <dgm:desc val="Cycle with 3 colors"/>
  <dgm:catLst>
    <dgm:cat type="other" pri="227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1">
        <dgm:alg type="cycle"/>
      </dgm:if>
      <dgm:else name="Name3">
        <dgm:choose name="Name4">
          <dgm:if name="Name5" axis="ch" ptType="node" func="cnt" op="lte" val="3">
            <dgm:choose name="Name6">
              <dgm:if name="Name7" func="var" arg="dir" op="equ" val="norm">
                <dgm:alg type="cycle">
                  <dgm:param type="stAng" val="0"/>
                  <dgm:param type="spanAng" val="360"/>
                  <dgm:param type="rotPath" val="alongPath"/>
                </dgm:alg>
              </dgm:if>
              <dgm:else name="Name8">
                <dgm:alg type="cycle">
                  <dgm:param type="stAng" val="0"/>
                  <dgm:param type="spanAng" val="-360"/>
                  <dgm:param type="rotPath" val="alongPath"/>
                </dgm:alg>
              </dgm:else>
            </dgm:choose>
          </dgm:if>
          <dgm:else name="Name9">
            <dgm:choose name="Name10">
              <dgm:if name="Name11" func="var" arg="dir" op="equ" val="norm">
                <dgm:alg type="cycle">
                  <dgm:param type="stAng" val="12"/>
                  <dgm:param type="spanAng" val="360"/>
                  <dgm:param type="rotPath" val="alongPath"/>
                </dgm:alg>
              </dgm:if>
              <dgm:else name="Name12">
                <dgm:alg type="cycle">
                  <dgm:param type="stAng" val="12"/>
                  <dgm:param type="spanAng" val="-360"/>
                  <dgm:param type="rotPath" val="alongPath"/>
                </dgm:alg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hoose name="Name13">
      <dgm:if name="Name14" axis="ch" ptType="node" func="cnt" op="equ" val="2">
        <dgm:constrLst>
          <dgm:constr type="w" for="ch" ptType="node" refType="w"/>
          <dgm:constr type="primFontSz" for="ch" ptType="node" op="equ" val="65"/>
          <dgm:constr type="sibSp" refType="w" fact="0.05"/>
        </dgm:constrLst>
      </dgm:if>
      <dgm:else name="Name15">
        <dgm:constrLst>
          <dgm:constr type="w" for="ch" ptType="node" refType="w"/>
          <dgm:constr type="primFontSz" for="ch" ptType="node" op="equ" val="65"/>
          <dgm:constr type="sibSp" refType="w" fact="0.05"/>
        </dgm:constrLst>
      </dgm:else>
    </dgm:choose>
    <dgm:ruleLst/>
    <dgm:forEach name="Name16" axis="ch" ptType="node">
      <dgm:choose name="Name17">
        <dgm:if name="Name18" axis="par ch" ptType="doc node" func="cnt" op="equ" val="1">
          <dgm:layoutNode name="one">
            <dgm:varLst>
              <dgm:bulletEnabled val="1"/>
            </dgm:varLst>
            <dgm:alg type="tx"/>
            <dgm:shape xmlns:r="http://schemas.openxmlformats.org/officeDocument/2006/relationships" type="pentagon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19">
          <dgm:layoutNode name="twoplus">
            <dgm:varLst>
              <dgm:bulletEnabled val="1"/>
            </dgm:varLst>
            <dgm:alg type="tx">
              <dgm:param type="autoTxRot" val="none"/>
            </dgm:alg>
            <dgm:shape xmlns:r="http://schemas.openxmlformats.org/officeDocument/2006/relationships" type="pentagon" r:blip="">
              <dgm:adjLst/>
            </dgm:shape>
            <dgm:presOf axis="desOrSelf" ptType="node"/>
            <dgm:constrLst>
              <dgm:constr type="h" refType="w" fact="0.95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6686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14" userDrawn="1">
          <p15:clr>
            <a:srgbClr val="FBAE40"/>
          </p15:clr>
        </p15:guide>
        <p15:guide id="2" pos="272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100000">
              <a:schemeClr val="accent4">
                <a:lumMod val="97000"/>
                <a:lumOff val="3000"/>
              </a:schemeClr>
            </a:gs>
            <a:gs pos="50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333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E7B91AA-1376-A2EC-E7C5-DEB0E2D165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2958534"/>
              </p:ext>
            </p:extLst>
          </p:nvPr>
        </p:nvGraphicFramePr>
        <p:xfrm>
          <a:off x="1620381" y="179725"/>
          <a:ext cx="5400000" cy="54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9386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gina">
      <a:dk1>
        <a:srgbClr val="00B050"/>
      </a:dk1>
      <a:lt1>
        <a:srgbClr val="FFFFCC"/>
      </a:lt1>
      <a:dk2>
        <a:srgbClr val="44546A"/>
      </a:dk2>
      <a:lt2>
        <a:srgbClr val="E7E6E6"/>
      </a:lt2>
      <a:accent1>
        <a:srgbClr val="4472C4"/>
      </a:accent1>
      <a:accent2>
        <a:srgbClr val="00B050"/>
      </a:accent2>
      <a:accent3>
        <a:srgbClr val="FF00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26A274EF-EF57-455B-9C9F-7EB5D5275ADE}" vid="{61F186A6-6420-4277-954D-28BA2D3E746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24x16minimal</Template>
  <TotalTime>0</TotalTime>
  <Words>15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Liberation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Regina Henschel</dc:creator>
  <cp:lastModifiedBy>Regina Henschel</cp:lastModifiedBy>
  <cp:revision>10</cp:revision>
  <dcterms:created xsi:type="dcterms:W3CDTF">2026-05-31T09:27:43Z</dcterms:created>
  <dcterms:modified xsi:type="dcterms:W3CDTF">2026-09-19T14:08:30Z</dcterms:modified>
</cp:coreProperties>
</file>