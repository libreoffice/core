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hueDir="ccw"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hueDir="ccw"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 hueDir="ccw"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hueDir="ccw"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 hueDir="ccw"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hueDir="ccw"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11B284-4F9C-4DAE-BA7E-260F9E4FCE77}" type="doc">
      <dgm:prSet loTypeId="urn:microsoft.com/office/officeart/2005/8/layout/funnel1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DDB554B-8C71-439B-ADEC-CFE5FA6BD961}">
      <dgm:prSet phldrT="[Text]" phldr="0"/>
      <dgm:spPr/>
      <dgm:t>
        <a:bodyPr/>
        <a:lstStyle/>
        <a:p>
          <a:r>
            <a:rPr lang="en-US" dirty="0"/>
            <a:t>One</a:t>
          </a:r>
        </a:p>
      </dgm:t>
    </dgm:pt>
    <dgm:pt modelId="{05D459BE-11AC-4053-B21A-F39A37CD3282}" type="parTrans" cxnId="{3A0A9814-A570-4025-BCD1-FADFECB21F52}">
      <dgm:prSet/>
      <dgm:spPr/>
      <dgm:t>
        <a:bodyPr/>
        <a:lstStyle/>
        <a:p>
          <a:endParaRPr lang="en-US"/>
        </a:p>
      </dgm:t>
    </dgm:pt>
    <dgm:pt modelId="{F39CA86F-F86E-431B-ACEE-98A29835574B}" type="sibTrans" cxnId="{3A0A9814-A570-4025-BCD1-FADFECB21F52}">
      <dgm:prSet/>
      <dgm:spPr/>
      <dgm:t>
        <a:bodyPr/>
        <a:lstStyle/>
        <a:p>
          <a:endParaRPr lang="en-US"/>
        </a:p>
      </dgm:t>
    </dgm:pt>
    <dgm:pt modelId="{FBF47274-5164-48DC-8BDB-34EB1079E98E}">
      <dgm:prSet phldrT="[Text]" phldr="0"/>
      <dgm:spPr/>
      <dgm:t>
        <a:bodyPr/>
        <a:lstStyle/>
        <a:p>
          <a:r>
            <a:rPr lang="en-US" dirty="0"/>
            <a:t>Eleven</a:t>
          </a:r>
        </a:p>
      </dgm:t>
    </dgm:pt>
    <dgm:pt modelId="{EDA53BFF-37E6-4A61-ADF0-8C30974A2E17}" type="parTrans" cxnId="{AA7B78F8-CB84-4649-91E1-5AED0E7B757B}">
      <dgm:prSet/>
      <dgm:spPr/>
      <dgm:t>
        <a:bodyPr/>
        <a:lstStyle/>
        <a:p>
          <a:endParaRPr lang="en-US"/>
        </a:p>
      </dgm:t>
    </dgm:pt>
    <dgm:pt modelId="{3F8F1398-214F-42B2-A965-615416A1BA5B}" type="sibTrans" cxnId="{AA7B78F8-CB84-4649-91E1-5AED0E7B757B}">
      <dgm:prSet/>
      <dgm:spPr/>
      <dgm:t>
        <a:bodyPr/>
        <a:lstStyle/>
        <a:p>
          <a:endParaRPr lang="en-US"/>
        </a:p>
      </dgm:t>
    </dgm:pt>
    <dgm:pt modelId="{4ACB2ECE-49FB-4CEA-9851-98B342939A33}">
      <dgm:prSet phldrT="[Text]" phldr="0"/>
      <dgm:spPr/>
      <dgm:t>
        <a:bodyPr/>
        <a:lstStyle/>
        <a:p>
          <a:r>
            <a:rPr lang="en-US" dirty="0"/>
            <a:t>Twelve</a:t>
          </a:r>
        </a:p>
      </dgm:t>
    </dgm:pt>
    <dgm:pt modelId="{5D8C98C0-DEFF-470D-B14B-DD3066E3544E}" type="parTrans" cxnId="{53DC8C45-53F1-4AA1-B7E8-0E22BF83F133}">
      <dgm:prSet/>
      <dgm:spPr/>
      <dgm:t>
        <a:bodyPr/>
        <a:lstStyle/>
        <a:p>
          <a:endParaRPr lang="en-US"/>
        </a:p>
      </dgm:t>
    </dgm:pt>
    <dgm:pt modelId="{8ECFE21E-7C01-4D14-8841-530E759B9A32}" type="sibTrans" cxnId="{53DC8C45-53F1-4AA1-B7E8-0E22BF83F133}">
      <dgm:prSet/>
      <dgm:spPr/>
      <dgm:t>
        <a:bodyPr/>
        <a:lstStyle/>
        <a:p>
          <a:endParaRPr lang="en-US"/>
        </a:p>
      </dgm:t>
    </dgm:pt>
    <dgm:pt modelId="{7DE8A5C6-2423-4655-932D-9E24CD0CE093}">
      <dgm:prSet phldrT="[Text]" phldr="0"/>
      <dgm:spPr/>
      <dgm:t>
        <a:bodyPr/>
        <a:lstStyle/>
        <a:p>
          <a:r>
            <a:rPr lang="en-US" dirty="0"/>
            <a:t>Two</a:t>
          </a:r>
        </a:p>
      </dgm:t>
    </dgm:pt>
    <dgm:pt modelId="{D87CDDF2-44C9-4AE3-89DE-7AE1319CAE6C}" type="parTrans" cxnId="{A042C385-B493-4392-BE62-A807F78C7F9B}">
      <dgm:prSet/>
      <dgm:spPr/>
      <dgm:t>
        <a:bodyPr/>
        <a:lstStyle/>
        <a:p>
          <a:endParaRPr lang="en-US"/>
        </a:p>
      </dgm:t>
    </dgm:pt>
    <dgm:pt modelId="{3D8C891D-9F15-4B79-8D90-D42FCACC7F90}" type="sibTrans" cxnId="{A042C385-B493-4392-BE62-A807F78C7F9B}">
      <dgm:prSet/>
      <dgm:spPr/>
      <dgm:t>
        <a:bodyPr/>
        <a:lstStyle/>
        <a:p>
          <a:endParaRPr lang="en-US"/>
        </a:p>
      </dgm:t>
    </dgm:pt>
    <dgm:pt modelId="{8D6F4EBF-664F-4825-A6B8-84728422EB3D}">
      <dgm:prSet phldrT="[Text]" phldr="0"/>
      <dgm:spPr/>
      <dgm:t>
        <a:bodyPr/>
        <a:lstStyle/>
        <a:p>
          <a:r>
            <a:rPr lang="en-US" dirty="0"/>
            <a:t>Twenty-one</a:t>
          </a:r>
        </a:p>
      </dgm:t>
    </dgm:pt>
    <dgm:pt modelId="{E54C834B-F892-4AE4-82C0-0EF30F2C2BE8}" type="parTrans" cxnId="{746C13D9-4C77-4608-B6BA-8BF418ACBF2A}">
      <dgm:prSet/>
      <dgm:spPr/>
      <dgm:t>
        <a:bodyPr/>
        <a:lstStyle/>
        <a:p>
          <a:endParaRPr lang="en-US"/>
        </a:p>
      </dgm:t>
    </dgm:pt>
    <dgm:pt modelId="{38B1384B-4A7E-409C-AD96-EE6CDBB6BD12}" type="sibTrans" cxnId="{746C13D9-4C77-4608-B6BA-8BF418ACBF2A}">
      <dgm:prSet/>
      <dgm:spPr/>
      <dgm:t>
        <a:bodyPr/>
        <a:lstStyle/>
        <a:p>
          <a:endParaRPr lang="en-US"/>
        </a:p>
      </dgm:t>
    </dgm:pt>
    <dgm:pt modelId="{37FAB76F-1F04-4CF3-AC56-669F4030916C}">
      <dgm:prSet phldrT="[Text]" phldr="0"/>
      <dgm:spPr/>
      <dgm:t>
        <a:bodyPr/>
        <a:lstStyle/>
        <a:p>
          <a:r>
            <a:rPr lang="en-US" dirty="0"/>
            <a:t>Twenty-two</a:t>
          </a:r>
        </a:p>
      </dgm:t>
    </dgm:pt>
    <dgm:pt modelId="{BA43AAEE-5420-4FC1-A630-6DAC716A93AF}" type="parTrans" cxnId="{23BACC75-80BD-49D1-841A-69E3BF797ED6}">
      <dgm:prSet/>
      <dgm:spPr/>
      <dgm:t>
        <a:bodyPr/>
        <a:lstStyle/>
        <a:p>
          <a:endParaRPr lang="en-US"/>
        </a:p>
      </dgm:t>
    </dgm:pt>
    <dgm:pt modelId="{46CD5CC2-5844-4CFD-8518-9F99CCBEF1DC}" type="sibTrans" cxnId="{23BACC75-80BD-49D1-841A-69E3BF797ED6}">
      <dgm:prSet/>
      <dgm:spPr/>
      <dgm:t>
        <a:bodyPr/>
        <a:lstStyle/>
        <a:p>
          <a:endParaRPr lang="en-US"/>
        </a:p>
      </dgm:t>
    </dgm:pt>
    <dgm:pt modelId="{A3E48FF1-94E7-47A6-AF8D-940EF84C55A4}">
      <dgm:prSet phldrT="[Text]" phldr="0"/>
      <dgm:spPr/>
      <dgm:t>
        <a:bodyPr/>
        <a:lstStyle/>
        <a:p>
          <a:r>
            <a:rPr lang="en-US" dirty="0"/>
            <a:t>Three</a:t>
          </a:r>
        </a:p>
      </dgm:t>
    </dgm:pt>
    <dgm:pt modelId="{C6E99506-0EF9-4463-9057-1BD2B08E696C}" type="parTrans" cxnId="{51AEA999-D63E-4F2B-9846-1989DD02673E}">
      <dgm:prSet/>
      <dgm:spPr/>
      <dgm:t>
        <a:bodyPr/>
        <a:lstStyle/>
        <a:p>
          <a:endParaRPr lang="en-US"/>
        </a:p>
      </dgm:t>
    </dgm:pt>
    <dgm:pt modelId="{E48C5EFA-5445-477D-9439-3D294CC982A6}" type="sibTrans" cxnId="{51AEA999-D63E-4F2B-9846-1989DD02673E}">
      <dgm:prSet/>
      <dgm:spPr/>
      <dgm:t>
        <a:bodyPr/>
        <a:lstStyle/>
        <a:p>
          <a:endParaRPr lang="en-US"/>
        </a:p>
      </dgm:t>
    </dgm:pt>
    <dgm:pt modelId="{9803B952-6796-4A30-A3C0-F429F40775B7}">
      <dgm:prSet phldrT="[Text]"/>
      <dgm:spPr/>
      <dgm:t>
        <a:bodyPr/>
        <a:lstStyle/>
        <a:p>
          <a:r>
            <a:rPr lang="en-US" dirty="0"/>
            <a:t>Four</a:t>
          </a:r>
        </a:p>
      </dgm:t>
    </dgm:pt>
    <dgm:pt modelId="{C113A374-2A32-4540-8CDB-A1E2EF4069C3}" type="parTrans" cxnId="{F51395DB-52D3-45CF-8FF6-91F718D8268B}">
      <dgm:prSet/>
      <dgm:spPr/>
      <dgm:t>
        <a:bodyPr/>
        <a:lstStyle/>
        <a:p>
          <a:endParaRPr lang="en-US"/>
        </a:p>
      </dgm:t>
    </dgm:pt>
    <dgm:pt modelId="{FAE25D13-134D-4408-87F7-708ACDC01BE1}" type="sibTrans" cxnId="{F51395DB-52D3-45CF-8FF6-91F718D8268B}">
      <dgm:prSet/>
      <dgm:spPr/>
      <dgm:t>
        <a:bodyPr/>
        <a:lstStyle/>
        <a:p>
          <a:endParaRPr lang="en-US"/>
        </a:p>
      </dgm:t>
    </dgm:pt>
    <dgm:pt modelId="{338BCA03-6FF9-42A5-A881-74A511059165}">
      <dgm:prSet phldrT="[Text]" phldr="0"/>
      <dgm:spPr/>
      <dgm:t>
        <a:bodyPr/>
        <a:lstStyle/>
        <a:p>
          <a:r>
            <a:rPr lang="en-US"/>
            <a:t>Forty-one</a:t>
          </a:r>
          <a:endParaRPr lang="en-US" dirty="0"/>
        </a:p>
      </dgm:t>
    </dgm:pt>
    <dgm:pt modelId="{3B00CC18-8189-48BF-9E2F-4608A361BCBB}" type="parTrans" cxnId="{A23D48C1-0208-4E14-8F48-C19333E1298E}">
      <dgm:prSet/>
      <dgm:spPr/>
      <dgm:t>
        <a:bodyPr/>
        <a:lstStyle/>
        <a:p>
          <a:endParaRPr lang="en-US"/>
        </a:p>
      </dgm:t>
    </dgm:pt>
    <dgm:pt modelId="{B99102AC-AC35-4198-9A10-6CC145E5A605}" type="sibTrans" cxnId="{A23D48C1-0208-4E14-8F48-C19333E1298E}">
      <dgm:prSet/>
      <dgm:spPr/>
      <dgm:t>
        <a:bodyPr/>
        <a:lstStyle/>
        <a:p>
          <a:endParaRPr lang="en-US"/>
        </a:p>
      </dgm:t>
    </dgm:pt>
    <dgm:pt modelId="{E5FE82C4-FF44-4F61-B8D1-1359FD7123F3}">
      <dgm:prSet phldrT="[Text]" phldr="0"/>
      <dgm:spPr/>
      <dgm:t>
        <a:bodyPr/>
        <a:lstStyle/>
        <a:p>
          <a:r>
            <a:rPr lang="en-US"/>
            <a:t>Thirteen</a:t>
          </a:r>
          <a:endParaRPr lang="en-US" dirty="0"/>
        </a:p>
      </dgm:t>
    </dgm:pt>
    <dgm:pt modelId="{89EA36F0-986D-4080-888D-B219A99A1F3B}" type="parTrans" cxnId="{290D4796-D1FA-4E4A-BDE2-8EF19B0F5150}">
      <dgm:prSet/>
      <dgm:spPr/>
      <dgm:t>
        <a:bodyPr/>
        <a:lstStyle/>
        <a:p>
          <a:endParaRPr lang="en-US"/>
        </a:p>
      </dgm:t>
    </dgm:pt>
    <dgm:pt modelId="{C9EA71D4-F88E-41BA-BBFC-1AF1E196C857}" type="sibTrans" cxnId="{290D4796-D1FA-4E4A-BDE2-8EF19B0F5150}">
      <dgm:prSet/>
      <dgm:spPr/>
      <dgm:t>
        <a:bodyPr/>
        <a:lstStyle/>
        <a:p>
          <a:endParaRPr lang="en-US"/>
        </a:p>
      </dgm:t>
    </dgm:pt>
    <dgm:pt modelId="{564C52A4-C5CE-4077-93F7-FFB8D414663B}">
      <dgm:prSet phldrT="[Text]" phldr="0"/>
      <dgm:spPr/>
      <dgm:t>
        <a:bodyPr/>
        <a:lstStyle/>
        <a:p>
          <a:r>
            <a:rPr lang="en-US"/>
            <a:t>Forty-two</a:t>
          </a:r>
          <a:endParaRPr lang="en-US" dirty="0"/>
        </a:p>
      </dgm:t>
    </dgm:pt>
    <dgm:pt modelId="{B3AEA969-D902-42E3-9E6B-B734331E9AB8}" type="parTrans" cxnId="{C89EA298-9CB7-4302-BC6B-847BCCA4B6EF}">
      <dgm:prSet/>
      <dgm:spPr/>
      <dgm:t>
        <a:bodyPr/>
        <a:lstStyle/>
        <a:p>
          <a:endParaRPr lang="en-US"/>
        </a:p>
      </dgm:t>
    </dgm:pt>
    <dgm:pt modelId="{891FAAD8-3E1F-4A18-ADB5-204986507BB0}" type="sibTrans" cxnId="{C89EA298-9CB7-4302-BC6B-847BCCA4B6EF}">
      <dgm:prSet/>
      <dgm:spPr/>
      <dgm:t>
        <a:bodyPr/>
        <a:lstStyle/>
        <a:p>
          <a:endParaRPr lang="en-US"/>
        </a:p>
      </dgm:t>
    </dgm:pt>
    <dgm:pt modelId="{343BADF4-45E7-40AF-9550-E57D122939B7}" type="pres">
      <dgm:prSet presAssocID="{5C11B284-4F9C-4DAE-BA7E-260F9E4FCE77}" presName="Name0" presStyleCnt="0">
        <dgm:presLayoutVars>
          <dgm:chMax val="4"/>
          <dgm:resizeHandles val="exact"/>
        </dgm:presLayoutVars>
      </dgm:prSet>
      <dgm:spPr/>
    </dgm:pt>
    <dgm:pt modelId="{DCB9E88E-339F-495D-8B09-F41F7B0586DD}" type="pres">
      <dgm:prSet presAssocID="{5C11B284-4F9C-4DAE-BA7E-260F9E4FCE77}" presName="ellipse" presStyleLbl="trBgShp" presStyleIdx="0" presStyleCnt="1"/>
      <dgm:spPr/>
    </dgm:pt>
    <dgm:pt modelId="{DB09BCF2-F1B8-42BB-9EE7-48C753522BF2}" type="pres">
      <dgm:prSet presAssocID="{5C11B284-4F9C-4DAE-BA7E-260F9E4FCE77}" presName="arrow1" presStyleLbl="fgShp" presStyleIdx="0" presStyleCnt="1"/>
      <dgm:spPr/>
    </dgm:pt>
    <dgm:pt modelId="{255F6F75-8517-41D4-9985-3755EBCDB5D0}" type="pres">
      <dgm:prSet presAssocID="{5C11B284-4F9C-4DAE-BA7E-260F9E4FCE77}" presName="rectangle" presStyleLbl="revTx" presStyleIdx="0" presStyleCnt="1">
        <dgm:presLayoutVars>
          <dgm:bulletEnabled val="1"/>
        </dgm:presLayoutVars>
      </dgm:prSet>
      <dgm:spPr/>
    </dgm:pt>
    <dgm:pt modelId="{957E470A-A98C-4307-8168-C3F631EF43C3}" type="pres">
      <dgm:prSet presAssocID="{7DE8A5C6-2423-4655-932D-9E24CD0CE093}" presName="item1" presStyleLbl="node1" presStyleIdx="0" presStyleCnt="3">
        <dgm:presLayoutVars>
          <dgm:bulletEnabled val="1"/>
        </dgm:presLayoutVars>
      </dgm:prSet>
      <dgm:spPr/>
    </dgm:pt>
    <dgm:pt modelId="{30537C1E-D71D-41DB-9934-B63B41547809}" type="pres">
      <dgm:prSet presAssocID="{A3E48FF1-94E7-47A6-AF8D-940EF84C55A4}" presName="item2" presStyleLbl="node1" presStyleIdx="1" presStyleCnt="3">
        <dgm:presLayoutVars>
          <dgm:bulletEnabled val="1"/>
        </dgm:presLayoutVars>
      </dgm:prSet>
      <dgm:spPr/>
    </dgm:pt>
    <dgm:pt modelId="{50F562F1-EE6C-49B0-AEAF-B838ECA41DB9}" type="pres">
      <dgm:prSet presAssocID="{9803B952-6796-4A30-A3C0-F429F40775B7}" presName="item3" presStyleLbl="node1" presStyleIdx="2" presStyleCnt="3">
        <dgm:presLayoutVars>
          <dgm:bulletEnabled val="1"/>
        </dgm:presLayoutVars>
      </dgm:prSet>
      <dgm:spPr/>
    </dgm:pt>
    <dgm:pt modelId="{73A9F567-4D0F-4BF3-870F-626021C1DCF7}" type="pres">
      <dgm:prSet presAssocID="{5C11B284-4F9C-4DAE-BA7E-260F9E4FCE77}" presName="funnel" presStyleLbl="trAlignAcc1" presStyleIdx="0" presStyleCnt="1"/>
      <dgm:spPr/>
    </dgm:pt>
  </dgm:ptLst>
  <dgm:cxnLst>
    <dgm:cxn modelId="{C2C2180F-0067-4B3A-BE68-43439C49FE8E}" type="presOf" srcId="{8D6F4EBF-664F-4825-A6B8-84728422EB3D}" destId="{30537C1E-D71D-41DB-9934-B63B41547809}" srcOrd="0" destOrd="1" presId="urn:microsoft.com/office/officeart/2005/8/layout/funnel1"/>
    <dgm:cxn modelId="{3A0A9814-A570-4025-BCD1-FADFECB21F52}" srcId="{5C11B284-4F9C-4DAE-BA7E-260F9E4FCE77}" destId="{7DDB554B-8C71-439B-ADEC-CFE5FA6BD961}" srcOrd="0" destOrd="0" parTransId="{05D459BE-11AC-4053-B21A-F39A37CD3282}" sibTransId="{F39CA86F-F86E-431B-ACEE-98A29835574B}"/>
    <dgm:cxn modelId="{DEC84B17-1C0F-4039-9908-3FB1EE6DFF35}" type="presOf" srcId="{564C52A4-C5CE-4077-93F7-FFB8D414663B}" destId="{255F6F75-8517-41D4-9985-3755EBCDB5D0}" srcOrd="0" destOrd="2" presId="urn:microsoft.com/office/officeart/2005/8/layout/funnel1"/>
    <dgm:cxn modelId="{D6E5BE28-91F8-48C3-B9FB-846E931117CE}" type="presOf" srcId="{5C11B284-4F9C-4DAE-BA7E-260F9E4FCE77}" destId="{343BADF4-45E7-40AF-9550-E57D122939B7}" srcOrd="0" destOrd="0" presId="urn:microsoft.com/office/officeart/2005/8/layout/funnel1"/>
    <dgm:cxn modelId="{C6EC0138-C239-405D-85B1-4849A002A0DE}" type="presOf" srcId="{9803B952-6796-4A30-A3C0-F429F40775B7}" destId="{255F6F75-8517-41D4-9985-3755EBCDB5D0}" srcOrd="0" destOrd="0" presId="urn:microsoft.com/office/officeart/2005/8/layout/funnel1"/>
    <dgm:cxn modelId="{E05C043B-1CC5-47D5-A894-C526B266BDBB}" type="presOf" srcId="{338BCA03-6FF9-42A5-A881-74A511059165}" destId="{255F6F75-8517-41D4-9985-3755EBCDB5D0}" srcOrd="0" destOrd="1" presId="urn:microsoft.com/office/officeart/2005/8/layout/funnel1"/>
    <dgm:cxn modelId="{DDC99F42-8F48-441E-8E5E-BF384663849C}" type="presOf" srcId="{E5FE82C4-FF44-4F61-B8D1-1359FD7123F3}" destId="{50F562F1-EE6C-49B0-AEAF-B838ECA41DB9}" srcOrd="0" destOrd="3" presId="urn:microsoft.com/office/officeart/2005/8/layout/funnel1"/>
    <dgm:cxn modelId="{53DC8C45-53F1-4AA1-B7E8-0E22BF83F133}" srcId="{7DDB554B-8C71-439B-ADEC-CFE5FA6BD961}" destId="{4ACB2ECE-49FB-4CEA-9851-98B342939A33}" srcOrd="1" destOrd="0" parTransId="{5D8C98C0-DEFF-470D-B14B-DD3066E3544E}" sibTransId="{8ECFE21E-7C01-4D14-8841-530E759B9A32}"/>
    <dgm:cxn modelId="{8A71DA72-4BF6-430F-8AA4-F0D0932E3209}" type="presOf" srcId="{37FAB76F-1F04-4CF3-AC56-669F4030916C}" destId="{30537C1E-D71D-41DB-9934-B63B41547809}" srcOrd="0" destOrd="2" presId="urn:microsoft.com/office/officeart/2005/8/layout/funnel1"/>
    <dgm:cxn modelId="{23BACC75-80BD-49D1-841A-69E3BF797ED6}" srcId="{7DE8A5C6-2423-4655-932D-9E24CD0CE093}" destId="{37FAB76F-1F04-4CF3-AC56-669F4030916C}" srcOrd="1" destOrd="0" parTransId="{BA43AAEE-5420-4FC1-A630-6DAC716A93AF}" sibTransId="{46CD5CC2-5844-4CFD-8518-9F99CCBEF1DC}"/>
    <dgm:cxn modelId="{A042C385-B493-4392-BE62-A807F78C7F9B}" srcId="{5C11B284-4F9C-4DAE-BA7E-260F9E4FCE77}" destId="{7DE8A5C6-2423-4655-932D-9E24CD0CE093}" srcOrd="1" destOrd="0" parTransId="{D87CDDF2-44C9-4AE3-89DE-7AE1319CAE6C}" sibTransId="{3D8C891D-9F15-4B79-8D90-D42FCACC7F90}"/>
    <dgm:cxn modelId="{D26BF085-AFC3-4B22-8373-6D5DF179C57C}" type="presOf" srcId="{A3E48FF1-94E7-47A6-AF8D-940EF84C55A4}" destId="{957E470A-A98C-4307-8168-C3F631EF43C3}" srcOrd="0" destOrd="0" presId="urn:microsoft.com/office/officeart/2005/8/layout/funnel1"/>
    <dgm:cxn modelId="{290D4796-D1FA-4E4A-BDE2-8EF19B0F5150}" srcId="{7DDB554B-8C71-439B-ADEC-CFE5FA6BD961}" destId="{E5FE82C4-FF44-4F61-B8D1-1359FD7123F3}" srcOrd="2" destOrd="0" parTransId="{89EA36F0-986D-4080-888D-B219A99A1F3B}" sibTransId="{C9EA71D4-F88E-41BA-BBFC-1AF1E196C857}"/>
    <dgm:cxn modelId="{C89EA298-9CB7-4302-BC6B-847BCCA4B6EF}" srcId="{9803B952-6796-4A30-A3C0-F429F40775B7}" destId="{564C52A4-C5CE-4077-93F7-FFB8D414663B}" srcOrd="1" destOrd="0" parTransId="{B3AEA969-D902-42E3-9E6B-B734331E9AB8}" sibTransId="{891FAAD8-3E1F-4A18-ADB5-204986507BB0}"/>
    <dgm:cxn modelId="{51AEA999-D63E-4F2B-9846-1989DD02673E}" srcId="{5C11B284-4F9C-4DAE-BA7E-260F9E4FCE77}" destId="{A3E48FF1-94E7-47A6-AF8D-940EF84C55A4}" srcOrd="2" destOrd="0" parTransId="{C6E99506-0EF9-4463-9057-1BD2B08E696C}" sibTransId="{E48C5EFA-5445-477D-9439-3D294CC982A6}"/>
    <dgm:cxn modelId="{C14CB5B4-E387-4114-9FAC-3ADC8B42B108}" type="presOf" srcId="{7DDB554B-8C71-439B-ADEC-CFE5FA6BD961}" destId="{50F562F1-EE6C-49B0-AEAF-B838ECA41DB9}" srcOrd="0" destOrd="0" presId="urn:microsoft.com/office/officeart/2005/8/layout/funnel1"/>
    <dgm:cxn modelId="{A23D48C1-0208-4E14-8F48-C19333E1298E}" srcId="{9803B952-6796-4A30-A3C0-F429F40775B7}" destId="{338BCA03-6FF9-42A5-A881-74A511059165}" srcOrd="0" destOrd="0" parTransId="{3B00CC18-8189-48BF-9E2F-4608A361BCBB}" sibTransId="{B99102AC-AC35-4198-9A10-6CC145E5A605}"/>
    <dgm:cxn modelId="{603CF0CE-3F08-465F-B5BD-518F78C19949}" type="presOf" srcId="{FBF47274-5164-48DC-8BDB-34EB1079E98E}" destId="{50F562F1-EE6C-49B0-AEAF-B838ECA41DB9}" srcOrd="0" destOrd="1" presId="urn:microsoft.com/office/officeart/2005/8/layout/funnel1"/>
    <dgm:cxn modelId="{746C13D9-4C77-4608-B6BA-8BF418ACBF2A}" srcId="{7DE8A5C6-2423-4655-932D-9E24CD0CE093}" destId="{8D6F4EBF-664F-4825-A6B8-84728422EB3D}" srcOrd="0" destOrd="0" parTransId="{E54C834B-F892-4AE4-82C0-0EF30F2C2BE8}" sibTransId="{38B1384B-4A7E-409C-AD96-EE6CDBB6BD12}"/>
    <dgm:cxn modelId="{F51395DB-52D3-45CF-8FF6-91F718D8268B}" srcId="{5C11B284-4F9C-4DAE-BA7E-260F9E4FCE77}" destId="{9803B952-6796-4A30-A3C0-F429F40775B7}" srcOrd="3" destOrd="0" parTransId="{C113A374-2A32-4540-8CDB-A1E2EF4069C3}" sibTransId="{FAE25D13-134D-4408-87F7-708ACDC01BE1}"/>
    <dgm:cxn modelId="{FA43DADB-EA7F-493F-A898-0C76DD7FE8AF}" type="presOf" srcId="{7DE8A5C6-2423-4655-932D-9E24CD0CE093}" destId="{30537C1E-D71D-41DB-9934-B63B41547809}" srcOrd="0" destOrd="0" presId="urn:microsoft.com/office/officeart/2005/8/layout/funnel1"/>
    <dgm:cxn modelId="{AA7B78F8-CB84-4649-91E1-5AED0E7B757B}" srcId="{7DDB554B-8C71-439B-ADEC-CFE5FA6BD961}" destId="{FBF47274-5164-48DC-8BDB-34EB1079E98E}" srcOrd="0" destOrd="0" parTransId="{EDA53BFF-37E6-4A61-ADF0-8C30974A2E17}" sibTransId="{3F8F1398-214F-42B2-A965-615416A1BA5B}"/>
    <dgm:cxn modelId="{7DB6FDFB-1FA3-4634-AD98-B87D9D685ACD}" type="presOf" srcId="{4ACB2ECE-49FB-4CEA-9851-98B342939A33}" destId="{50F562F1-EE6C-49B0-AEAF-B838ECA41DB9}" srcOrd="0" destOrd="2" presId="urn:microsoft.com/office/officeart/2005/8/layout/funnel1"/>
    <dgm:cxn modelId="{90EB67FF-7945-4C16-ADE3-D8E86BD38171}" type="presParOf" srcId="{343BADF4-45E7-40AF-9550-E57D122939B7}" destId="{DCB9E88E-339F-495D-8B09-F41F7B0586DD}" srcOrd="0" destOrd="0" presId="urn:microsoft.com/office/officeart/2005/8/layout/funnel1"/>
    <dgm:cxn modelId="{2FBE8576-FFF6-467F-9499-AA9CDAA54CBA}" type="presParOf" srcId="{343BADF4-45E7-40AF-9550-E57D122939B7}" destId="{DB09BCF2-F1B8-42BB-9EE7-48C753522BF2}" srcOrd="1" destOrd="0" presId="urn:microsoft.com/office/officeart/2005/8/layout/funnel1"/>
    <dgm:cxn modelId="{8BAAB025-05E9-4B1B-BA13-B3F8E9022267}" type="presParOf" srcId="{343BADF4-45E7-40AF-9550-E57D122939B7}" destId="{255F6F75-8517-41D4-9985-3755EBCDB5D0}" srcOrd="2" destOrd="0" presId="urn:microsoft.com/office/officeart/2005/8/layout/funnel1"/>
    <dgm:cxn modelId="{393B732E-DF7F-46E1-8010-83A56DD7DA82}" type="presParOf" srcId="{343BADF4-45E7-40AF-9550-E57D122939B7}" destId="{957E470A-A98C-4307-8168-C3F631EF43C3}" srcOrd="3" destOrd="0" presId="urn:microsoft.com/office/officeart/2005/8/layout/funnel1"/>
    <dgm:cxn modelId="{E8B3F9D7-F834-458A-8F98-FC4A8619621C}" type="presParOf" srcId="{343BADF4-45E7-40AF-9550-E57D122939B7}" destId="{30537C1E-D71D-41DB-9934-B63B41547809}" srcOrd="4" destOrd="0" presId="urn:microsoft.com/office/officeart/2005/8/layout/funnel1"/>
    <dgm:cxn modelId="{58A83AE7-79C4-40E7-A386-5D0C4DB76372}" type="presParOf" srcId="{343BADF4-45E7-40AF-9550-E57D122939B7}" destId="{50F562F1-EE6C-49B0-AEAF-B838ECA41DB9}" srcOrd="5" destOrd="0" presId="urn:microsoft.com/office/officeart/2005/8/layout/funnel1"/>
    <dgm:cxn modelId="{A9929A92-1A54-4587-B804-21BB901D6DDF}" type="presParOf" srcId="{343BADF4-45E7-40AF-9550-E57D122939B7}" destId="{73A9F567-4D0F-4BF3-870F-626021C1DCF7}" srcOrd="6" destOrd="0" presId="urn:microsoft.com/office/officeart/2005/8/layout/funnel1"/>
  </dgm:cxnLst>
  <dgm:bg>
    <a:solidFill>
      <a:schemeClr val="bg2">
        <a:lumMod val="9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B420-5222-0AAC-BB8F-5FC2D06B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44A919-608D-18B0-BFD4-A9D84CF4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7625-562A-4842-836B-DCA29A222EC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1A795-72A8-80EC-FFE1-2E146924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E7BBB-9E1A-E95F-D934-43D5E434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DC522-B26E-4141-954E-736E903DA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7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61132-201A-D330-17B4-B994F9CF3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779AB-FA81-4442-2306-0D1847BA0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63EEB-7A99-66D1-5257-929A4F683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27625-562A-4842-836B-DCA29A222ECD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A6292-8C92-C18E-3BA1-633219FE1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D75C4-6A88-1295-1BE8-EA5E62CF8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DC522-B26E-4141-954E-736E903DA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4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21B1AA9-3628-0D73-0FC7-DD46E01B93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651028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2819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16x9minimal.potx" id="{A415893C-EE1F-4BAF-A288-47C0D1D9E29D}" vid="{41F76D42-8520-4C2A-9CBB-88C547746B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16x9minimal</Template>
  <TotalTime>0</TotalTime>
  <Words>11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 Henschel</dc:creator>
  <cp:lastModifiedBy>Regina Henschel</cp:lastModifiedBy>
  <cp:revision>86</cp:revision>
  <dcterms:created xsi:type="dcterms:W3CDTF">2026-05-16T09:08:04Z</dcterms:created>
  <dcterms:modified xsi:type="dcterms:W3CDTF">2026-05-16T10:50:56Z</dcterms:modified>
</cp:coreProperties>
</file>