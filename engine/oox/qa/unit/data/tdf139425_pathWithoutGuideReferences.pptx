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sldIdLst>
    <p:sldId id="256" r:id="rId2"/>
  </p:sldIdLst>
  <p:sldSz cx="8640763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2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913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053" y="306639"/>
            <a:ext cx="7452658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053" y="1533187"/>
            <a:ext cx="7452658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061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97"/>
          <p:cNvSpPr/>
          <p:nvPr/>
        </p:nvSpPr>
        <p:spPr bwMode="auto">
          <a:xfrm>
            <a:off x="509216" y="6021388"/>
            <a:ext cx="325438" cy="357187"/>
          </a:xfrm>
          <a:custGeom>
            <a:avLst/>
            <a:gdLst>
              <a:gd name="G0" fmla="*/ 903 5022 1"/>
              <a:gd name="G1" fmla="*/ G0 1 21600"/>
              <a:gd name="G2" fmla="*/ 903 8472 1"/>
              <a:gd name="G3" fmla="*/ G2 1 21600"/>
              <a:gd name="G4" fmla="*/ 991 3890 1"/>
              <a:gd name="G5" fmla="*/ G4 1 21600"/>
              <a:gd name="G6" fmla="+- 903 0 0"/>
              <a:gd name="G7" fmla="+- 991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8472" y="0"/>
                </a:moveTo>
                <a:lnTo>
                  <a:pt x="12860" y="6080"/>
                </a:lnTo>
                <a:lnTo>
                  <a:pt x="11050" y="6797"/>
                </a:lnTo>
                <a:lnTo>
                  <a:pt x="16577" y="12007"/>
                </a:lnTo>
                <a:lnTo>
                  <a:pt x="14767" y="12877"/>
                </a:lnTo>
                <a:lnTo>
                  <a:pt x="21600" y="21600"/>
                </a:lnTo>
                <a:lnTo>
                  <a:pt x="10012" y="14915"/>
                </a:lnTo>
                <a:lnTo>
                  <a:pt x="12222" y="13987"/>
                </a:lnTo>
                <a:lnTo>
                  <a:pt x="5022" y="9705"/>
                </a:lnTo>
                <a:lnTo>
                  <a:pt x="7602" y="8382"/>
                </a:lnTo>
                <a:lnTo>
                  <a:pt x="0" y="389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5BE51DD-FEFD-41BD-BC9A-87613D50E9A8}" vid="{4E03261A-CC9A-42E9-97D1-CB20A6695C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Quer24x16</Template>
  <TotalTime>9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Regina Henschel</dc:creator>
  <cp:lastModifiedBy>Regina Henschel</cp:lastModifiedBy>
  <cp:revision>6</cp:revision>
  <dcterms:created xsi:type="dcterms:W3CDTF">2022-10-30T14:08:28Z</dcterms:created>
  <dcterms:modified xsi:type="dcterms:W3CDTF">2022-10-30T18:37:18Z</dcterms:modified>
</cp:coreProperties>
</file>