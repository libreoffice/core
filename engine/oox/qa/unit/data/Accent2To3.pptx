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</p:sldIdLst>
  <p:sldSz cx="8640763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1" autoAdjust="0"/>
    <p:restoredTop sz="94660"/>
  </p:normalViewPr>
  <p:slideViewPr>
    <p:cSldViewPr snapToGrid="0">
      <p:cViewPr varScale="1">
        <p:scale>
          <a:sx n="84" d="100"/>
          <a:sy n="84" d="100"/>
        </p:scale>
        <p:origin x="6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E87EE4-D072-41DF-B631-340F24DB8ABB}" type="doc">
      <dgm:prSet loTypeId="urn:diagrams.loki3.com/Bar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7F1CF44-97EC-4C93-B0D6-2E427984F6F7}">
      <dgm:prSet phldrT="[Text]" phldr="0"/>
      <dgm:spPr/>
      <dgm:t>
        <a:bodyPr/>
        <a:lstStyle/>
        <a:p>
          <a:r>
            <a:rPr lang="en-US" dirty="0"/>
            <a:t>One</a:t>
          </a:r>
        </a:p>
      </dgm:t>
    </dgm:pt>
    <dgm:pt modelId="{1E17B34D-6A69-45DB-A94C-5B867A118F6F}" type="parTrans" cxnId="{07E231CA-B6F6-4A86-98C0-A1F1F911B702}">
      <dgm:prSet/>
      <dgm:spPr/>
      <dgm:t>
        <a:bodyPr/>
        <a:lstStyle/>
        <a:p>
          <a:endParaRPr lang="en-US"/>
        </a:p>
      </dgm:t>
    </dgm:pt>
    <dgm:pt modelId="{329C5528-38C5-4B74-AF71-2FD9EF976926}" type="sibTrans" cxnId="{07E231CA-B6F6-4A86-98C0-A1F1F911B702}">
      <dgm:prSet/>
      <dgm:spPr/>
      <dgm:t>
        <a:bodyPr/>
        <a:lstStyle/>
        <a:p>
          <a:endParaRPr lang="en-US"/>
        </a:p>
      </dgm:t>
    </dgm:pt>
    <dgm:pt modelId="{F264B997-D3FA-493F-92FF-08304BB3B374}">
      <dgm:prSet phldrT="[Text]" phldr="0"/>
      <dgm:spPr/>
      <dgm:t>
        <a:bodyPr/>
        <a:lstStyle/>
        <a:p>
          <a:r>
            <a:rPr lang="en-US" dirty="0"/>
            <a:t>Two</a:t>
          </a:r>
        </a:p>
      </dgm:t>
    </dgm:pt>
    <dgm:pt modelId="{DDAC89B0-CA50-4FF0-8635-EE39EDB76CC8}" type="parTrans" cxnId="{09720B13-9C1D-4449-A21B-0ACD7B653EC9}">
      <dgm:prSet/>
      <dgm:spPr/>
      <dgm:t>
        <a:bodyPr/>
        <a:lstStyle/>
        <a:p>
          <a:endParaRPr lang="en-US"/>
        </a:p>
      </dgm:t>
    </dgm:pt>
    <dgm:pt modelId="{E5AAD301-0D17-46F6-AADF-40117B107E5C}" type="sibTrans" cxnId="{09720B13-9C1D-4449-A21B-0ACD7B653EC9}">
      <dgm:prSet/>
      <dgm:spPr/>
      <dgm:t>
        <a:bodyPr/>
        <a:lstStyle/>
        <a:p>
          <a:endParaRPr lang="en-US"/>
        </a:p>
      </dgm:t>
    </dgm:pt>
    <dgm:pt modelId="{762A15DE-9FB9-4AAD-947F-F825415CF3C7}">
      <dgm:prSet phldrT="[Text]" phldr="0"/>
      <dgm:spPr/>
      <dgm:t>
        <a:bodyPr/>
        <a:lstStyle/>
        <a:p>
          <a:r>
            <a:rPr lang="en-US" dirty="0"/>
            <a:t>Three</a:t>
          </a:r>
        </a:p>
      </dgm:t>
    </dgm:pt>
    <dgm:pt modelId="{A34F7EE1-6B8E-40B9-9339-B5E1951DCA25}" type="parTrans" cxnId="{40098379-8324-4C00-B4DB-5612E826740B}">
      <dgm:prSet/>
      <dgm:spPr/>
      <dgm:t>
        <a:bodyPr/>
        <a:lstStyle/>
        <a:p>
          <a:endParaRPr lang="en-US"/>
        </a:p>
      </dgm:t>
    </dgm:pt>
    <dgm:pt modelId="{D434E31A-6C4D-4394-9870-78C22B4F7EB2}" type="sibTrans" cxnId="{40098379-8324-4C00-B4DB-5612E826740B}">
      <dgm:prSet/>
      <dgm:spPr/>
      <dgm:t>
        <a:bodyPr/>
        <a:lstStyle/>
        <a:p>
          <a:endParaRPr lang="en-US"/>
        </a:p>
      </dgm:t>
    </dgm:pt>
    <dgm:pt modelId="{A3E4EB5D-D6FF-4687-990B-33C3C6DF9C69}">
      <dgm:prSet phldrT="[Text]" phldr="0"/>
      <dgm:spPr/>
      <dgm:t>
        <a:bodyPr/>
        <a:lstStyle/>
        <a:p>
          <a:r>
            <a:rPr lang="en-US" dirty="0"/>
            <a:t>Four</a:t>
          </a:r>
        </a:p>
      </dgm:t>
    </dgm:pt>
    <dgm:pt modelId="{768C5E00-3208-4B96-870A-9E726A4668B8}" type="parTrans" cxnId="{9341D232-0AAB-427F-8DC2-E085DC2DC371}">
      <dgm:prSet/>
      <dgm:spPr/>
      <dgm:t>
        <a:bodyPr/>
        <a:lstStyle/>
        <a:p>
          <a:endParaRPr lang="en-US"/>
        </a:p>
      </dgm:t>
    </dgm:pt>
    <dgm:pt modelId="{03DD9B71-CD5E-41BC-8E5C-21847909E8DC}" type="sibTrans" cxnId="{9341D232-0AAB-427F-8DC2-E085DC2DC371}">
      <dgm:prSet/>
      <dgm:spPr/>
      <dgm:t>
        <a:bodyPr/>
        <a:lstStyle/>
        <a:p>
          <a:endParaRPr lang="en-US"/>
        </a:p>
      </dgm:t>
    </dgm:pt>
    <dgm:pt modelId="{8572C3CD-A40D-4A50-8224-206B79A51489}">
      <dgm:prSet phldrT="[Text]" phldr="0"/>
      <dgm:spPr/>
      <dgm:t>
        <a:bodyPr/>
        <a:lstStyle/>
        <a:p>
          <a:r>
            <a:rPr lang="en-US"/>
            <a:t>Five</a:t>
          </a:r>
          <a:endParaRPr lang="en-US" dirty="0"/>
        </a:p>
      </dgm:t>
    </dgm:pt>
    <dgm:pt modelId="{8BE12C15-55BD-4ECE-9DD9-51A241952EF4}" type="parTrans" cxnId="{37217576-77B3-47E1-94A2-2D656454B14C}">
      <dgm:prSet/>
      <dgm:spPr/>
      <dgm:t>
        <a:bodyPr/>
        <a:lstStyle/>
        <a:p>
          <a:endParaRPr lang="en-US"/>
        </a:p>
      </dgm:t>
    </dgm:pt>
    <dgm:pt modelId="{BD8A8AE0-6540-42FA-98AF-C7378F4007F7}" type="sibTrans" cxnId="{37217576-77B3-47E1-94A2-2D656454B14C}">
      <dgm:prSet/>
      <dgm:spPr/>
      <dgm:t>
        <a:bodyPr/>
        <a:lstStyle/>
        <a:p>
          <a:endParaRPr lang="en-US"/>
        </a:p>
      </dgm:t>
    </dgm:pt>
    <dgm:pt modelId="{FD94BB23-F9E2-4840-BBC3-4CB11097CDA5}">
      <dgm:prSet phldrT="[Text]" phldr="0"/>
      <dgm:spPr/>
      <dgm:t>
        <a:bodyPr/>
        <a:lstStyle/>
        <a:p>
          <a:r>
            <a:rPr lang="en-US"/>
            <a:t>Six</a:t>
          </a:r>
          <a:endParaRPr lang="en-US" dirty="0"/>
        </a:p>
      </dgm:t>
    </dgm:pt>
    <dgm:pt modelId="{4E5EC42B-AC9F-4B46-AFEE-682677C55A3E}" type="parTrans" cxnId="{E4BF936F-6090-411A-995B-21824E19BCBC}">
      <dgm:prSet/>
      <dgm:spPr/>
      <dgm:t>
        <a:bodyPr/>
        <a:lstStyle/>
        <a:p>
          <a:endParaRPr lang="en-US"/>
        </a:p>
      </dgm:t>
    </dgm:pt>
    <dgm:pt modelId="{9F95260F-B5E2-45D7-8558-EA2E2F3432EA}" type="sibTrans" cxnId="{E4BF936F-6090-411A-995B-21824E19BCBC}">
      <dgm:prSet/>
      <dgm:spPr/>
      <dgm:t>
        <a:bodyPr/>
        <a:lstStyle/>
        <a:p>
          <a:endParaRPr lang="en-US"/>
        </a:p>
      </dgm:t>
    </dgm:pt>
    <dgm:pt modelId="{056E362D-0D85-46B9-BDED-4148DEAB284C}">
      <dgm:prSet phldrT="[Text]" phldr="0"/>
      <dgm:spPr/>
      <dgm:t>
        <a:bodyPr/>
        <a:lstStyle/>
        <a:p>
          <a:r>
            <a:rPr lang="en-US"/>
            <a:t>Seven</a:t>
          </a:r>
          <a:endParaRPr lang="en-US" dirty="0"/>
        </a:p>
      </dgm:t>
    </dgm:pt>
    <dgm:pt modelId="{DE5F1C6D-CD14-4685-A220-D62EA47C699D}" type="parTrans" cxnId="{49559BAD-B999-4631-AF64-03CDF033C215}">
      <dgm:prSet/>
      <dgm:spPr/>
      <dgm:t>
        <a:bodyPr/>
        <a:lstStyle/>
        <a:p>
          <a:endParaRPr lang="en-US"/>
        </a:p>
      </dgm:t>
    </dgm:pt>
    <dgm:pt modelId="{DA2C3E67-020B-440F-B03D-2169E346717C}" type="sibTrans" cxnId="{49559BAD-B999-4631-AF64-03CDF033C215}">
      <dgm:prSet/>
      <dgm:spPr/>
      <dgm:t>
        <a:bodyPr/>
        <a:lstStyle/>
        <a:p>
          <a:endParaRPr lang="en-US"/>
        </a:p>
      </dgm:t>
    </dgm:pt>
    <dgm:pt modelId="{EACF9D6D-C715-4CA3-B1E4-A8574B68A299}" type="pres">
      <dgm:prSet presAssocID="{20E87EE4-D072-41DF-B631-340F24DB8ABB}" presName="Name0" presStyleCnt="0">
        <dgm:presLayoutVars>
          <dgm:dir/>
          <dgm:resizeHandles val="exact"/>
        </dgm:presLayoutVars>
      </dgm:prSet>
      <dgm:spPr/>
    </dgm:pt>
    <dgm:pt modelId="{BA188660-339C-4EE4-B961-7B4E1EA7D1B8}" type="pres">
      <dgm:prSet presAssocID="{17F1CF44-97EC-4C93-B0D6-2E427984F6F7}" presName="Name4" presStyleLbl="node1" presStyleIdx="0" presStyleCnt="7">
        <dgm:presLayoutVars>
          <dgm:bulletEnabled val="1"/>
        </dgm:presLayoutVars>
      </dgm:prSet>
      <dgm:spPr/>
    </dgm:pt>
    <dgm:pt modelId="{2B35CA08-D52B-406C-992C-F72D568199F0}" type="pres">
      <dgm:prSet presAssocID="{F264B997-D3FA-493F-92FF-08304BB3B374}" presName="Name4" presStyleLbl="node1" presStyleIdx="1" presStyleCnt="7">
        <dgm:presLayoutVars>
          <dgm:bulletEnabled val="1"/>
        </dgm:presLayoutVars>
      </dgm:prSet>
      <dgm:spPr/>
    </dgm:pt>
    <dgm:pt modelId="{6B3545BF-EE5B-4BFB-B569-BCD49A981918}" type="pres">
      <dgm:prSet presAssocID="{762A15DE-9FB9-4AAD-947F-F825415CF3C7}" presName="Name4" presStyleLbl="node1" presStyleIdx="2" presStyleCnt="7">
        <dgm:presLayoutVars>
          <dgm:bulletEnabled val="1"/>
        </dgm:presLayoutVars>
      </dgm:prSet>
      <dgm:spPr/>
    </dgm:pt>
    <dgm:pt modelId="{49A68A0A-9DA8-4727-BA61-5BBFD4C6ED21}" type="pres">
      <dgm:prSet presAssocID="{A3E4EB5D-D6FF-4687-990B-33C3C6DF9C69}" presName="Name4" presStyleLbl="node1" presStyleIdx="3" presStyleCnt="7">
        <dgm:presLayoutVars>
          <dgm:bulletEnabled val="1"/>
        </dgm:presLayoutVars>
      </dgm:prSet>
      <dgm:spPr/>
    </dgm:pt>
    <dgm:pt modelId="{D26FAD2F-4C07-4B4A-AC6E-543A2F2CD8B0}" type="pres">
      <dgm:prSet presAssocID="{8572C3CD-A40D-4A50-8224-206B79A51489}" presName="Name4" presStyleLbl="node1" presStyleIdx="4" presStyleCnt="7">
        <dgm:presLayoutVars>
          <dgm:bulletEnabled val="1"/>
        </dgm:presLayoutVars>
      </dgm:prSet>
      <dgm:spPr/>
    </dgm:pt>
    <dgm:pt modelId="{B5292A7F-A264-4BD8-8D9A-7B06B594ED3E}" type="pres">
      <dgm:prSet presAssocID="{FD94BB23-F9E2-4840-BBC3-4CB11097CDA5}" presName="Name4" presStyleLbl="node1" presStyleIdx="5" presStyleCnt="7">
        <dgm:presLayoutVars>
          <dgm:bulletEnabled val="1"/>
        </dgm:presLayoutVars>
      </dgm:prSet>
      <dgm:spPr/>
    </dgm:pt>
    <dgm:pt modelId="{D38519AD-E079-45EB-92B9-02134F7380DA}" type="pres">
      <dgm:prSet presAssocID="{056E362D-0D85-46B9-BDED-4148DEAB284C}" presName="Name4" presStyleLbl="node1" presStyleIdx="6" presStyleCnt="7">
        <dgm:presLayoutVars>
          <dgm:bulletEnabled val="1"/>
        </dgm:presLayoutVars>
      </dgm:prSet>
      <dgm:spPr/>
    </dgm:pt>
  </dgm:ptLst>
  <dgm:cxnLst>
    <dgm:cxn modelId="{09720B13-9C1D-4449-A21B-0ACD7B653EC9}" srcId="{20E87EE4-D072-41DF-B631-340F24DB8ABB}" destId="{F264B997-D3FA-493F-92FF-08304BB3B374}" srcOrd="1" destOrd="0" parTransId="{DDAC89B0-CA50-4FF0-8635-EE39EDB76CC8}" sibTransId="{E5AAD301-0D17-46F6-AADF-40117B107E5C}"/>
    <dgm:cxn modelId="{9341D232-0AAB-427F-8DC2-E085DC2DC371}" srcId="{20E87EE4-D072-41DF-B631-340F24DB8ABB}" destId="{A3E4EB5D-D6FF-4687-990B-33C3C6DF9C69}" srcOrd="3" destOrd="0" parTransId="{768C5E00-3208-4B96-870A-9E726A4668B8}" sibTransId="{03DD9B71-CD5E-41BC-8E5C-21847909E8DC}"/>
    <dgm:cxn modelId="{CC819C63-3686-42C2-859E-AFC1B8EDC0E2}" type="presOf" srcId="{A3E4EB5D-D6FF-4687-990B-33C3C6DF9C69}" destId="{49A68A0A-9DA8-4727-BA61-5BBFD4C6ED21}" srcOrd="0" destOrd="0" presId="urn:diagrams.loki3.com/BarList"/>
    <dgm:cxn modelId="{8CE1DC69-72B8-4F08-A405-3F94FE33D935}" type="presOf" srcId="{FD94BB23-F9E2-4840-BBC3-4CB11097CDA5}" destId="{B5292A7F-A264-4BD8-8D9A-7B06B594ED3E}" srcOrd="0" destOrd="0" presId="urn:diagrams.loki3.com/BarList"/>
    <dgm:cxn modelId="{9EB0284A-ED1E-48DA-A9C7-D2B44024BAD4}" type="presOf" srcId="{20E87EE4-D072-41DF-B631-340F24DB8ABB}" destId="{EACF9D6D-C715-4CA3-B1E4-A8574B68A299}" srcOrd="0" destOrd="0" presId="urn:diagrams.loki3.com/BarList"/>
    <dgm:cxn modelId="{E4BF936F-6090-411A-995B-21824E19BCBC}" srcId="{20E87EE4-D072-41DF-B631-340F24DB8ABB}" destId="{FD94BB23-F9E2-4840-BBC3-4CB11097CDA5}" srcOrd="5" destOrd="0" parTransId="{4E5EC42B-AC9F-4B46-AFEE-682677C55A3E}" sibTransId="{9F95260F-B5E2-45D7-8558-EA2E2F3432EA}"/>
    <dgm:cxn modelId="{37217576-77B3-47E1-94A2-2D656454B14C}" srcId="{20E87EE4-D072-41DF-B631-340F24DB8ABB}" destId="{8572C3CD-A40D-4A50-8224-206B79A51489}" srcOrd="4" destOrd="0" parTransId="{8BE12C15-55BD-4ECE-9DD9-51A241952EF4}" sibTransId="{BD8A8AE0-6540-42FA-98AF-C7378F4007F7}"/>
    <dgm:cxn modelId="{92E62857-EBD1-4058-AF95-2C9DD10F9158}" type="presOf" srcId="{762A15DE-9FB9-4AAD-947F-F825415CF3C7}" destId="{6B3545BF-EE5B-4BFB-B569-BCD49A981918}" srcOrd="0" destOrd="0" presId="urn:diagrams.loki3.com/BarList"/>
    <dgm:cxn modelId="{8AF43879-1190-4801-915D-C36D01E2BEF7}" type="presOf" srcId="{056E362D-0D85-46B9-BDED-4148DEAB284C}" destId="{D38519AD-E079-45EB-92B9-02134F7380DA}" srcOrd="0" destOrd="0" presId="urn:diagrams.loki3.com/BarList"/>
    <dgm:cxn modelId="{40098379-8324-4C00-B4DB-5612E826740B}" srcId="{20E87EE4-D072-41DF-B631-340F24DB8ABB}" destId="{762A15DE-9FB9-4AAD-947F-F825415CF3C7}" srcOrd="2" destOrd="0" parTransId="{A34F7EE1-6B8E-40B9-9339-B5E1951DCA25}" sibTransId="{D434E31A-6C4D-4394-9870-78C22B4F7EB2}"/>
    <dgm:cxn modelId="{B47CD8A4-E55F-4AC6-91FD-C73C0249EE7B}" type="presOf" srcId="{8572C3CD-A40D-4A50-8224-206B79A51489}" destId="{D26FAD2F-4C07-4B4A-AC6E-543A2F2CD8B0}" srcOrd="0" destOrd="0" presId="urn:diagrams.loki3.com/BarList"/>
    <dgm:cxn modelId="{49559BAD-B999-4631-AF64-03CDF033C215}" srcId="{20E87EE4-D072-41DF-B631-340F24DB8ABB}" destId="{056E362D-0D85-46B9-BDED-4148DEAB284C}" srcOrd="6" destOrd="0" parTransId="{DE5F1C6D-CD14-4685-A220-D62EA47C699D}" sibTransId="{DA2C3E67-020B-440F-B03D-2169E346717C}"/>
    <dgm:cxn modelId="{07E231CA-B6F6-4A86-98C0-A1F1F911B702}" srcId="{20E87EE4-D072-41DF-B631-340F24DB8ABB}" destId="{17F1CF44-97EC-4C93-B0D6-2E427984F6F7}" srcOrd="0" destOrd="0" parTransId="{1E17B34D-6A69-45DB-A94C-5B867A118F6F}" sibTransId="{329C5528-38C5-4B74-AF71-2FD9EF976926}"/>
    <dgm:cxn modelId="{16951AE7-7679-4021-864C-BAD58FF44BB5}" type="presOf" srcId="{17F1CF44-97EC-4C93-B0D6-2E427984F6F7}" destId="{BA188660-339C-4EE4-B961-7B4E1EA7D1B8}" srcOrd="0" destOrd="0" presId="urn:diagrams.loki3.com/BarList"/>
    <dgm:cxn modelId="{9EC77FFF-ADF3-4EB2-8797-8BD31486FB84}" type="presOf" srcId="{F264B997-D3FA-493F-92FF-08304BB3B374}" destId="{2B35CA08-D52B-406C-992C-F72D568199F0}" srcOrd="0" destOrd="0" presId="urn:diagrams.loki3.com/BarList"/>
    <dgm:cxn modelId="{D4DA6D88-3426-4529-B646-68CD41021812}" type="presParOf" srcId="{EACF9D6D-C715-4CA3-B1E4-A8574B68A299}" destId="{BA188660-339C-4EE4-B961-7B4E1EA7D1B8}" srcOrd="0" destOrd="0" presId="urn:diagrams.loki3.com/BarList"/>
    <dgm:cxn modelId="{DEAEAC8E-64D6-4B83-90D7-71FC5178D471}" type="presParOf" srcId="{EACF9D6D-C715-4CA3-B1E4-A8574B68A299}" destId="{2B35CA08-D52B-406C-992C-F72D568199F0}" srcOrd="1" destOrd="0" presId="urn:diagrams.loki3.com/BarList"/>
    <dgm:cxn modelId="{18C9F6DE-1CAF-457D-B5CA-CDBE1A553D43}" type="presParOf" srcId="{EACF9D6D-C715-4CA3-B1E4-A8574B68A299}" destId="{6B3545BF-EE5B-4BFB-B569-BCD49A981918}" srcOrd="2" destOrd="0" presId="urn:diagrams.loki3.com/BarList"/>
    <dgm:cxn modelId="{FCA0CCDB-E539-482D-BB9C-F539D42AD046}" type="presParOf" srcId="{EACF9D6D-C715-4CA3-B1E4-A8574B68A299}" destId="{49A68A0A-9DA8-4727-BA61-5BBFD4C6ED21}" srcOrd="3" destOrd="0" presId="urn:diagrams.loki3.com/BarList"/>
    <dgm:cxn modelId="{BBCEA6FE-D27B-4440-A823-A9FF5F2FF873}" type="presParOf" srcId="{EACF9D6D-C715-4CA3-B1E4-A8574B68A299}" destId="{D26FAD2F-4C07-4B4A-AC6E-543A2F2CD8B0}" srcOrd="4" destOrd="0" presId="urn:diagrams.loki3.com/BarList"/>
    <dgm:cxn modelId="{AD0BC5A5-F7A6-4CF4-876D-9852A8BA468A}" type="presParOf" srcId="{EACF9D6D-C715-4CA3-B1E4-A8574B68A299}" destId="{B5292A7F-A264-4BD8-8D9A-7B06B594ED3E}" srcOrd="5" destOrd="0" presId="urn:diagrams.loki3.com/BarList"/>
    <dgm:cxn modelId="{721BC5B5-AA8D-475F-9B83-F146B19446DF}" type="presParOf" srcId="{EACF9D6D-C715-4CA3-B1E4-A8574B68A299}" destId="{D38519AD-E079-45EB-92B9-02134F7380DA}" srcOrd="6" destOrd="0" presId="urn:diagrams.loki3.com/Bar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diagrams.loki3.com/BarList">
  <dgm:title val="Bar List"/>
  <dgm:desc val="Use for emphasizing items of different weights.  Good for smaller amounts of text or shorter lists. The height of each shape is independently determined based on its text."/>
  <dgm:catLst>
    <dgm:cat type="list" pri="4150"/>
    <dgm:cat type="other" pri="154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b"/>
          <dgm:param type="nodeVertAlign" val="b"/>
        </dgm:alg>
      </dgm:if>
      <dgm:else name="Name3">
        <dgm:alg type="lin">
          <dgm:param type="linDir" val="fromR"/>
          <dgm:param type="vertAlign" val="b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val="20"/>
      <dgm:constr type="primFontSz" for="ch" ptType="node" op="equ" val="65"/>
    </dgm:constrLst>
    <dgm:ruleLst/>
    <dgm:forEach name="nodesForEach" axis="ch" ptType="node">
      <dgm:layoutNode name="Name4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h" val="INF" fact="NaN" max="NaN"/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668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333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621A6AD-E54B-F15A-C227-A52F728091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1034670"/>
              </p:ext>
            </p:extLst>
          </p:nvPr>
        </p:nvGraphicFramePr>
        <p:xfrm>
          <a:off x="540381" y="2159725"/>
          <a:ext cx="7560000" cy="144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9386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gina">
      <a:dk1>
        <a:srgbClr val="00B050"/>
      </a:dk1>
      <a:lt1>
        <a:srgbClr val="FFFFCC"/>
      </a:lt1>
      <a:dk2>
        <a:srgbClr val="44546A"/>
      </a:dk2>
      <a:lt2>
        <a:srgbClr val="E7E6E6"/>
      </a:lt2>
      <a:accent1>
        <a:srgbClr val="4472C4"/>
      </a:accent1>
      <a:accent2>
        <a:srgbClr val="00B050"/>
      </a:accent2>
      <a:accent3>
        <a:srgbClr val="FF00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26A274EF-EF57-455B-9C9F-7EB5D5275ADE}" vid="{61F186A6-6420-4277-954D-28BA2D3E746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24x16minimal</Template>
  <TotalTime>0</TotalTime>
  <Words>7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Regina Henschel</dc:creator>
  <cp:lastModifiedBy>Regina Henschel</cp:lastModifiedBy>
  <cp:revision>1</cp:revision>
  <dcterms:created xsi:type="dcterms:W3CDTF">2026-06-12T23:39:59Z</dcterms:created>
  <dcterms:modified xsi:type="dcterms:W3CDTF">2026-06-12T23:46:14Z</dcterms:modified>
</cp:coreProperties>
</file>