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9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DC9E91-2CF6-416E-8AD5-5B4E21CFB648}" type="doc">
      <dgm:prSet loTypeId="urn:microsoft.com/office/officeart/2005/8/layout/process2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903D41D2-D089-4DA0-B907-8B0E3613A1A2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AD16A33F-BE3D-4DF7-A6E6-239AC6C7A7AF}" type="parTrans" cxnId="{73444B05-2651-4238-A8B0-8F6A191B8301}">
      <dgm:prSet/>
      <dgm:spPr/>
      <dgm:t>
        <a:bodyPr/>
        <a:lstStyle/>
        <a:p>
          <a:endParaRPr lang="en-US"/>
        </a:p>
      </dgm:t>
    </dgm:pt>
    <dgm:pt modelId="{A34B5D63-C499-4102-916B-6DEE5072CC1A}" type="sibTrans" cxnId="{73444B05-2651-4238-A8B0-8F6A191B8301}">
      <dgm:prSet/>
      <dgm:spPr/>
      <dgm:t>
        <a:bodyPr/>
        <a:lstStyle/>
        <a:p>
          <a:endParaRPr lang="en-US"/>
        </a:p>
      </dgm:t>
    </dgm:pt>
    <dgm:pt modelId="{7E6031E3-C5A3-44D0-8C15-4C5938ED7734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8F992350-252D-4453-9591-D0B3C8F46B32}" type="parTrans" cxnId="{51288558-14F7-4095-9199-8E16D96BCD70}">
      <dgm:prSet/>
      <dgm:spPr/>
      <dgm:t>
        <a:bodyPr/>
        <a:lstStyle/>
        <a:p>
          <a:endParaRPr lang="en-US"/>
        </a:p>
      </dgm:t>
    </dgm:pt>
    <dgm:pt modelId="{0F5BF374-1CC2-465B-B365-288C2DBF6E77}" type="sibTrans" cxnId="{51288558-14F7-4095-9199-8E16D96BCD70}">
      <dgm:prSet/>
      <dgm:spPr/>
      <dgm:t>
        <a:bodyPr/>
        <a:lstStyle/>
        <a:p>
          <a:endParaRPr lang="en-US"/>
        </a:p>
      </dgm:t>
    </dgm:pt>
    <dgm:pt modelId="{E6FFBF9C-619C-4B77-B5E0-F88368380C8F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580EABB5-8C8D-4DD5-8B0B-5C49B213AA0E}" type="parTrans" cxnId="{1E0D8CA3-9463-4FA5-A56D-3A6353EA95DD}">
      <dgm:prSet/>
      <dgm:spPr/>
      <dgm:t>
        <a:bodyPr/>
        <a:lstStyle/>
        <a:p>
          <a:endParaRPr lang="en-US"/>
        </a:p>
      </dgm:t>
    </dgm:pt>
    <dgm:pt modelId="{ADC84D8A-DAEC-4565-A599-51E67535FFBD}" type="sibTrans" cxnId="{1E0D8CA3-9463-4FA5-A56D-3A6353EA95DD}">
      <dgm:prSet/>
      <dgm:spPr/>
      <dgm:t>
        <a:bodyPr/>
        <a:lstStyle/>
        <a:p>
          <a:endParaRPr lang="en-US"/>
        </a:p>
      </dgm:t>
    </dgm:pt>
    <dgm:pt modelId="{1766CA22-DDDD-4CA8-9BE8-C71065925F8D}" type="pres">
      <dgm:prSet presAssocID="{98DC9E91-2CF6-416E-8AD5-5B4E21CFB648}" presName="linearFlow" presStyleCnt="0">
        <dgm:presLayoutVars>
          <dgm:resizeHandles val="exact"/>
        </dgm:presLayoutVars>
      </dgm:prSet>
      <dgm:spPr/>
    </dgm:pt>
    <dgm:pt modelId="{E33ED0B7-2581-40F5-AB8C-D4C7D20E7D2D}" type="pres">
      <dgm:prSet presAssocID="{903D41D2-D089-4DA0-B907-8B0E3613A1A2}" presName="node" presStyleLbl="node1" presStyleIdx="0" presStyleCnt="3">
        <dgm:presLayoutVars>
          <dgm:bulletEnabled val="1"/>
        </dgm:presLayoutVars>
      </dgm:prSet>
      <dgm:spPr/>
    </dgm:pt>
    <dgm:pt modelId="{D25BD537-FFB0-40ED-80EE-79C85FDAB1E9}" type="pres">
      <dgm:prSet presAssocID="{A34B5D63-C499-4102-916B-6DEE5072CC1A}" presName="sibTrans" presStyleLbl="sibTrans2D1" presStyleIdx="0" presStyleCnt="2"/>
      <dgm:spPr/>
    </dgm:pt>
    <dgm:pt modelId="{D5E03091-6329-4F4E-B363-66BB16DDA605}" type="pres">
      <dgm:prSet presAssocID="{A34B5D63-C499-4102-916B-6DEE5072CC1A}" presName="connectorText" presStyleLbl="sibTrans2D1" presStyleIdx="0" presStyleCnt="2"/>
      <dgm:spPr/>
    </dgm:pt>
    <dgm:pt modelId="{767FEE71-04E0-4203-BD58-2C4049A941B4}" type="pres">
      <dgm:prSet presAssocID="{7E6031E3-C5A3-44D0-8C15-4C5938ED7734}" presName="node" presStyleLbl="node1" presStyleIdx="1" presStyleCnt="3">
        <dgm:presLayoutVars>
          <dgm:bulletEnabled val="1"/>
        </dgm:presLayoutVars>
      </dgm:prSet>
      <dgm:spPr/>
    </dgm:pt>
    <dgm:pt modelId="{788EBCCE-0239-42C2-A99A-88F9A76F1102}" type="pres">
      <dgm:prSet presAssocID="{0F5BF374-1CC2-465B-B365-288C2DBF6E77}" presName="sibTrans" presStyleLbl="sibTrans2D1" presStyleIdx="1" presStyleCnt="2"/>
      <dgm:spPr/>
    </dgm:pt>
    <dgm:pt modelId="{2EC1830D-2688-4654-ACD9-27BD7CDCFFC7}" type="pres">
      <dgm:prSet presAssocID="{0F5BF374-1CC2-465B-B365-288C2DBF6E77}" presName="connectorText" presStyleLbl="sibTrans2D1" presStyleIdx="1" presStyleCnt="2"/>
      <dgm:spPr/>
    </dgm:pt>
    <dgm:pt modelId="{3C652B59-F7CC-45B1-9856-D7CC7A56967C}" type="pres">
      <dgm:prSet presAssocID="{E6FFBF9C-619C-4B77-B5E0-F88368380C8F}" presName="node" presStyleLbl="node1" presStyleIdx="2" presStyleCnt="3">
        <dgm:presLayoutVars>
          <dgm:bulletEnabled val="1"/>
        </dgm:presLayoutVars>
      </dgm:prSet>
      <dgm:spPr/>
    </dgm:pt>
  </dgm:ptLst>
  <dgm:cxnLst>
    <dgm:cxn modelId="{73444B05-2651-4238-A8B0-8F6A191B8301}" srcId="{98DC9E91-2CF6-416E-8AD5-5B4E21CFB648}" destId="{903D41D2-D089-4DA0-B907-8B0E3613A1A2}" srcOrd="0" destOrd="0" parTransId="{AD16A33F-BE3D-4DF7-A6E6-239AC6C7A7AF}" sibTransId="{A34B5D63-C499-4102-916B-6DEE5072CC1A}"/>
    <dgm:cxn modelId="{DD1B4E48-B8C7-4A80-A50A-F0626AFA6202}" type="presOf" srcId="{E6FFBF9C-619C-4B77-B5E0-F88368380C8F}" destId="{3C652B59-F7CC-45B1-9856-D7CC7A56967C}" srcOrd="0" destOrd="0" presId="urn:microsoft.com/office/officeart/2005/8/layout/process2"/>
    <dgm:cxn modelId="{DDA6F857-1697-47C6-BFEA-E35C7BF0FCBC}" type="presOf" srcId="{A34B5D63-C499-4102-916B-6DEE5072CC1A}" destId="{D5E03091-6329-4F4E-B363-66BB16DDA605}" srcOrd="1" destOrd="0" presId="urn:microsoft.com/office/officeart/2005/8/layout/process2"/>
    <dgm:cxn modelId="{51288558-14F7-4095-9199-8E16D96BCD70}" srcId="{98DC9E91-2CF6-416E-8AD5-5B4E21CFB648}" destId="{7E6031E3-C5A3-44D0-8C15-4C5938ED7734}" srcOrd="1" destOrd="0" parTransId="{8F992350-252D-4453-9591-D0B3C8F46B32}" sibTransId="{0F5BF374-1CC2-465B-B365-288C2DBF6E77}"/>
    <dgm:cxn modelId="{E37F1C7E-E1A0-4BD0-B15E-022BCCEABEA0}" type="presOf" srcId="{A34B5D63-C499-4102-916B-6DEE5072CC1A}" destId="{D25BD537-FFB0-40ED-80EE-79C85FDAB1E9}" srcOrd="0" destOrd="0" presId="urn:microsoft.com/office/officeart/2005/8/layout/process2"/>
    <dgm:cxn modelId="{68968290-7ECD-48F7-AD10-158A3E7BFD41}" type="presOf" srcId="{903D41D2-D089-4DA0-B907-8B0E3613A1A2}" destId="{E33ED0B7-2581-40F5-AB8C-D4C7D20E7D2D}" srcOrd="0" destOrd="0" presId="urn:microsoft.com/office/officeart/2005/8/layout/process2"/>
    <dgm:cxn modelId="{1E0D8CA3-9463-4FA5-A56D-3A6353EA95DD}" srcId="{98DC9E91-2CF6-416E-8AD5-5B4E21CFB648}" destId="{E6FFBF9C-619C-4B77-B5E0-F88368380C8F}" srcOrd="2" destOrd="0" parTransId="{580EABB5-8C8D-4DD5-8B0B-5C49B213AA0E}" sibTransId="{ADC84D8A-DAEC-4565-A599-51E67535FFBD}"/>
    <dgm:cxn modelId="{6A5204A6-C5CA-480F-8455-CDE60610F819}" type="presOf" srcId="{98DC9E91-2CF6-416E-8AD5-5B4E21CFB648}" destId="{1766CA22-DDDD-4CA8-9BE8-C71065925F8D}" srcOrd="0" destOrd="0" presId="urn:microsoft.com/office/officeart/2005/8/layout/process2"/>
    <dgm:cxn modelId="{EEF9C7C6-EE0C-4099-9E5F-87802F07B1D9}" type="presOf" srcId="{0F5BF374-1CC2-465B-B365-288C2DBF6E77}" destId="{2EC1830D-2688-4654-ACD9-27BD7CDCFFC7}" srcOrd="1" destOrd="0" presId="urn:microsoft.com/office/officeart/2005/8/layout/process2"/>
    <dgm:cxn modelId="{ADA7D9D5-3C59-4FCA-A1FE-8356E3AEC57F}" type="presOf" srcId="{7E6031E3-C5A3-44D0-8C15-4C5938ED7734}" destId="{767FEE71-04E0-4203-BD58-2C4049A941B4}" srcOrd="0" destOrd="0" presId="urn:microsoft.com/office/officeart/2005/8/layout/process2"/>
    <dgm:cxn modelId="{02BF18D9-9552-47A8-8C71-5B259FE2E408}" type="presOf" srcId="{0F5BF374-1CC2-465B-B365-288C2DBF6E77}" destId="{788EBCCE-0239-42C2-A99A-88F9A76F1102}" srcOrd="0" destOrd="0" presId="urn:microsoft.com/office/officeart/2005/8/layout/process2"/>
    <dgm:cxn modelId="{8FE4CFB1-0575-418B-8BF4-1F25CA1DFB28}" type="presParOf" srcId="{1766CA22-DDDD-4CA8-9BE8-C71065925F8D}" destId="{E33ED0B7-2581-40F5-AB8C-D4C7D20E7D2D}" srcOrd="0" destOrd="0" presId="urn:microsoft.com/office/officeart/2005/8/layout/process2"/>
    <dgm:cxn modelId="{BCA8DB98-10E9-4CE8-8E41-FF5AEE16CE1F}" type="presParOf" srcId="{1766CA22-DDDD-4CA8-9BE8-C71065925F8D}" destId="{D25BD537-FFB0-40ED-80EE-79C85FDAB1E9}" srcOrd="1" destOrd="0" presId="urn:microsoft.com/office/officeart/2005/8/layout/process2"/>
    <dgm:cxn modelId="{A6106BEE-A395-4F16-808A-7F29D46BBC5D}" type="presParOf" srcId="{D25BD537-FFB0-40ED-80EE-79C85FDAB1E9}" destId="{D5E03091-6329-4F4E-B363-66BB16DDA605}" srcOrd="0" destOrd="0" presId="urn:microsoft.com/office/officeart/2005/8/layout/process2"/>
    <dgm:cxn modelId="{8E1BC73F-8AC8-4CA1-B422-262D487DD3BA}" type="presParOf" srcId="{1766CA22-DDDD-4CA8-9BE8-C71065925F8D}" destId="{767FEE71-04E0-4203-BD58-2C4049A941B4}" srcOrd="2" destOrd="0" presId="urn:microsoft.com/office/officeart/2005/8/layout/process2"/>
    <dgm:cxn modelId="{F3C898FD-5AA5-47A0-8DEA-E8124CA59FAF}" type="presParOf" srcId="{1766CA22-DDDD-4CA8-9BE8-C71065925F8D}" destId="{788EBCCE-0239-42C2-A99A-88F9A76F1102}" srcOrd="3" destOrd="0" presId="urn:microsoft.com/office/officeart/2005/8/layout/process2"/>
    <dgm:cxn modelId="{5E9EC67B-F5AE-4F6D-9B3A-E93CE56FE770}" type="presParOf" srcId="{788EBCCE-0239-42C2-A99A-88F9A76F1102}" destId="{2EC1830D-2688-4654-ACD9-27BD7CDCFFC7}" srcOrd="0" destOrd="0" presId="urn:microsoft.com/office/officeart/2005/8/layout/process2"/>
    <dgm:cxn modelId="{FD3B681C-4917-4C0B-8A8F-84E0BEF59418}" type="presParOf" srcId="{1766CA22-DDDD-4CA8-9BE8-C71065925F8D}" destId="{3C652B59-F7CC-45B1-9856-D7CC7A56967C}" srcOrd="4" destOrd="0" presId="urn:microsoft.com/office/officeart/2005/8/layout/process2"/>
  </dgm:cxnLst>
  <dgm:bg>
    <a:solidFill>
      <a:schemeClr val="accent4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ED0B7-2581-40F5-AB8C-D4C7D20E7D2D}">
      <dsp:nvSpPr>
        <dsp:cNvPr id="0" name=""/>
        <dsp:cNvSpPr/>
      </dsp:nvSpPr>
      <dsp:spPr>
        <a:xfrm>
          <a:off x="223493" y="0"/>
          <a:ext cx="1728152" cy="9600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One</a:t>
          </a:r>
        </a:p>
      </dsp:txBody>
      <dsp:txXfrm>
        <a:off x="251613" y="28120"/>
        <a:ext cx="1671912" cy="903844"/>
      </dsp:txXfrm>
    </dsp:sp>
    <dsp:sp modelId="{D25BD537-FFB0-40ED-80EE-79C85FDAB1E9}">
      <dsp:nvSpPr>
        <dsp:cNvPr id="0" name=""/>
        <dsp:cNvSpPr/>
      </dsp:nvSpPr>
      <dsp:spPr>
        <a:xfrm rot="5400000">
          <a:off x="907554" y="984086"/>
          <a:ext cx="360031" cy="432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957959" y="1020090"/>
        <a:ext cx="259222" cy="252022"/>
      </dsp:txXfrm>
    </dsp:sp>
    <dsp:sp modelId="{767FEE71-04E0-4203-BD58-2C4049A941B4}">
      <dsp:nvSpPr>
        <dsp:cNvPr id="0" name=""/>
        <dsp:cNvSpPr/>
      </dsp:nvSpPr>
      <dsp:spPr>
        <a:xfrm>
          <a:off x="223493" y="1440127"/>
          <a:ext cx="1728152" cy="9600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Two</a:t>
          </a:r>
        </a:p>
      </dsp:txBody>
      <dsp:txXfrm>
        <a:off x="251613" y="1468247"/>
        <a:ext cx="1671912" cy="903844"/>
      </dsp:txXfrm>
    </dsp:sp>
    <dsp:sp modelId="{788EBCCE-0239-42C2-A99A-88F9A76F1102}">
      <dsp:nvSpPr>
        <dsp:cNvPr id="0" name=""/>
        <dsp:cNvSpPr/>
      </dsp:nvSpPr>
      <dsp:spPr>
        <a:xfrm rot="5400000">
          <a:off x="907554" y="2424213"/>
          <a:ext cx="360031" cy="432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957959" y="2460217"/>
        <a:ext cx="259222" cy="252022"/>
      </dsp:txXfrm>
    </dsp:sp>
    <dsp:sp modelId="{3C652B59-F7CC-45B1-9856-D7CC7A56967C}">
      <dsp:nvSpPr>
        <dsp:cNvPr id="0" name=""/>
        <dsp:cNvSpPr/>
      </dsp:nvSpPr>
      <dsp:spPr>
        <a:xfrm>
          <a:off x="223493" y="2880254"/>
          <a:ext cx="1728152" cy="9600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Three</a:t>
          </a:r>
        </a:p>
      </dsp:txBody>
      <dsp:txXfrm>
        <a:off x="251613" y="2908374"/>
        <a:ext cx="1671912" cy="903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9C73164-DE20-2A9B-E66D-E4962A948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9933850"/>
              </p:ext>
            </p:extLst>
          </p:nvPr>
        </p:nvGraphicFramePr>
        <p:xfrm>
          <a:off x="1440128" y="959555"/>
          <a:ext cx="2175140" cy="3840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2</cp:revision>
  <dcterms:created xsi:type="dcterms:W3CDTF">2026-08-25T17:21:15Z</dcterms:created>
  <dcterms:modified xsi:type="dcterms:W3CDTF">2026-08-26T11:01:46Z</dcterms:modified>
</cp:coreProperties>
</file>