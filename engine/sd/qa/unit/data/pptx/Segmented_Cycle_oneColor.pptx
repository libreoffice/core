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1B284-4F9C-4DAE-BA7E-260F9E4FCE77}" type="doc">
      <dgm:prSet csCatId="accent5" csTypeId="urn:microsoft.com/office/officeart/2005/8/colors/accent5_1" loCatId="cycle" loTypeId="urn:microsoft.com/office/officeart/2005/8/layout/cycle8" qsCatId="simple" qsTypeId="urn:microsoft.com/office/officeart/2005/8/quickstyle/simple1" phldr="1"/>
      <dgm:spPr/>
    </dgm:pt>
    <dgm:pt modelId="{7DDB554B-8C71-439B-ADEC-CFE5FA6BD961}">
      <dgm:prSet phldrT="[Text]"/>
      <dgm:spPr/>
    </dgm:pt>
    <dgm:pt modelId="{05D459BE-11AC-4053-B21A-F39A37CD3282}" type="parTrans" cxnId="{3A0A9814-A570-4025-BCD1-FADFECB21F52}">
      <dgm:prSet/>
      <dgm:spPr/>
      <dgm:t>
        <a:bodyPr/>
        <a:lstStyle/>
        <a:p>
          <a:endParaRPr lang="en-US"/>
        </a:p>
      </dgm:t>
    </dgm:pt>
    <dgm:pt modelId="{F39CA86F-F86E-431B-ACEE-98A29835574B}" type="sibTrans" cxnId="{3A0A9814-A570-4025-BCD1-FADFECB21F52}">
      <dgm:prSet/>
      <dgm:spPr/>
      <dgm:t>
        <a:bodyPr/>
        <a:lstStyle/>
        <a:p>
          <a:endParaRPr lang="en-US"/>
        </a:p>
      </dgm:t>
    </dgm:pt>
    <dgm:pt modelId="{FBF47274-5164-48DC-8BDB-34EB1079E98E}">
      <dgm:prSet phldrT="[Text]"/>
      <dgm:spPr/>
    </dgm:pt>
    <dgm:pt modelId="{EDA53BFF-37E6-4A61-ADF0-8C30974A2E17}" type="parTrans" cxnId="{AA7B78F8-CB84-4649-91E1-5AED0E7B757B}">
      <dgm:prSet/>
      <dgm:spPr/>
      <dgm:t>
        <a:bodyPr/>
        <a:lstStyle/>
        <a:p>
          <a:endParaRPr lang="en-US"/>
        </a:p>
      </dgm:t>
    </dgm:pt>
    <dgm:pt modelId="{3F8F1398-214F-42B2-A965-615416A1BA5B}" type="sibTrans" cxnId="{AA7B78F8-CB84-4649-91E1-5AED0E7B757B}">
      <dgm:prSet/>
      <dgm:spPr/>
      <dgm:t>
        <a:bodyPr/>
        <a:lstStyle/>
        <a:p>
          <a:endParaRPr lang="en-US"/>
        </a:p>
      </dgm:t>
    </dgm:pt>
    <dgm:pt modelId="{4ACB2ECE-49FB-4CEA-9851-98B342939A33}">
      <dgm:prSet phldrT="[Text]"/>
      <dgm:spPr/>
    </dgm:pt>
    <dgm:pt modelId="{5D8C98C0-DEFF-470D-B14B-DD3066E3544E}" type="parTrans" cxnId="{53DC8C45-53F1-4AA1-B7E8-0E22BF83F133}">
      <dgm:prSet/>
      <dgm:spPr/>
      <dgm:t>
        <a:bodyPr/>
        <a:lstStyle/>
        <a:p>
          <a:endParaRPr lang="en-US"/>
        </a:p>
      </dgm:t>
    </dgm:pt>
    <dgm:pt modelId="{8ECFE21E-7C01-4D14-8841-530E759B9A32}" type="sibTrans" cxnId="{53DC8C45-53F1-4AA1-B7E8-0E22BF83F133}">
      <dgm:prSet/>
      <dgm:spPr/>
      <dgm:t>
        <a:bodyPr/>
        <a:lstStyle/>
        <a:p>
          <a:endParaRPr lang="en-US"/>
        </a:p>
      </dgm:t>
    </dgm:pt>
    <dgm:pt modelId="{7DE8A5C6-2423-4655-932D-9E24CD0CE093}">
      <dgm:prSet phldrT="[Text]"/>
      <dgm:spPr/>
    </dgm:pt>
    <dgm:pt modelId="{D87CDDF2-44C9-4AE3-89DE-7AE1319CAE6C}" type="parTrans" cxnId="{A042C385-B493-4392-BE62-A807F78C7F9B}">
      <dgm:prSet/>
      <dgm:spPr/>
      <dgm:t>
        <a:bodyPr/>
        <a:lstStyle/>
        <a:p>
          <a:endParaRPr lang="en-US"/>
        </a:p>
      </dgm:t>
    </dgm:pt>
    <dgm:pt modelId="{3D8C891D-9F15-4B79-8D90-D42FCACC7F90}" type="sibTrans" cxnId="{A042C385-B493-4392-BE62-A807F78C7F9B}">
      <dgm:prSet/>
      <dgm:spPr/>
      <dgm:t>
        <a:bodyPr/>
        <a:lstStyle/>
        <a:p>
          <a:endParaRPr lang="en-US"/>
        </a:p>
      </dgm:t>
    </dgm:pt>
    <dgm:pt modelId="{8D6F4EBF-664F-4825-A6B8-84728422EB3D}">
      <dgm:prSet phldrT="[Text]"/>
      <dgm:spPr/>
    </dgm:pt>
    <dgm:pt modelId="{E54C834B-F892-4AE4-82C0-0EF30F2C2BE8}" type="parTrans" cxnId="{746C13D9-4C77-4608-B6BA-8BF418ACBF2A}">
      <dgm:prSet/>
      <dgm:spPr/>
      <dgm:t>
        <a:bodyPr/>
        <a:lstStyle/>
        <a:p>
          <a:endParaRPr lang="en-US"/>
        </a:p>
      </dgm:t>
    </dgm:pt>
    <dgm:pt modelId="{38B1384B-4A7E-409C-AD96-EE6CDBB6BD12}" type="sibTrans" cxnId="{746C13D9-4C77-4608-B6BA-8BF418ACBF2A}">
      <dgm:prSet/>
      <dgm:spPr/>
      <dgm:t>
        <a:bodyPr/>
        <a:lstStyle/>
        <a:p>
          <a:endParaRPr lang="en-US"/>
        </a:p>
      </dgm:t>
    </dgm:pt>
    <dgm:pt modelId="{37FAB76F-1F04-4CF3-AC56-669F4030916C}">
      <dgm:prSet phldrT="[Text]"/>
      <dgm:spPr/>
    </dgm:pt>
    <dgm:pt modelId="{BA43AAEE-5420-4FC1-A630-6DAC716A93AF}" type="parTrans" cxnId="{23BACC75-80BD-49D1-841A-69E3BF797ED6}">
      <dgm:prSet/>
      <dgm:spPr/>
      <dgm:t>
        <a:bodyPr/>
        <a:lstStyle/>
        <a:p>
          <a:endParaRPr lang="en-US"/>
        </a:p>
      </dgm:t>
    </dgm:pt>
    <dgm:pt modelId="{46CD5CC2-5844-4CFD-8518-9F99CCBEF1DC}" type="sibTrans" cxnId="{23BACC75-80BD-49D1-841A-69E3BF797ED6}">
      <dgm:prSet/>
      <dgm:spPr/>
      <dgm:t>
        <a:bodyPr/>
        <a:lstStyle/>
        <a:p>
          <a:endParaRPr lang="en-US"/>
        </a:p>
      </dgm:t>
    </dgm:pt>
    <dgm:pt modelId="{A3E48FF1-94E7-47A6-AF8D-940EF84C55A4}">
      <dgm:prSet phldrT="[Text]"/>
      <dgm:spPr/>
    </dgm:pt>
    <dgm:pt modelId="{C6E99506-0EF9-4463-9057-1BD2B08E696C}" type="parTrans" cxnId="{51AEA999-D63E-4F2B-9846-1989DD02673E}">
      <dgm:prSet/>
      <dgm:spPr/>
      <dgm:t>
        <a:bodyPr/>
        <a:lstStyle/>
        <a:p>
          <a:endParaRPr lang="en-US"/>
        </a:p>
      </dgm:t>
    </dgm:pt>
    <dgm:pt modelId="{E48C5EFA-5445-477D-9439-3D294CC982A6}" type="sibTrans" cxnId="{51AEA999-D63E-4F2B-9846-1989DD02673E}">
      <dgm:prSet/>
      <dgm:spPr/>
      <dgm:t>
        <a:bodyPr/>
        <a:lstStyle/>
        <a:p>
          <a:endParaRPr lang="en-US"/>
        </a:p>
      </dgm:t>
    </dgm:pt>
    <dgm:pt modelId="{9803B952-6796-4A30-A3C0-F429F40775B7}">
      <dgm:prSet phldrT="[Text]"/>
      <dgm:spPr/>
    </dgm:pt>
    <dgm:pt modelId="{C113A374-2A32-4540-8CDB-A1E2EF4069C3}" type="parTrans" cxnId="{F51395DB-52D3-45CF-8FF6-91F718D8268B}">
      <dgm:prSet/>
      <dgm:spPr/>
      <dgm:t>
        <a:bodyPr/>
        <a:lstStyle/>
        <a:p>
          <a:endParaRPr lang="en-US"/>
        </a:p>
      </dgm:t>
    </dgm:pt>
    <dgm:pt modelId="{FAE25D13-134D-4408-87F7-708ACDC01BE1}" type="sibTrans" cxnId="{F51395DB-52D3-45CF-8FF6-91F718D8268B}">
      <dgm:prSet/>
      <dgm:spPr/>
      <dgm:t>
        <a:bodyPr/>
        <a:lstStyle/>
        <a:p>
          <a:endParaRPr lang="en-US"/>
        </a:p>
      </dgm:t>
    </dgm:pt>
    <dgm:pt modelId="{338BCA03-6FF9-42A5-A881-74A511059165}">
      <dgm:prSet phldrT="[Text]"/>
      <dgm:spPr/>
    </dgm:pt>
    <dgm:pt modelId="{3B00CC18-8189-48BF-9E2F-4608A361BCBB}" type="parTrans" cxnId="{A23D48C1-0208-4E14-8F48-C19333E1298E}">
      <dgm:prSet/>
      <dgm:spPr/>
      <dgm:t>
        <a:bodyPr/>
        <a:lstStyle/>
        <a:p>
          <a:endParaRPr lang="en-US"/>
        </a:p>
      </dgm:t>
    </dgm:pt>
    <dgm:pt modelId="{B99102AC-AC35-4198-9A10-6CC145E5A605}" type="sibTrans" cxnId="{A23D48C1-0208-4E14-8F48-C19333E1298E}">
      <dgm:prSet/>
      <dgm:spPr/>
      <dgm:t>
        <a:bodyPr/>
        <a:lstStyle/>
        <a:p>
          <a:endParaRPr lang="en-US"/>
        </a:p>
      </dgm:t>
    </dgm:pt>
    <dgm:pt modelId="{E5FE82C4-FF44-4F61-B8D1-1359FD7123F3}">
      <dgm:prSet phldrT="[Text]"/>
      <dgm:spPr/>
    </dgm:pt>
    <dgm:pt modelId="{89EA36F0-986D-4080-888D-B219A99A1F3B}" type="parTrans" cxnId="{290D4796-D1FA-4E4A-BDE2-8EF19B0F5150}">
      <dgm:prSet/>
      <dgm:spPr/>
      <dgm:t>
        <a:bodyPr/>
        <a:lstStyle/>
        <a:p>
          <a:endParaRPr lang="en-US"/>
        </a:p>
      </dgm:t>
    </dgm:pt>
    <dgm:pt modelId="{C9EA71D4-F88E-41BA-BBFC-1AF1E196C857}" type="sibTrans" cxnId="{290D4796-D1FA-4E4A-BDE2-8EF19B0F5150}">
      <dgm:prSet/>
      <dgm:spPr/>
      <dgm:t>
        <a:bodyPr/>
        <a:lstStyle/>
        <a:p>
          <a:endParaRPr lang="en-US"/>
        </a:p>
      </dgm:t>
    </dgm:pt>
    <dgm:pt modelId="{564C52A4-C5CE-4077-93F7-FFB8D414663B}">
      <dgm:prSet phldrT="[Text]"/>
      <dgm:spPr/>
    </dgm:pt>
    <dgm:pt modelId="{B3AEA969-D902-42E3-9E6B-B734331E9AB8}" type="parTrans" cxnId="{C89EA298-9CB7-4302-BC6B-847BCCA4B6EF}">
      <dgm:prSet/>
      <dgm:spPr/>
      <dgm:t>
        <a:bodyPr/>
        <a:lstStyle/>
        <a:p>
          <a:endParaRPr lang="en-US"/>
        </a:p>
      </dgm:t>
    </dgm:pt>
    <dgm:pt modelId="{891FAAD8-3E1F-4A18-ADB5-204986507BB0}" type="sibTrans" cxnId="{C89EA298-9CB7-4302-BC6B-847BCCA4B6EF}">
      <dgm:prSet/>
      <dgm:spPr/>
      <dgm:t>
        <a:bodyPr/>
        <a:lstStyle/>
        <a:p>
          <a:endParaRPr lang="en-US"/>
        </a:p>
      </dgm:t>
    </dgm:pt>
    <dgm:pt modelId="{DB9BADF5-8383-49FE-A085-C4D0950B0BBC}">
      <dgm:prSet phldrT="[Text]"/>
      <dgm:spPr/>
    </dgm:pt>
    <dgm:pt modelId="{F829B1E1-568A-48F5-9AE2-D33D7ABA06F2}" type="parTrans" cxnId="{6BB4C530-9A97-4400-811A-7E7541E58AFD}">
      <dgm:prSet/>
      <dgm:spPr/>
      <dgm:t>
        <a:bodyPr/>
        <a:lstStyle/>
        <a:p>
          <a:endParaRPr lang="en-US"/>
        </a:p>
      </dgm:t>
    </dgm:pt>
    <dgm:pt modelId="{7B37CA25-2628-4929-B9B9-DA1724741BDB}" type="sibTrans" cxnId="{6BB4C530-9A97-4400-811A-7E7541E58AFD}">
      <dgm:prSet/>
      <dgm:spPr/>
      <dgm:t>
        <a:bodyPr/>
        <a:lstStyle/>
        <a:p>
          <a:endParaRPr lang="en-US"/>
        </a:p>
      </dgm:t>
    </dgm:pt>
    <dgm:pt modelId="{C24998B0-9A13-4D30-A19D-345A03790B4A}" type="pres">
      <dgm:prSet presAssocID="{5C11B284-4F9C-4DAE-BA7E-260F9E4FCE77}" presName="compositeShape" presStyleCnt="0">
        <dgm:presLayoutVars>
          <dgm:chMax val="7"/>
          <dgm:resizeHandles val="exact"/>
        </dgm:presLayoutVars>
      </dgm:prSet>
      <dgm:spPr/>
    </dgm:pt>
    <dgm:pt modelId="{0D376581-8FD3-45A9-BE00-5A83E76CD862}" type="pres">
      <dgm:prSet presAssocID="{5C11B284-4F9C-4DAE-BA7E-260F9E4FCE77}" presName="wedge1" presStyleLbl="node1" presStyleCnt="5" presStyleIdx="0"/>
      <dgm:spPr/>
    </dgm:pt>
    <dgm:pt modelId="{F4047D92-41C9-4A33-B3E0-1FAB87E5EED6}" type="pres">
      <dgm:prSet presAssocID="{5C11B284-4F9C-4DAE-BA7E-260F9E4FCE77}" presName="dummy1a" presStyleCnt="0"/>
      <dgm:spPr/>
    </dgm:pt>
    <dgm:pt modelId="{9D7E4A5D-47CA-4044-BCBF-8BB9DC22CF9E}" type="pres">
      <dgm:prSet presAssocID="{5C11B284-4F9C-4DAE-BA7E-260F9E4FCE77}" presName="dummy1b" presStyleCnt="0"/>
      <dgm:spPr/>
    </dgm:pt>
    <dgm:pt modelId="{D575E9DB-2795-4476-AE7D-66F2578FF8E0}" type="pres">
      <dgm:prSet presAssocID="{5C11B284-4F9C-4DAE-BA7E-260F9E4FCE77}" presName="wedge1Tx" presStyleLbl="node1" presStyleCnt="5" presStyleIdx="0">
        <dgm:presLayoutVars>
          <dgm:bulletEnabled val="1"/>
          <dgm:chMax val="0"/>
          <dgm:chPref val="0"/>
        </dgm:presLayoutVars>
      </dgm:prSet>
      <dgm:spPr/>
    </dgm:pt>
    <dgm:pt modelId="{55CBF2A8-D1E6-475E-B577-3810359C9D6A}" type="pres">
      <dgm:prSet presAssocID="{5C11B284-4F9C-4DAE-BA7E-260F9E4FCE77}" presName="wedge2" presStyleLbl="node1" presStyleCnt="5" presStyleIdx="1"/>
      <dgm:spPr/>
    </dgm:pt>
    <dgm:pt modelId="{074FC534-75EC-4F52-91EC-F44029E5513D}" type="pres">
      <dgm:prSet presAssocID="{5C11B284-4F9C-4DAE-BA7E-260F9E4FCE77}" presName="dummy2a" presStyleCnt="0"/>
      <dgm:spPr/>
    </dgm:pt>
    <dgm:pt modelId="{F2E38A28-A935-4C1F-9963-27784821EFAC}" type="pres">
      <dgm:prSet presAssocID="{5C11B284-4F9C-4DAE-BA7E-260F9E4FCE77}" presName="dummy2b" presStyleCnt="0"/>
      <dgm:spPr/>
    </dgm:pt>
    <dgm:pt modelId="{B41C6CC4-5936-4E8E-9D5F-D9A0498AC9F1}" type="pres">
      <dgm:prSet presAssocID="{5C11B284-4F9C-4DAE-BA7E-260F9E4FCE77}" presName="wedge2Tx" presStyleLbl="node1" presStyleCnt="5" presStyleIdx="1">
        <dgm:presLayoutVars>
          <dgm:bulletEnabled val="1"/>
          <dgm:chMax val="0"/>
          <dgm:chPref val="0"/>
        </dgm:presLayoutVars>
      </dgm:prSet>
      <dgm:spPr/>
    </dgm:pt>
    <dgm:pt modelId="{0F0E35C4-B91F-4CE8-92BE-E0CA03F4F105}" type="pres">
      <dgm:prSet presAssocID="{5C11B284-4F9C-4DAE-BA7E-260F9E4FCE77}" presName="wedge3" presStyleLbl="node1" presStyleCnt="5" presStyleIdx="2"/>
      <dgm:spPr/>
    </dgm:pt>
    <dgm:pt modelId="{7293F610-28E0-4F39-BAA9-C791CDFD32AF}" type="pres">
      <dgm:prSet presAssocID="{5C11B284-4F9C-4DAE-BA7E-260F9E4FCE77}" presName="dummy3a" presStyleCnt="0"/>
      <dgm:spPr/>
    </dgm:pt>
    <dgm:pt modelId="{D7FD1D4B-0F3A-4170-8910-4B931F3D1702}" type="pres">
      <dgm:prSet presAssocID="{5C11B284-4F9C-4DAE-BA7E-260F9E4FCE77}" presName="dummy3b" presStyleCnt="0"/>
      <dgm:spPr/>
    </dgm:pt>
    <dgm:pt modelId="{132BC5E5-E09F-47CA-AABC-6CD9C3659E45}" type="pres">
      <dgm:prSet presAssocID="{5C11B284-4F9C-4DAE-BA7E-260F9E4FCE77}" presName="wedge3Tx" presStyleLbl="node1" presStyleCnt="5" presStyleIdx="2">
        <dgm:presLayoutVars>
          <dgm:bulletEnabled val="1"/>
          <dgm:chMax val="0"/>
          <dgm:chPref val="0"/>
        </dgm:presLayoutVars>
      </dgm:prSet>
      <dgm:spPr/>
    </dgm:pt>
    <dgm:pt modelId="{AADD1009-F371-4923-AE99-4C9750EA64A1}" type="pres">
      <dgm:prSet presAssocID="{5C11B284-4F9C-4DAE-BA7E-260F9E4FCE77}" presName="wedge4" presStyleLbl="node1" presStyleCnt="5" presStyleIdx="3"/>
      <dgm:spPr/>
    </dgm:pt>
    <dgm:pt modelId="{C4268261-3D37-41D4-9849-AB900F51B2FD}" type="pres">
      <dgm:prSet presAssocID="{5C11B284-4F9C-4DAE-BA7E-260F9E4FCE77}" presName="dummy4a" presStyleCnt="0"/>
      <dgm:spPr/>
    </dgm:pt>
    <dgm:pt modelId="{4CDF2532-41FF-489F-844B-28A5F77CFEDF}" type="pres">
      <dgm:prSet presAssocID="{5C11B284-4F9C-4DAE-BA7E-260F9E4FCE77}" presName="dummy4b" presStyleCnt="0"/>
      <dgm:spPr/>
    </dgm:pt>
    <dgm:pt modelId="{C63635E7-AA26-480A-93CF-DE665D593343}" type="pres">
      <dgm:prSet presAssocID="{5C11B284-4F9C-4DAE-BA7E-260F9E4FCE77}" presName="wedge4Tx" presStyleLbl="node1" presStyleCnt="5" presStyleIdx="3">
        <dgm:presLayoutVars>
          <dgm:bulletEnabled val="1"/>
          <dgm:chMax val="0"/>
          <dgm:chPref val="0"/>
        </dgm:presLayoutVars>
      </dgm:prSet>
      <dgm:spPr/>
    </dgm:pt>
    <dgm:pt modelId="{4C9C278B-60EA-411D-8A2F-EA2BAFAF2E78}" type="pres">
      <dgm:prSet presAssocID="{5C11B284-4F9C-4DAE-BA7E-260F9E4FCE77}" presName="wedge5" presStyleLbl="node1" presStyleCnt="5" presStyleIdx="4"/>
      <dgm:spPr/>
    </dgm:pt>
    <dgm:pt modelId="{853C3E70-B8D0-446A-912F-EAF6D9D5899A}" type="pres">
      <dgm:prSet presAssocID="{5C11B284-4F9C-4DAE-BA7E-260F9E4FCE77}" presName="dummy5a" presStyleCnt="0"/>
      <dgm:spPr/>
    </dgm:pt>
    <dgm:pt modelId="{052805A8-E51C-4213-B193-7BCD0AFCD68D}" type="pres">
      <dgm:prSet presAssocID="{5C11B284-4F9C-4DAE-BA7E-260F9E4FCE77}" presName="dummy5b" presStyleCnt="0"/>
      <dgm:spPr/>
    </dgm:pt>
    <dgm:pt modelId="{1797B5D0-E146-4908-A825-9B68E69E440B}" type="pres">
      <dgm:prSet presAssocID="{5C11B284-4F9C-4DAE-BA7E-260F9E4FCE77}" presName="wedge5Tx" presStyleLbl="node1" presStyleCnt="5" presStyleIdx="4">
        <dgm:presLayoutVars>
          <dgm:bulletEnabled val="1"/>
          <dgm:chMax val="0"/>
          <dgm:chPref val="0"/>
        </dgm:presLayoutVars>
      </dgm:prSet>
      <dgm:spPr/>
    </dgm:pt>
    <dgm:pt modelId="{75CDB8B9-441F-4EEA-83BF-F0BD97E1FB95}" type="pres">
      <dgm:prSet presAssocID="{F39CA86F-F86E-431B-ACEE-98A29835574B}" presName="arrowWedge1" presStyleLbl="fgSibTrans2D1" presStyleCnt="5" presStyleIdx="0"/>
      <dgm:spPr/>
    </dgm:pt>
    <dgm:pt modelId="{B352F5C1-66CD-48E1-9460-FF7F5A87DB06}" type="pres">
      <dgm:prSet presAssocID="{3D8C891D-9F15-4B79-8D90-D42FCACC7F90}" presName="arrowWedge2" presStyleLbl="fgSibTrans2D1" presStyleCnt="5" presStyleIdx="1"/>
      <dgm:spPr/>
    </dgm:pt>
    <dgm:pt modelId="{D591BADD-C90D-4E1D-AE9F-B89C086C8767}" type="pres">
      <dgm:prSet presAssocID="{E48C5EFA-5445-477D-9439-3D294CC982A6}" presName="arrowWedge3" presStyleLbl="fgSibTrans2D1" presStyleCnt="5" presStyleIdx="2"/>
      <dgm:spPr/>
    </dgm:pt>
    <dgm:pt modelId="{E134BF48-9D9D-4566-B5B7-BED0AFEFA886}" type="pres">
      <dgm:prSet presAssocID="{FAE25D13-134D-4408-87F7-708ACDC01BE1}" presName="arrowWedge4" presStyleLbl="fgSibTrans2D1" presStyleCnt="5" presStyleIdx="3"/>
      <dgm:spPr/>
    </dgm:pt>
    <dgm:pt modelId="{BC1FD742-601F-4594-BF9B-8311ED08B3B5}" type="pres">
      <dgm:prSet presAssocID="{7B37CA25-2628-4929-B9B9-DA1724741BDB}" presName="arrowWedge5" presStyleLbl="fgSibTrans2D1" presStyleCnt="5" presStyleIdx="4"/>
      <dgm:spPr/>
    </dgm:pt>
  </dgm:ptLst>
  <dgm:cxnLst>
    <dgm:cxn modelId="{D157F906-E593-4317-8C4C-A21500EEEFBD}" type="presOf" srcId="{8D6F4EBF-664F-4825-A6B8-84728422EB3D}" destId="{B41C6CC4-5936-4E8E-9D5F-D9A0498AC9F1}" srcOrd="1" destOrd="1" presId="urn:microsoft.com/office/officeart/2005/8/layout/cycle8"/>
    <dgm:cxn modelId="{5C0B1B08-9E86-4DA1-B5AD-D4A08A07A60C}" type="presOf" srcId="{37FAB76F-1F04-4CF3-AC56-669F4030916C}" destId="{B41C6CC4-5936-4E8E-9D5F-D9A0498AC9F1}" srcOrd="1" destOrd="2" presId="urn:microsoft.com/office/officeart/2005/8/layout/cycle8"/>
    <dgm:cxn modelId="{56BB710A-8F55-43CB-B498-11D437133CE6}" type="presOf" srcId="{7DE8A5C6-2423-4655-932D-9E24CD0CE093}" destId="{55CBF2A8-D1E6-475E-B577-3810359C9D6A}" srcOrd="0" destOrd="0" presId="urn:microsoft.com/office/officeart/2005/8/layout/cycle8"/>
    <dgm:cxn modelId="{3A0A9814-A570-4025-BCD1-FADFECB21F52}" srcId="{5C11B284-4F9C-4DAE-BA7E-260F9E4FCE77}" destId="{7DDB554B-8C71-439B-ADEC-CFE5FA6BD961}" srcOrd="0" destOrd="0" parTransId="{05D459BE-11AC-4053-B21A-F39A37CD3282}" sibTransId="{F39CA86F-F86E-431B-ACEE-98A29835574B}"/>
    <dgm:cxn modelId="{6BB4C530-9A97-4400-811A-7E7541E58AFD}" srcId="{5C11B284-4F9C-4DAE-BA7E-260F9E4FCE77}" destId="{DB9BADF5-8383-49FE-A085-C4D0950B0BBC}" srcOrd="4" destOrd="0" parTransId="{F829B1E1-568A-48F5-9AE2-D33D7ABA06F2}" sibTransId="{7B37CA25-2628-4929-B9B9-DA1724741BDB}"/>
    <dgm:cxn modelId="{232B9D3B-9E41-4C19-832E-41DA2B5758F3}" type="presOf" srcId="{7DDB554B-8C71-439B-ADEC-CFE5FA6BD961}" destId="{0D376581-8FD3-45A9-BE00-5A83E76CD862}" srcOrd="0" destOrd="0" presId="urn:microsoft.com/office/officeart/2005/8/layout/cycle8"/>
    <dgm:cxn modelId="{ECD13E3C-CE51-4193-8D7B-E72B5BDE5EFB}" type="presOf" srcId="{338BCA03-6FF9-42A5-A881-74A511059165}" destId="{AADD1009-F371-4923-AE99-4C9750EA64A1}" srcOrd="0" destOrd="1" presId="urn:microsoft.com/office/officeart/2005/8/layout/cycle8"/>
    <dgm:cxn modelId="{A25AB53C-DCEE-47BD-A519-6481F933CA18}" type="presOf" srcId="{FBF47274-5164-48DC-8BDB-34EB1079E98E}" destId="{0D376581-8FD3-45A9-BE00-5A83E76CD862}" srcOrd="0" destOrd="1" presId="urn:microsoft.com/office/officeart/2005/8/layout/cycle8"/>
    <dgm:cxn modelId="{72B37541-10EC-493C-A704-7A8316EB3508}" type="presOf" srcId="{FBF47274-5164-48DC-8BDB-34EB1079E98E}" destId="{D575E9DB-2795-4476-AE7D-66F2578FF8E0}" srcOrd="1" destOrd="1" presId="urn:microsoft.com/office/officeart/2005/8/layout/cycle8"/>
    <dgm:cxn modelId="{53DC8C45-53F1-4AA1-B7E8-0E22BF83F133}" srcId="{7DDB554B-8C71-439B-ADEC-CFE5FA6BD961}" destId="{4ACB2ECE-49FB-4CEA-9851-98B342939A33}" srcOrd="1" destOrd="0" parTransId="{5D8C98C0-DEFF-470D-B14B-DD3066E3544E}" sibTransId="{8ECFE21E-7C01-4D14-8841-530E759B9A32}"/>
    <dgm:cxn modelId="{4F720D67-3953-495C-9350-5BF13E0EC759}" type="presOf" srcId="{A3E48FF1-94E7-47A6-AF8D-940EF84C55A4}" destId="{0F0E35C4-B91F-4CE8-92BE-E0CA03F4F105}" srcOrd="0" destOrd="0" presId="urn:microsoft.com/office/officeart/2005/8/layout/cycle8"/>
    <dgm:cxn modelId="{124A684F-5195-493D-95EE-EFD7EEB0CBB2}" type="presOf" srcId="{DB9BADF5-8383-49FE-A085-C4D0950B0BBC}" destId="{1797B5D0-E146-4908-A825-9B68E69E440B}" srcOrd="1" destOrd="0" presId="urn:microsoft.com/office/officeart/2005/8/layout/cycle8"/>
    <dgm:cxn modelId="{3375AA71-703D-4CA2-870E-AE7851DDEF96}" type="presOf" srcId="{A3E48FF1-94E7-47A6-AF8D-940EF84C55A4}" destId="{132BC5E5-E09F-47CA-AABC-6CD9C3659E45}" srcOrd="1" destOrd="0" presId="urn:microsoft.com/office/officeart/2005/8/layout/cycle8"/>
    <dgm:cxn modelId="{912BCE71-9188-4763-A850-7836D761986A}" type="presOf" srcId="{9803B952-6796-4A30-A3C0-F429F40775B7}" destId="{C63635E7-AA26-480A-93CF-DE665D593343}" srcOrd="1" destOrd="0" presId="urn:microsoft.com/office/officeart/2005/8/layout/cycle8"/>
    <dgm:cxn modelId="{23BACC75-80BD-49D1-841A-69E3BF797ED6}" srcId="{7DE8A5C6-2423-4655-932D-9E24CD0CE093}" destId="{37FAB76F-1F04-4CF3-AC56-669F4030916C}" srcOrd="1" destOrd="0" parTransId="{BA43AAEE-5420-4FC1-A630-6DAC716A93AF}" sibTransId="{46CD5CC2-5844-4CFD-8518-9F99CCBEF1DC}"/>
    <dgm:cxn modelId="{5EF31478-725C-449E-B701-2DD4120EF770}" type="presOf" srcId="{4ACB2ECE-49FB-4CEA-9851-98B342939A33}" destId="{D575E9DB-2795-4476-AE7D-66F2578FF8E0}" srcOrd="1" destOrd="2" presId="urn:microsoft.com/office/officeart/2005/8/layout/cycle8"/>
    <dgm:cxn modelId="{A042C385-B493-4392-BE62-A807F78C7F9B}" srcId="{5C11B284-4F9C-4DAE-BA7E-260F9E4FCE77}" destId="{7DE8A5C6-2423-4655-932D-9E24CD0CE093}" srcOrd="1" destOrd="0" parTransId="{D87CDDF2-44C9-4AE3-89DE-7AE1319CAE6C}" sibTransId="{3D8C891D-9F15-4B79-8D90-D42FCACC7F90}"/>
    <dgm:cxn modelId="{C755018C-E9D3-423D-B315-12F12D64415A}" type="presOf" srcId="{564C52A4-C5CE-4077-93F7-FFB8D414663B}" destId="{AADD1009-F371-4923-AE99-4C9750EA64A1}" srcOrd="0" destOrd="2" presId="urn:microsoft.com/office/officeart/2005/8/layout/cycle8"/>
    <dgm:cxn modelId="{290D4796-D1FA-4E4A-BDE2-8EF19B0F5150}" srcId="{7DDB554B-8C71-439B-ADEC-CFE5FA6BD961}" destId="{E5FE82C4-FF44-4F61-B8D1-1359FD7123F3}" srcOrd="2" destOrd="0" parTransId="{89EA36F0-986D-4080-888D-B219A99A1F3B}" sibTransId="{C9EA71D4-F88E-41BA-BBFC-1AF1E196C857}"/>
    <dgm:cxn modelId="{2B1BA497-3B4F-466E-8631-EA135D9E751F}" type="presOf" srcId="{5C11B284-4F9C-4DAE-BA7E-260F9E4FCE77}" destId="{C24998B0-9A13-4D30-A19D-345A03790B4A}" srcOrd="0" destOrd="0" presId="urn:microsoft.com/office/officeart/2005/8/layout/cycle8"/>
    <dgm:cxn modelId="{C9126298-C2FD-4970-BF4C-BFF5CAA3E727}" type="presOf" srcId="{9803B952-6796-4A30-A3C0-F429F40775B7}" destId="{AADD1009-F371-4923-AE99-4C9750EA64A1}" srcOrd="0" destOrd="0" presId="urn:microsoft.com/office/officeart/2005/8/layout/cycle8"/>
    <dgm:cxn modelId="{C89EA298-9CB7-4302-BC6B-847BCCA4B6EF}" srcId="{9803B952-6796-4A30-A3C0-F429F40775B7}" destId="{564C52A4-C5CE-4077-93F7-FFB8D414663B}" srcOrd="1" destOrd="0" parTransId="{B3AEA969-D902-42E3-9E6B-B734331E9AB8}" sibTransId="{891FAAD8-3E1F-4A18-ADB5-204986507BB0}"/>
    <dgm:cxn modelId="{51AEA999-D63E-4F2B-9846-1989DD02673E}" srcId="{5C11B284-4F9C-4DAE-BA7E-260F9E4FCE77}" destId="{A3E48FF1-94E7-47A6-AF8D-940EF84C55A4}" srcOrd="2" destOrd="0" parTransId="{C6E99506-0EF9-4463-9057-1BD2B08E696C}" sibTransId="{E48C5EFA-5445-477D-9439-3D294CC982A6}"/>
    <dgm:cxn modelId="{B3EB109E-C62D-477E-9D56-0053DA0675E7}" type="presOf" srcId="{338BCA03-6FF9-42A5-A881-74A511059165}" destId="{C63635E7-AA26-480A-93CF-DE665D593343}" srcOrd="1" destOrd="1" presId="urn:microsoft.com/office/officeart/2005/8/layout/cycle8"/>
    <dgm:cxn modelId="{22B984B8-4792-400A-9D1D-17909B1E5CBC}" type="presOf" srcId="{DB9BADF5-8383-49FE-A085-C4D0950B0BBC}" destId="{4C9C278B-60EA-411D-8A2F-EA2BAFAF2E78}" srcOrd="0" destOrd="0" presId="urn:microsoft.com/office/officeart/2005/8/layout/cycle8"/>
    <dgm:cxn modelId="{A23D48C1-0208-4E14-8F48-C19333E1298E}" srcId="{9803B952-6796-4A30-A3C0-F429F40775B7}" destId="{338BCA03-6FF9-42A5-A881-74A511059165}" srcOrd="0" destOrd="0" parTransId="{3B00CC18-8189-48BF-9E2F-4608A361BCBB}" sibTransId="{B99102AC-AC35-4198-9A10-6CC145E5A605}"/>
    <dgm:cxn modelId="{138503C2-0690-4A1A-8B71-7578E3F3EF1B}" type="presOf" srcId="{8D6F4EBF-664F-4825-A6B8-84728422EB3D}" destId="{55CBF2A8-D1E6-475E-B577-3810359C9D6A}" srcOrd="0" destOrd="1" presId="urn:microsoft.com/office/officeart/2005/8/layout/cycle8"/>
    <dgm:cxn modelId="{297692D2-367F-49AC-854F-19D7209CA44B}" type="presOf" srcId="{E5FE82C4-FF44-4F61-B8D1-1359FD7123F3}" destId="{D575E9DB-2795-4476-AE7D-66F2578FF8E0}" srcOrd="1" destOrd="3" presId="urn:microsoft.com/office/officeart/2005/8/layout/cycle8"/>
    <dgm:cxn modelId="{6D8F64D3-A472-4D10-8774-0171F64BD967}" type="presOf" srcId="{564C52A4-C5CE-4077-93F7-FFB8D414663B}" destId="{C63635E7-AA26-480A-93CF-DE665D593343}" srcOrd="1" destOrd="2" presId="urn:microsoft.com/office/officeart/2005/8/layout/cycle8"/>
    <dgm:cxn modelId="{746C13D9-4C77-4608-B6BA-8BF418ACBF2A}" srcId="{7DE8A5C6-2423-4655-932D-9E24CD0CE093}" destId="{8D6F4EBF-664F-4825-A6B8-84728422EB3D}" srcOrd="0" destOrd="0" parTransId="{E54C834B-F892-4AE4-82C0-0EF30F2C2BE8}" sibTransId="{38B1384B-4A7E-409C-AD96-EE6CDBB6BD12}"/>
    <dgm:cxn modelId="{F51395DB-52D3-45CF-8FF6-91F718D8268B}" srcId="{5C11B284-4F9C-4DAE-BA7E-260F9E4FCE77}" destId="{9803B952-6796-4A30-A3C0-F429F40775B7}" srcOrd="3" destOrd="0" parTransId="{C113A374-2A32-4540-8CDB-A1E2EF4069C3}" sibTransId="{FAE25D13-134D-4408-87F7-708ACDC01BE1}"/>
    <dgm:cxn modelId="{61D8D5E6-D4AA-4D4A-87D2-7309323EDA97}" type="presOf" srcId="{4ACB2ECE-49FB-4CEA-9851-98B342939A33}" destId="{0D376581-8FD3-45A9-BE00-5A83E76CD862}" srcOrd="0" destOrd="2" presId="urn:microsoft.com/office/officeart/2005/8/layout/cycle8"/>
    <dgm:cxn modelId="{57BF96EA-C419-43B9-9611-97A9D594E6BB}" type="presOf" srcId="{E5FE82C4-FF44-4F61-B8D1-1359FD7123F3}" destId="{0D376581-8FD3-45A9-BE00-5A83E76CD862}" srcOrd="0" destOrd="3" presId="urn:microsoft.com/office/officeart/2005/8/layout/cycle8"/>
    <dgm:cxn modelId="{923BF1F2-F60A-4CBB-BA90-9B933764CB09}" type="presOf" srcId="{7DE8A5C6-2423-4655-932D-9E24CD0CE093}" destId="{B41C6CC4-5936-4E8E-9D5F-D9A0498AC9F1}" srcOrd="1" destOrd="0" presId="urn:microsoft.com/office/officeart/2005/8/layout/cycle8"/>
    <dgm:cxn modelId="{847FCAF4-FE6D-4803-859B-41AEED883F3D}" type="presOf" srcId="{7DDB554B-8C71-439B-ADEC-CFE5FA6BD961}" destId="{D575E9DB-2795-4476-AE7D-66F2578FF8E0}" srcOrd="1" destOrd="0" presId="urn:microsoft.com/office/officeart/2005/8/layout/cycle8"/>
    <dgm:cxn modelId="{AA7B78F8-CB84-4649-91E1-5AED0E7B757B}" srcId="{7DDB554B-8C71-439B-ADEC-CFE5FA6BD961}" destId="{FBF47274-5164-48DC-8BDB-34EB1079E98E}" srcOrd="0" destOrd="0" parTransId="{EDA53BFF-37E6-4A61-ADF0-8C30974A2E17}" sibTransId="{3F8F1398-214F-42B2-A965-615416A1BA5B}"/>
    <dgm:cxn modelId="{333E93FD-7AC8-4456-8FFB-CB2E617201D8}" type="presOf" srcId="{37FAB76F-1F04-4CF3-AC56-669F4030916C}" destId="{55CBF2A8-D1E6-475E-B577-3810359C9D6A}" srcOrd="0" destOrd="2" presId="urn:microsoft.com/office/officeart/2005/8/layout/cycle8"/>
    <dgm:cxn modelId="{C9CC6B11-2222-464E-B0F7-CB32C6766B29}" type="presParOf" srcId="{C24998B0-9A13-4D30-A19D-345A03790B4A}" destId="{0D376581-8FD3-45A9-BE00-5A83E76CD862}" srcOrd="0" destOrd="0" presId="urn:microsoft.com/office/officeart/2005/8/layout/cycle8"/>
    <dgm:cxn modelId="{09BB8E21-B671-4811-8C1C-495EC802CCF6}" type="presParOf" srcId="{C24998B0-9A13-4D30-A19D-345A03790B4A}" destId="{F4047D92-41C9-4A33-B3E0-1FAB87E5EED6}" srcOrd="1" destOrd="0" presId="urn:microsoft.com/office/officeart/2005/8/layout/cycle8"/>
    <dgm:cxn modelId="{3B13DC07-C51C-4622-83ED-780E88BF151A}" type="presParOf" srcId="{C24998B0-9A13-4D30-A19D-345A03790B4A}" destId="{9D7E4A5D-47CA-4044-BCBF-8BB9DC22CF9E}" srcOrd="2" destOrd="0" presId="urn:microsoft.com/office/officeart/2005/8/layout/cycle8"/>
    <dgm:cxn modelId="{C69D80F3-334E-4262-8DA8-26CEA9804861}" type="presParOf" srcId="{C24998B0-9A13-4D30-A19D-345A03790B4A}" destId="{D575E9DB-2795-4476-AE7D-66F2578FF8E0}" srcOrd="3" destOrd="0" presId="urn:microsoft.com/office/officeart/2005/8/layout/cycle8"/>
    <dgm:cxn modelId="{EF1B82E2-5E92-4020-AC25-8039085999B6}" type="presParOf" srcId="{C24998B0-9A13-4D30-A19D-345A03790B4A}" destId="{55CBF2A8-D1E6-475E-B577-3810359C9D6A}" srcOrd="4" destOrd="0" presId="urn:microsoft.com/office/officeart/2005/8/layout/cycle8"/>
    <dgm:cxn modelId="{D3F7DF10-46C6-4CD9-9F32-0114F0807B36}" type="presParOf" srcId="{C24998B0-9A13-4D30-A19D-345A03790B4A}" destId="{074FC534-75EC-4F52-91EC-F44029E5513D}" srcOrd="5" destOrd="0" presId="urn:microsoft.com/office/officeart/2005/8/layout/cycle8"/>
    <dgm:cxn modelId="{49060D26-6FD2-408C-95DC-48887818E17C}" type="presParOf" srcId="{C24998B0-9A13-4D30-A19D-345A03790B4A}" destId="{F2E38A28-A935-4C1F-9963-27784821EFAC}" srcOrd="6" destOrd="0" presId="urn:microsoft.com/office/officeart/2005/8/layout/cycle8"/>
    <dgm:cxn modelId="{A3E24A7E-9D31-4277-8C7E-51CCA1912A57}" type="presParOf" srcId="{C24998B0-9A13-4D30-A19D-345A03790B4A}" destId="{B41C6CC4-5936-4E8E-9D5F-D9A0498AC9F1}" srcOrd="7" destOrd="0" presId="urn:microsoft.com/office/officeart/2005/8/layout/cycle8"/>
    <dgm:cxn modelId="{3B7C64F3-E0D5-48AC-9C0C-77136D02DE9E}" type="presParOf" srcId="{C24998B0-9A13-4D30-A19D-345A03790B4A}" destId="{0F0E35C4-B91F-4CE8-92BE-E0CA03F4F105}" srcOrd="8" destOrd="0" presId="urn:microsoft.com/office/officeart/2005/8/layout/cycle8"/>
    <dgm:cxn modelId="{70B9940E-E176-443F-943B-717DC30F490D}" type="presParOf" srcId="{C24998B0-9A13-4D30-A19D-345A03790B4A}" destId="{7293F610-28E0-4F39-BAA9-C791CDFD32AF}" srcOrd="9" destOrd="0" presId="urn:microsoft.com/office/officeart/2005/8/layout/cycle8"/>
    <dgm:cxn modelId="{F5296617-12AF-4A67-8EAB-645CD1206D49}" type="presParOf" srcId="{C24998B0-9A13-4D30-A19D-345A03790B4A}" destId="{D7FD1D4B-0F3A-4170-8910-4B931F3D1702}" srcOrd="10" destOrd="0" presId="urn:microsoft.com/office/officeart/2005/8/layout/cycle8"/>
    <dgm:cxn modelId="{23FCAD86-4E01-48BA-A0B4-20BC8969DDB8}" type="presParOf" srcId="{C24998B0-9A13-4D30-A19D-345A03790B4A}" destId="{132BC5E5-E09F-47CA-AABC-6CD9C3659E45}" srcOrd="11" destOrd="0" presId="urn:microsoft.com/office/officeart/2005/8/layout/cycle8"/>
    <dgm:cxn modelId="{7219CD4C-D445-4F54-A89B-CE0A2E04B696}" type="presParOf" srcId="{C24998B0-9A13-4D30-A19D-345A03790B4A}" destId="{AADD1009-F371-4923-AE99-4C9750EA64A1}" srcOrd="12" destOrd="0" presId="urn:microsoft.com/office/officeart/2005/8/layout/cycle8"/>
    <dgm:cxn modelId="{FBE9224B-8050-43D4-AC02-DA16793ECFE6}" type="presParOf" srcId="{C24998B0-9A13-4D30-A19D-345A03790B4A}" destId="{C4268261-3D37-41D4-9849-AB900F51B2FD}" srcOrd="13" destOrd="0" presId="urn:microsoft.com/office/officeart/2005/8/layout/cycle8"/>
    <dgm:cxn modelId="{5BB91C28-3F27-4657-B0C8-85AEE1582197}" type="presParOf" srcId="{C24998B0-9A13-4D30-A19D-345A03790B4A}" destId="{4CDF2532-41FF-489F-844B-28A5F77CFEDF}" srcOrd="14" destOrd="0" presId="urn:microsoft.com/office/officeart/2005/8/layout/cycle8"/>
    <dgm:cxn modelId="{ADCC5816-F794-4243-82B7-1134233F9928}" type="presParOf" srcId="{C24998B0-9A13-4D30-A19D-345A03790B4A}" destId="{C63635E7-AA26-480A-93CF-DE665D593343}" srcOrd="15" destOrd="0" presId="urn:microsoft.com/office/officeart/2005/8/layout/cycle8"/>
    <dgm:cxn modelId="{59C3504A-610E-4EC1-8863-B949C2B4F790}" type="presParOf" srcId="{C24998B0-9A13-4D30-A19D-345A03790B4A}" destId="{4C9C278B-60EA-411D-8A2F-EA2BAFAF2E78}" srcOrd="16" destOrd="0" presId="urn:microsoft.com/office/officeart/2005/8/layout/cycle8"/>
    <dgm:cxn modelId="{2F8B4EAF-05F1-4ABA-8A71-1543A7EC3118}" type="presParOf" srcId="{C24998B0-9A13-4D30-A19D-345A03790B4A}" destId="{853C3E70-B8D0-446A-912F-EAF6D9D5899A}" srcOrd="17" destOrd="0" presId="urn:microsoft.com/office/officeart/2005/8/layout/cycle8"/>
    <dgm:cxn modelId="{EF95484B-6966-496D-8794-F4F271B740E7}" type="presParOf" srcId="{C24998B0-9A13-4D30-A19D-345A03790B4A}" destId="{052805A8-E51C-4213-B193-7BCD0AFCD68D}" srcOrd="18" destOrd="0" presId="urn:microsoft.com/office/officeart/2005/8/layout/cycle8"/>
    <dgm:cxn modelId="{F55DE4EE-AD80-4E26-B648-436DDB15C0E8}" type="presParOf" srcId="{C24998B0-9A13-4D30-A19D-345A03790B4A}" destId="{1797B5D0-E146-4908-A825-9B68E69E440B}" srcOrd="19" destOrd="0" presId="urn:microsoft.com/office/officeart/2005/8/layout/cycle8"/>
    <dgm:cxn modelId="{72EE2BA8-C2D1-4701-B512-1EB02FD920F7}" type="presParOf" srcId="{C24998B0-9A13-4D30-A19D-345A03790B4A}" destId="{75CDB8B9-441F-4EEA-83BF-F0BD97E1FB95}" srcOrd="20" destOrd="0" presId="urn:microsoft.com/office/officeart/2005/8/layout/cycle8"/>
    <dgm:cxn modelId="{B29B87F0-C573-4DF3-8417-E983E768BAEE}" type="presParOf" srcId="{C24998B0-9A13-4D30-A19D-345A03790B4A}" destId="{B352F5C1-66CD-48E1-9460-FF7F5A87DB06}" srcOrd="21" destOrd="0" presId="urn:microsoft.com/office/officeart/2005/8/layout/cycle8"/>
    <dgm:cxn modelId="{0445BCFB-931F-46E1-BBEA-DA927D60E904}" type="presParOf" srcId="{C24998B0-9A13-4D30-A19D-345A03790B4A}" destId="{D591BADD-C90D-4E1D-AE9F-B89C086C8767}" srcOrd="22" destOrd="0" presId="urn:microsoft.com/office/officeart/2005/8/layout/cycle8"/>
    <dgm:cxn modelId="{0672046C-F8B9-4CFF-AEED-3DFCF8181264}" type="presParOf" srcId="{C24998B0-9A13-4D30-A19D-345A03790B4A}" destId="{E134BF48-9D9D-4566-B5B7-BED0AFEFA886}" srcOrd="23" destOrd="0" presId="urn:microsoft.com/office/officeart/2005/8/layout/cycle8"/>
    <dgm:cxn modelId="{9F9EF6A5-54A2-47A5-A97F-072543F50DBF}" type="presParOf" srcId="{C24998B0-9A13-4D30-A19D-345A03790B4A}" destId="{BC1FD742-601F-4594-BF9B-8311ED08B3B5}" srcOrd="24" destOrd="0" presId="urn:microsoft.com/office/officeart/2005/8/layout/cycle8"/>
  </dgm:cxnLst>
  <dgm:bg>
    <a:solidFill>
      <a:schemeClr val="bg2">
        <a:lumMod val="90000"/>
      </a:schemeClr>
    </a:solidFill>
  </dgm:bg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376581-8FD3-45A9-BE00-5A83E76CD862}">
      <dsp:nvSpPr>
        <dsp:cNvPr id="9" name="{0D376581-8FD3-45A9-BE00-5A83E76CD862}"/>
        <dsp:cNvSpPr/>
      </dsp:nvSpPr>
      <dsp:spPr>
        <a:xfrm>
          <a:off x="1852200" y="681120"/>
          <a:ext cx="4551480" cy="4551480"/>
        </a:xfrm>
        <a:prstGeom prst="pie">
          <a:avLst>
            <a:gd name="adj1" fmla="val 0"/>
            <a:gd name="adj2" fmla="val 16200000"/>
          </a:avLst>
        </a:prstGeom>
        <a:solidFill>
          <a:srgbClr val="FFFFFF">
            <a:alpha val="10000"/>
          </a:srgbClr>
        </a:solidFill>
        <a:ln>
          <a:solidFill>
            <a:srgbClr val="912785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D575E9DB-2795-4476-AE7D-66F2578FF8E0}">
      <dsp:nvSpPr>
        <dsp:cNvPr id="10" name="{D575E9DB-2795-4476-AE7D-66F2578FF8E0}"/>
        <dsp:cNvSpPr/>
      </dsp:nvSpPr>
      <dsp:spPr>
        <a:xfrm>
          <a:off x="4226760" y="1446120"/>
          <a:ext cx="1462680" cy="974880"/>
        </a:xfrm>
        <a:solidFill>
          <a:srgbClr val="FFFFFF"/>
        </a:solidFill>
        <a:ln>
          <a:solidFill>
            <a:srgbClr val="912785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ctr">
          <a:normAutofit fontScale="85000" lnSpcReduction="9999"/>
        </a:bodyPr>
        <a:p>
          <a:pPr defTabSz="914400">
            <a:lnSpc>
              <a:spcPct val="100000"/>
            </a:lnSpc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One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  <a:p>
          <a:pPr marL="285840" lvl="1" indent="-285840" defTabSz="914400">
            <a:lnSpc>
              <a:spcPct val="100000"/>
            </a:lnSpc>
            <a:buClr>
              <a:srgbClr val="000000"/>
            </a:buClr>
            <a:buFont typeface="Symbol" charset="2"/>
            <a:buChar char=""/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Eleven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  <a:p>
          <a:pPr marL="285840" lvl="1" indent="-285840" defTabSz="914400">
            <a:lnSpc>
              <a:spcPct val="100000"/>
            </a:lnSpc>
            <a:buClr>
              <a:srgbClr val="000000"/>
            </a:buClr>
            <a:buFont typeface="Symbol" charset="2"/>
            <a:buChar char=""/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Twelve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  <a:p>
          <a:pPr marL="285840" lvl="1" indent="-285840" defTabSz="914400">
            <a:lnSpc>
              <a:spcPct val="100000"/>
            </a:lnSpc>
            <a:buClr>
              <a:srgbClr val="000000"/>
            </a:buClr>
            <a:buFont typeface="Symbol" charset="2"/>
            <a:buChar char=""/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Thirteen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55CBF2A8-D1E6-475E-B577-3810359C9D6A}">
      <dsp:nvSpPr>
        <dsp:cNvPr id="11" name="{55CBF2A8-D1E6-475E-B577-3810359C9D6A}"/>
        <dsp:cNvSpPr/>
      </dsp:nvSpPr>
      <dsp:spPr>
        <a:xfrm>
          <a:off x="1891440" y="802440"/>
          <a:ext cx="4551480" cy="4551480"/>
        </a:xfrm>
        <a:prstGeom prst="pie">
          <a:avLst>
            <a:gd name="adj1" fmla="val 0"/>
            <a:gd name="adj2" fmla="val 16200000"/>
          </a:avLst>
        </a:prstGeom>
        <a:solidFill>
          <a:srgbClr val="FFFFFF">
            <a:alpha val="10000"/>
          </a:srgbClr>
        </a:solidFill>
        <a:ln>
          <a:solidFill>
            <a:srgbClr val="912785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B41C6CC4-5936-4E8E-9D5F-D9A0498AC9F1}">
      <dsp:nvSpPr>
        <dsp:cNvPr id="12" name="{B41C6CC4-5936-4E8E-9D5F-D9A0498AC9F1}"/>
        <dsp:cNvSpPr/>
      </dsp:nvSpPr>
      <dsp:spPr>
        <a:xfrm>
          <a:off x="4822920" y="2882160"/>
          <a:ext cx="1354320" cy="1083240"/>
        </a:xfrm>
        <a:solidFill>
          <a:srgbClr val="FFFFFF">
            <a:alpha val="10000"/>
          </a:srgbClr>
        </a:solidFill>
        <a:ln>
          <a:solidFill>
            <a:srgbClr val="912785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ctr">
          <a:normAutofit fontScale="85000" lnSpcReduction="19999"/>
        </a:bodyPr>
        <a:p>
          <a:pPr defTabSz="914400">
            <a:lnSpc>
              <a:spcPct val="100000"/>
            </a:lnSpc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Two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  <a:p>
          <a:pPr marL="285840" lvl="1" indent="-285840" defTabSz="914400">
            <a:lnSpc>
              <a:spcPct val="100000"/>
            </a:lnSpc>
            <a:buClr>
              <a:srgbClr val="000000"/>
            </a:buClr>
            <a:buFont typeface="Symbol" charset="2"/>
            <a:buChar char=""/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Twenty-one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  <a:p>
          <a:pPr marL="285840" lvl="1" indent="-285840" defTabSz="914400">
            <a:lnSpc>
              <a:spcPct val="100000"/>
            </a:lnSpc>
            <a:buClr>
              <a:srgbClr val="000000"/>
            </a:buClr>
            <a:buFont typeface="Symbol" charset="2"/>
            <a:buChar char=""/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Twenty-two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0F0E35C4-B91F-4CE8-92BE-E0CA03F4F105}">
      <dsp:nvSpPr>
        <dsp:cNvPr id="13" name="{0F0E35C4-B91F-4CE8-92BE-E0CA03F4F105}"/>
        <dsp:cNvSpPr/>
      </dsp:nvSpPr>
      <dsp:spPr>
        <a:xfrm>
          <a:off x="1788480" y="877320"/>
          <a:ext cx="4551480" cy="4551480"/>
        </a:xfrm>
        <a:prstGeom prst="pie">
          <a:avLst>
            <a:gd name="adj1" fmla="val 0"/>
            <a:gd name="adj2" fmla="val 16200000"/>
          </a:avLst>
        </a:prstGeom>
        <a:solidFill>
          <a:srgbClr val="FFFFFF">
            <a:alpha val="10000"/>
          </a:srgbClr>
        </a:solidFill>
        <a:ln>
          <a:solidFill>
            <a:srgbClr val="55308D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132BC5E5-E09F-47CA-AABC-6CD9C3659E45}">
      <dsp:nvSpPr>
        <dsp:cNvPr id="14" name="{132BC5E5-E09F-47CA-AABC-6CD9C3659E45}"/>
        <dsp:cNvSpPr/>
      </dsp:nvSpPr>
      <dsp:spPr>
        <a:xfrm>
          <a:off x="3413880" y="4074480"/>
          <a:ext cx="1299960" cy="1191600"/>
        </a:xfrm>
        <a:solidFill>
          <a:srgbClr val="FFFFFF">
            <a:alpha val="10000"/>
          </a:srgbClr>
        </a:solidFill>
        <a:ln>
          <a:solidFill>
            <a:srgbClr val="912785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ctr">
          <a:normAutofit/>
        </a:bodyPr>
        <a:p>
          <a:pPr algn="ctr" defTabSz="914400">
            <a:lnSpc>
              <a:spcPct val="100000"/>
            </a:lnSpc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Three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AADD1009-F371-4923-AE99-4C9750EA64A1}">
      <dsp:nvSpPr>
        <dsp:cNvPr id="15" name="{AADD1009-F371-4923-AE99-4C9750EA64A1}"/>
        <dsp:cNvSpPr/>
      </dsp:nvSpPr>
      <dsp:spPr>
        <a:xfrm>
          <a:off x="1685520" y="802440"/>
          <a:ext cx="4551480" cy="4551480"/>
        </a:xfrm>
        <a:prstGeom prst="pie">
          <a:avLst>
            <a:gd name="adj1" fmla="val 0"/>
            <a:gd name="adj2" fmla="val 16200000"/>
          </a:avLst>
        </a:prstGeom>
        <a:solidFill>
          <a:srgbClr val="FFFFFF">
            <a:alpha val="10000"/>
          </a:srgbClr>
        </a:solidFill>
        <a:ln>
          <a:solidFill>
            <a:srgbClr val="5983B0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C63635E7-AA26-480A-93CF-DE665D593343}">
      <dsp:nvSpPr>
        <dsp:cNvPr id="16" name="{C63635E7-AA26-480A-93CF-DE665D593343}"/>
        <dsp:cNvSpPr/>
      </dsp:nvSpPr>
      <dsp:spPr>
        <a:xfrm>
          <a:off x="1950840" y="2882160"/>
          <a:ext cx="1354320" cy="1083240"/>
        </a:xfrm>
        <a:solidFill>
          <a:srgbClr val="FFFFFF"/>
        </a:solidFill>
        <a:ln>
          <a:solidFill>
            <a:srgbClr val="912785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ctr">
          <a:normAutofit fontScale="92500" lnSpcReduction="9999"/>
        </a:bodyPr>
        <a:p>
          <a:pPr defTabSz="914400">
            <a:lnSpc>
              <a:spcPct val="100000"/>
            </a:lnSpc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Four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  <a:p>
          <a:pPr marL="285840" lvl="1" indent="-285840" defTabSz="914400">
            <a:lnSpc>
              <a:spcPct val="100000"/>
            </a:lnSpc>
            <a:buClr>
              <a:srgbClr val="000000"/>
            </a:buClr>
            <a:buFont typeface="Symbol" charset="2"/>
            <a:buChar char=""/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Forty-one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  <a:p>
          <a:pPr marL="285840" lvl="1" indent="-285840" defTabSz="914400">
            <a:lnSpc>
              <a:spcPct val="100000"/>
            </a:lnSpc>
            <a:buClr>
              <a:srgbClr val="000000"/>
            </a:buClr>
            <a:buFont typeface="Symbol" charset="2"/>
            <a:buChar char=""/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Forty-two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4C9C278B-60EA-411D-8A2F-EA2BAFAF2E78}">
      <dsp:nvSpPr>
        <dsp:cNvPr id="17" name="{4C9C278B-60EA-411D-8A2F-EA2BAFAF2E78}"/>
        <dsp:cNvSpPr/>
      </dsp:nvSpPr>
      <dsp:spPr>
        <a:xfrm>
          <a:off x="1724400" y="681120"/>
          <a:ext cx="4551480" cy="4551480"/>
        </a:xfrm>
        <a:prstGeom prst="pie">
          <a:avLst>
            <a:gd name="adj1" fmla="val 0"/>
            <a:gd name="adj2" fmla="val 16200000"/>
          </a:avLst>
        </a:prstGeom>
        <a:solidFill>
          <a:srgbClr val="FFFFFF">
            <a:alpha val="10000"/>
          </a:srgbClr>
        </a:solidFill>
        <a:ln>
          <a:solidFill>
            <a:srgbClr val="00A933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1797B5D0-E146-4908-A825-9B68E69E440B}">
      <dsp:nvSpPr>
        <dsp:cNvPr id="18" name="{1797B5D0-E146-4908-A825-9B68E69E440B}"/>
        <dsp:cNvSpPr/>
      </dsp:nvSpPr>
      <dsp:spPr>
        <a:xfrm>
          <a:off x="2438640" y="1446120"/>
          <a:ext cx="1462680" cy="974880"/>
        </a:xfrm>
        <a:solidFill>
          <a:srgbClr val="FFFFFF"/>
        </a:solidFill>
        <a:ln>
          <a:solidFill>
            <a:srgbClr val="912785"/>
          </a:solidFill>
        </a:ln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/>
        <a:fontRef idx="minor"/>
      </dsp:style>
      <dsp:txBody>
        <a:bodyPr lIns="80640" tIns="35640" rIns="80640" bIns="35640" anchor="ctr">
          <a:normAutofit/>
        </a:bodyPr>
        <a:p>
          <a:pPr algn="ctr" defTabSz="914400">
            <a:lnSpc>
              <a:spcPct val="100000"/>
            </a:lnSpc>
          </a:pPr>
          <a:r>
            <a:rPr lang="en-US" sz="1800" b="0" u="none" strike="noStrike">
              <a:solidFill>
                <a:schemeClr val="dk1"/>
              </a:solidFill>
              <a:effectLst/>
              <a:uFillTx/>
              <a:latin typeface="Calibri"/>
            </a:rPr>
            <a:t>Five</a:t>
          </a:r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75CDB8B9-441F-4EEA-83BF-F0BD97E1FB95}">
      <dsp:nvSpPr>
        <dsp:cNvPr id="19" name="{75CDB8B9-441F-4EEA-83BF-F0BD97E1FB95}"/>
        <dsp:cNvSpPr/>
      </dsp:nvSpPr>
      <dsp:spPr>
        <a:xfrm>
          <a:off x="4064040" y="3044880"/>
          <a:ext cx="4063680" cy="433080"/>
        </a:xfrm>
        <a:prstGeom prst="rightArrow">
          <a:avLst>
            <a:gd name="adj1" fmla="val 50000"/>
            <a:gd name="adj2" fmla="val 50000"/>
          </a:avLst>
        </a:prstGeom>
        <a:solidFill>
          <a:srgbClr val="CDADC7"/>
        </a:solidFill>
        <a:ln w="0">
          <a:noFill/>
        </a:ln>
      </dsp:spPr>
      <dsp:style>
        <a:lnRef idx="0">
          <a:schemeClr val="accent5">
            <a:tint val="60000"/>
          </a:schemeClr>
        </a:lnRef>
        <a:fillRef idx="1">
          <a:schemeClr val="accent5">
            <a:tint val="60000"/>
          </a:schemeClr>
        </a:fillRef>
        <a:effectRef idx="0"/>
        <a:fontRef idx="minor"/>
      </dsp:style>
      <dsp:txBody>
        <a:bodyPr lIns="90000" tIns="45000" rIns="90000" bIns="4500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B352F5C1-66CD-48E1-9460-FF7F5A87DB06}">
      <dsp:nvSpPr>
        <dsp:cNvPr id="20" name="{B352F5C1-66CD-48E1-9460-FF7F5A87DB06}"/>
        <dsp:cNvSpPr/>
      </dsp:nvSpPr>
      <dsp:spPr>
        <a:xfrm>
          <a:off x="4064040" y="3044880"/>
          <a:ext cx="4063680" cy="433080"/>
        </a:xfrm>
        <a:prstGeom prst="rightArrow">
          <a:avLst>
            <a:gd name="adj1" fmla="val 50000"/>
            <a:gd name="adj2" fmla="val 50000"/>
          </a:avLst>
        </a:prstGeom>
        <a:solidFill>
          <a:srgbClr val="CDADC7"/>
        </a:solidFill>
        <a:ln w="0">
          <a:noFill/>
        </a:ln>
      </dsp:spPr>
      <dsp:style>
        <a:lnRef idx="0">
          <a:schemeClr val="accent5">
            <a:tint val="60000"/>
          </a:schemeClr>
        </a:lnRef>
        <a:fillRef idx="1">
          <a:schemeClr val="accent5">
            <a:tint val="60000"/>
          </a:schemeClr>
        </a:fillRef>
        <a:effectRef idx="0"/>
        <a:fontRef idx="minor"/>
      </dsp:style>
      <dsp:txBody>
        <a:bodyPr lIns="90000" tIns="45000" rIns="90000" bIns="4500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D591BADD-C90D-4E1D-AE9F-B89C086C8767}">
      <dsp:nvSpPr>
        <dsp:cNvPr id="21" name="{D591BADD-C90D-4E1D-AE9F-B89C086C8767}"/>
        <dsp:cNvSpPr/>
      </dsp:nvSpPr>
      <dsp:spPr>
        <a:xfrm>
          <a:off x="4064040" y="3044880"/>
          <a:ext cx="4063680" cy="433080"/>
        </a:xfrm>
        <a:prstGeom prst="rightArrow">
          <a:avLst>
            <a:gd name="adj1" fmla="val 50000"/>
            <a:gd name="adj2" fmla="val 50000"/>
          </a:avLst>
        </a:prstGeom>
        <a:solidFill>
          <a:srgbClr val="CDADC7"/>
        </a:solidFill>
        <a:ln w="0">
          <a:noFill/>
        </a:ln>
      </dsp:spPr>
      <dsp:style>
        <a:lnRef idx="0">
          <a:schemeClr val="accent5">
            <a:tint val="60000"/>
          </a:schemeClr>
        </a:lnRef>
        <a:fillRef idx="1">
          <a:schemeClr val="accent5">
            <a:tint val="60000"/>
          </a:schemeClr>
        </a:fillRef>
        <a:effectRef idx="0"/>
        <a:fontRef idx="minor"/>
      </dsp:style>
      <dsp:txBody>
        <a:bodyPr lIns="90000" tIns="45000" rIns="90000" bIns="4500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E134BF48-9D9D-4566-B5B7-BED0AFEFA886}">
      <dsp:nvSpPr>
        <dsp:cNvPr id="22" name="{E134BF48-9D9D-4566-B5B7-BED0AFEFA886}"/>
        <dsp:cNvSpPr/>
      </dsp:nvSpPr>
      <dsp:spPr>
        <a:xfrm>
          <a:off x="4064040" y="3044880"/>
          <a:ext cx="4063680" cy="433080"/>
        </a:xfrm>
        <a:prstGeom prst="rightArrow">
          <a:avLst>
            <a:gd name="adj1" fmla="val 50000"/>
            <a:gd name="adj2" fmla="val 50000"/>
          </a:avLst>
        </a:prstGeom>
        <a:solidFill>
          <a:srgbClr val="CDADC7"/>
        </a:solidFill>
        <a:ln w="0">
          <a:noFill/>
        </a:ln>
      </dsp:spPr>
      <dsp:style>
        <a:lnRef idx="0">
          <a:schemeClr val="accent5">
            <a:tint val="60000"/>
          </a:schemeClr>
        </a:lnRef>
        <a:fillRef idx="1">
          <a:schemeClr val="accent5">
            <a:tint val="60000"/>
          </a:schemeClr>
        </a:fillRef>
        <a:effectRef idx="0"/>
        <a:fontRef idx="minor"/>
      </dsp:style>
      <dsp:txBody>
        <a:bodyPr lIns="90000" tIns="45000" rIns="90000" bIns="4500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  <dsp:sp modelId="{BC1FD742-601F-4594-BF9B-8311ED08B3B5}">
      <dsp:nvSpPr>
        <dsp:cNvPr id="23" name="{BC1FD742-601F-4594-BF9B-8311ED08B3B5}"/>
        <dsp:cNvSpPr/>
      </dsp:nvSpPr>
      <dsp:spPr>
        <a:xfrm>
          <a:off x="4064040" y="3044880"/>
          <a:ext cx="4063680" cy="433080"/>
        </a:xfrm>
        <a:prstGeom prst="rightArrow">
          <a:avLst>
            <a:gd name="adj1" fmla="val 50000"/>
            <a:gd name="adj2" fmla="val 50000"/>
          </a:avLst>
        </a:prstGeom>
        <a:solidFill>
          <a:srgbClr val="CDADC7"/>
        </a:solidFill>
        <a:ln w="0">
          <a:noFill/>
        </a:ln>
      </dsp:spPr>
      <dsp:style>
        <a:lnRef idx="0">
          <a:schemeClr val="accent5">
            <a:tint val="60000"/>
          </a:schemeClr>
        </a:lnRef>
        <a:fillRef idx="1">
          <a:schemeClr val="accent5">
            <a:tint val="60000"/>
          </a:schemeClr>
        </a:fillRef>
        <a:effectRef idx="0"/>
        <a:fontRef idx="minor"/>
      </dsp:style>
      <dsp:txBody>
        <a:bodyPr lIns="90000" tIns="45000" rIns="90000" bIns="45000" anchor="t">
          <a:sp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Calibri"/>
          </a:endParaRPr>
        </a:p>
      </dsp:txBody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9B4DD6-385E-45F8-99A1-16C7ADC212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221A29-B15A-4D4D-A274-DD5D78CF4A2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microsoft.com/office/2007/relationships/diagramDrawing" Target="../diagrams/drawing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1"/>
          <p:cNvGraphicFramePr/>
          <p:nvPr>
            <p:extLst>
              <p:ext uri="{D42A27DB-BD31-4B8C-83A1-F6EECF244321}">
                <p14:modId xmlns:p14="http://schemas.microsoft.com/office/powerpoint/2010/main" val="1042846721"/>
              </p:ext>
            </p:extLst>
          </p:nvPr>
        </p:nvGraphicFramePr>
        <p:xfrm>
          <a:off x="2286000" y="685800"/>
          <a:ext cx="8127720" cy="5418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16x9minimal</Template>
  <TotalTime>4</TotalTime>
  <Application>Collabora_Office/26.04.1.4$Windows_X86_64 LibreOffice_project/b2996e09e5f1bd204ced035a22cdd02b7001cf3e</Application>
  <AppVersion>15.0000</AppVersion>
  <Words>12</Words>
  <Paragraphs>12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2026-05-16T09:08:04Z</dcterms:created>
  <dc:creator>Regina Henschel</dc:creator>
  <dc:description/>
  <dc:language>en-US</dc:language>
  <cp:lastModifiedBy/>
  <dcterms:modified xsi:type="dcterms:W3CDTF">2026-07-10T01:41:46Z</dcterms:modified>
  <cp:revision>102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