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4095-B134-E29C-9F40-5858AD087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A1FE4-E4C9-E353-B774-308B0D613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FA87D-33A8-EDE9-25DD-9B19E56D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676BE-12CD-4934-A7E7-F6AAC5DA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A344E-8A1D-7530-3EDF-3EAF9A98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C95A-B87E-BFBA-E7EA-BE1FA930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5688B-4A40-DFBA-F26C-353A41E6C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8B5A-5AA0-E493-7AE8-C64F0013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1F716-DB6D-1CC7-6D7A-0E8688A2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B1D4-D1D6-1EC0-973E-AFF3EE70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6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E3F4-34B6-A45F-FF45-174B276A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21C5-CD19-EE40-5CBC-1B50630DE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AEEFB-D9C6-4471-9F09-C2556B01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B42D2-8A6E-A45E-74B3-88358D29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12BB4-790E-C5A9-546B-C427962A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BB2B-01D8-178A-80DE-29A16E1E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1593C-3128-9BD5-0BE0-87B94C1B3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F0A42-96D0-7FD9-FCB7-64F83A9B9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432A3-EDBC-47FB-DB9A-35304703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0F354-052A-0869-A32F-740240BC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109B9-583E-4CD3-0BBA-28884566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8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AAD5-A323-DBEF-26AD-F0DA4BB7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85D6D-7916-F0CA-48C2-D7F5EC3B6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721E0-EE90-FB60-37D3-B745E8162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10F7A-2472-3E59-4342-B7667993D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E26F6-D6B0-D139-790F-44A7807B6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6430D-F4AF-022A-CB71-4F298467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80009-9FDC-FF8C-F525-64D93F6C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60FF3-123F-52BE-E7B7-4D1EDBB4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1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49FC-5905-6181-51E5-AF9E2156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B1521-1356-835A-FA56-BFB1E893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18864-47E2-B9E1-3539-F1B5D8F0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1AC09-9C2D-4EFF-964F-833289F4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39F15-4C1D-758E-1BF5-47078E32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8DEE9-C224-A073-94C7-E375770C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AE4F-5FA5-EEA6-A77B-C51C3A87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9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D508-9AF8-FBEF-D193-65095DEE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BF02-4B27-E432-906D-FE15C113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2C1EA-7A24-E549-D3E8-9337D380A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A0A58-C363-C81A-C994-CBD91F0B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8EF93-6426-6073-2A94-65B697EA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C30B4-7B8B-F2BF-8814-3C261D19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8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9098-E0C9-B211-5E42-9E3E562F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F4947-80DD-0123-2628-093DFBA48F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88054-FF9C-F9A0-D29E-8EDBCE343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B5644-E45D-20E4-C41E-28A440D9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B4670-5D00-BD81-266F-CDFBA190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A8FF0-9F15-876F-079D-47E4EA1D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3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A6BA-633B-F929-BC5A-14FCA60F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1392B-9F8A-D239-8E98-BEC1355A9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C4E4-6EBE-9EDF-9C40-0427A7FD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5367B-8ACF-D6AB-5D7C-13A9E247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51886-0683-718C-ECDE-82401C6A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1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4ED3C-617A-8CAC-427B-C730D429F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932BE-BC23-D9DC-7088-9C42D60BF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88F7E-FF84-FE9A-2AAA-2BD50B3B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16AAC-D130-2B37-085E-7732E5ED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E8DE-F628-B9E4-24D2-30244B35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7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99BB04-5595-E509-4F9C-96E13DD2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3A275-9492-4ABB-F4BC-BAAE43D1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370AB-FCB3-8E3D-5972-B2618FAAF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2D649-5A95-F747-9F20-B64160165BD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FFCAD-70BE-73A8-B359-E541D5682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B8255-48C8-7589-3DBD-18BA7F5F9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9CED1-CAFE-4640-A21F-0675D76FF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3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U"/>
          <p:cNvSpPr txBox="1"/>
          <p:nvPr/>
        </p:nvSpPr>
        <p:spPr>
          <a:xfrm>
            <a:off x="150000" y="250000"/>
            <a:ext cx="2300000" cy="21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Font typeface="+mj-lt"/>
              <a:buAutoNum type="arabicPeriod" startAt="2"/>
            </a:lvl1pPr>
          </a:lstStyle>
          <a:p>
            <a:pPr marL="0" indent="0">
              <a:buNone/>
            </a:pPr>
            <a:r>
              <a:rPr lang="en-US" sz="1000" dirty="0"/>
              <a:t>U: lstStyle startAt=2, no pPr</a:t>
            </a:r>
          </a:p>
          <a:p>
            <a:r>
              <a:rPr lang="en-US" sz="1200" dirty="0"/>
              <a:t>U1</a:t>
            </a:r>
          </a:p>
          <a:p>
            <a:r>
              <a:rPr lang="en-US" sz="1200" dirty="0"/>
              <a:t>U2</a:t>
            </a:r>
          </a:p>
          <a:p>
            <a:r>
              <a:rPr lang="en-US" sz="1200" dirty="0"/>
              <a:t>U3</a:t>
            </a:r>
          </a:p>
          <a:p>
            <a:r>
              <a:rPr lang="en-US" sz="1200" dirty="0"/>
              <a:t>U4</a:t>
            </a:r>
          </a:p>
        </p:txBody>
      </p:sp>
      <p:sp>
        <p:nvSpPr>
          <p:cNvPr id="3" name="Case V"/>
          <p:cNvSpPr txBox="1"/>
          <p:nvPr/>
        </p:nvSpPr>
        <p:spPr>
          <a:xfrm>
            <a:off x="2550000" y="250000"/>
            <a:ext cx="2300000" cy="21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Font typeface="+mj-lt"/>
              <a:buAutoNum type="arabicPeriod" startAt="2"/>
            </a:lvl1pPr>
          </a:lstStyle>
          <a:p>
            <a:pPr marL="0" indent="0">
              <a:buNone/>
            </a:pPr>
            <a:r>
              <a:rPr lang="en-US" sz="1000" dirty="0"/>
              <a:t>V: lstStyle startAt=2, pPr without bullet</a:t>
            </a:r>
          </a:p>
          <a:p>
            <a:pPr marL="342900" indent="-342900"/>
            <a:r>
              <a:rPr lang="en-US" sz="1200" dirty="0"/>
              <a:t>V1</a:t>
            </a:r>
          </a:p>
          <a:p>
            <a:pPr marL="342900" indent="-342900"/>
            <a:r>
              <a:rPr lang="en-US" sz="1200" dirty="0"/>
              <a:t>V2</a:t>
            </a:r>
          </a:p>
          <a:p>
            <a:pPr marL="342900" indent="-342900"/>
            <a:r>
              <a:rPr lang="en-US" sz="1200" dirty="0"/>
              <a:t>V3</a:t>
            </a:r>
          </a:p>
          <a:p>
            <a:pPr marL="342900" indent="-342900"/>
            <a:r>
              <a:rPr lang="en-US" sz="1200" dirty="0"/>
              <a:t>V4</a:t>
            </a:r>
          </a:p>
        </p:txBody>
      </p:sp>
      <p:sp>
        <p:nvSpPr>
          <p:cNvPr id="4" name="Case W"/>
          <p:cNvSpPr txBox="1"/>
          <p:nvPr/>
        </p:nvSpPr>
        <p:spPr>
          <a:xfrm>
            <a:off x="4950000" y="250000"/>
            <a:ext cx="2300000" cy="21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Font typeface="+mj-lt"/>
              <a:buAutoNum type="arabicPeriod" startAt="2"/>
            </a:lvl1pPr>
          </a:lstStyle>
          <a:p>
            <a:pPr marL="0" indent="0">
              <a:buNone/>
            </a:pPr>
            <a:r>
              <a:rPr lang="en-US" sz="1000" dirty="0"/>
              <a:t>W: lstStyle startAt=2, own buAutoNum startAt=2</a:t>
            </a:r>
          </a:p>
          <a:p>
            <a:pPr marL="342900" indent="-342900">
              <a:buAutoNum type="arabicPeriod" startAt="2"/>
            </a:pPr>
            <a:r>
              <a:rPr lang="en-US" sz="1200" dirty="0"/>
              <a:t>W1</a:t>
            </a:r>
          </a:p>
          <a:p>
            <a:pPr marL="342900" indent="-342900">
              <a:buAutoNum type="arabicPeriod" startAt="2"/>
            </a:pPr>
            <a:r>
              <a:rPr lang="en-US" sz="1200" dirty="0"/>
              <a:t>W2</a:t>
            </a:r>
          </a:p>
          <a:p>
            <a:pPr marL="342900" indent="-342900">
              <a:buAutoNum type="arabicPeriod" startAt="2"/>
            </a:pPr>
            <a:r>
              <a:rPr lang="en-US" sz="1200" dirty="0"/>
              <a:t>W3</a:t>
            </a:r>
          </a:p>
          <a:p>
            <a:pPr marL="342900" indent="-342900">
              <a:buAutoNum type="arabicPeriod" startAt="2"/>
            </a:pPr>
            <a:r>
              <a:rPr lang="en-US" sz="1200" dirty="0"/>
              <a:t>W4</a:t>
            </a:r>
          </a:p>
        </p:txBody>
      </p:sp>
      <p:sp>
        <p:nvSpPr>
          <p:cNvPr id="5" name="Case Y"/>
          <p:cNvSpPr txBox="1"/>
          <p:nvPr/>
        </p:nvSpPr>
        <p:spPr>
          <a:xfrm>
            <a:off x="7350000" y="250000"/>
            <a:ext cx="2300000" cy="21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Font typeface="+mj-lt"/>
              <a:buAutoNum type="arabicPeriod" startAt="2"/>
            </a:lvl1pPr>
          </a:lstStyle>
          <a:p>
            <a:pPr marL="0" indent="0">
              <a:buNone/>
            </a:pPr>
            <a:r>
              <a:rPr lang="en-US" sz="1000" dirty="0"/>
              <a:t>Y: lstStyle startAt=2: inherit, own, own, inherit</a:t>
            </a:r>
          </a:p>
          <a:p>
            <a:pPr marL="342900" indent="-342900"/>
            <a:r>
              <a:rPr lang="en-US" sz="1200" dirty="0"/>
              <a:t>Y1</a:t>
            </a:r>
          </a:p>
          <a:p>
            <a:pPr marL="342900" indent="-342900">
              <a:buAutoNum type="arabicPeriod" startAt="2"/>
            </a:pPr>
            <a:r>
              <a:rPr lang="en-US" sz="1200" dirty="0"/>
              <a:t>Y2</a:t>
            </a:r>
          </a:p>
          <a:p>
            <a:pPr marL="342900" indent="-342900">
              <a:buAutoNum type="arabicPeriod" startAt="2"/>
            </a:pPr>
            <a:r>
              <a:rPr lang="en-US" sz="1200" dirty="0"/>
              <a:t>Y3</a:t>
            </a:r>
          </a:p>
          <a:p>
            <a:pPr marL="342900" indent="-342900"/>
            <a:r>
              <a:rPr lang="en-US" sz="1200" dirty="0"/>
              <a:t>Y4</a:t>
            </a:r>
          </a:p>
        </p:txBody>
      </p:sp>
      <p:sp>
        <p:nvSpPr>
          <p:cNvPr id="6" name="Case Z"/>
          <p:cNvSpPr txBox="1"/>
          <p:nvPr/>
        </p:nvSpPr>
        <p:spPr>
          <a:xfrm>
            <a:off x="9750000" y="250000"/>
            <a:ext cx="2300000" cy="21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Font typeface="+mj-lt"/>
              <a:buAutoNum type="arabicPeriod"/>
            </a:lvl1pPr>
          </a:lstStyle>
          <a:p>
            <a:pPr marL="0" indent="0">
              <a:buNone/>
            </a:pPr>
            <a:r>
              <a:rPr lang="en-US" sz="1000" dirty="0"/>
              <a:t>Z: lstStyle, no startAt: 2 items, buNone, 2 items</a:t>
            </a:r>
          </a:p>
          <a:p>
            <a:r>
              <a:rPr lang="en-US" sz="1200" dirty="0"/>
              <a:t>Z1</a:t>
            </a:r>
          </a:p>
          <a:p>
            <a:r>
              <a:rPr lang="en-US" sz="1200" dirty="0"/>
              <a:t>Z2</a:t>
            </a:r>
          </a:p>
          <a:p>
            <a:pPr marL="0" indent="0">
              <a:buNone/>
            </a:pPr>
            <a:r>
              <a:rPr lang="en-US" sz="1200" dirty="0"/>
              <a:t>Z3</a:t>
            </a:r>
          </a:p>
          <a:p>
            <a:r>
              <a:rPr lang="en-US" sz="1200" dirty="0"/>
              <a:t>Z4</a:t>
            </a:r>
          </a:p>
          <a:p>
            <a:r>
              <a:rPr lang="en-US" sz="1200" dirty="0"/>
              <a:t>Z5</a:t>
            </a:r>
          </a:p>
        </p:txBody>
      </p:sp>
    </p:spTree>
    <p:extLst>
      <p:ext uri="{BB962C8B-B14F-4D97-AF65-F5344CB8AC3E}">
        <p14:creationId xmlns:p14="http://schemas.microsoft.com/office/powerpoint/2010/main" val="30996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2026-09-24T21:01:42Z</dcterms:created>
  <dcterms:modified xsi:type="dcterms:W3CDTF">2026-09-24T21:02:18Z</dcterms:modified>
</cp:coreProperties>
</file>