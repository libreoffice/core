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microsoft.com/office/officeart/2009/3/layout/HorizontalOrganizationChart" loCatId="hierarchy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BC4C6678-06FE-461F-B853-C58BAD569049}" type="asst">
      <dgm:prSet phldrT="[Text]" phldr="0"/>
      <dgm:spPr/>
      <dgm:t>
        <a:bodyPr/>
        <a:lstStyle/>
        <a:p>
          <a:r>
            <a:rPr lang="en-US" dirty="0" err="1"/>
            <a:t>Assistent</a:t>
          </a:r>
          <a:endParaRPr lang="en-US" dirty="0"/>
        </a:p>
      </dgm:t>
    </dgm:pt>
    <dgm:pt modelId="{3B4A2153-8370-423B-8764-31A2AA81BE3A}" type="parTrans" cxnId="{93A4DCEA-3D41-46A6-93D3-5DC13C081E35}">
      <dgm:prSet/>
      <dgm:spPr/>
      <dgm:t>
        <a:bodyPr/>
        <a:lstStyle/>
        <a:p>
          <a:endParaRPr lang="en-US"/>
        </a:p>
      </dgm:t>
    </dgm:pt>
    <dgm:pt modelId="{CB14E3E5-F80C-411B-BD2A-AFB44EB8EC65}" type="sibTrans" cxnId="{93A4DCEA-3D41-46A6-93D3-5DC13C081E35}">
      <dgm:prSet/>
      <dgm:spPr/>
      <dgm:t>
        <a:bodyPr/>
        <a:lstStyle/>
        <a:p>
          <a:endParaRPr lang="en-US"/>
        </a:p>
      </dgm:t>
    </dgm:pt>
    <dgm:pt modelId="{E6E3AAC0-6178-452E-BE9C-A2E6D6477B4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C75C0BFB-6CE5-4EEA-B93F-5390F9508B33}" type="parTrans" cxnId="{2D716FA2-6058-4405-A51F-E088332B68A9}">
      <dgm:prSet/>
      <dgm:spPr/>
      <dgm:t>
        <a:bodyPr/>
        <a:lstStyle/>
        <a:p>
          <a:endParaRPr lang="en-US"/>
        </a:p>
      </dgm:t>
    </dgm:pt>
    <dgm:pt modelId="{4B83D12D-C6D1-4F9C-88C2-3FE584E7F26E}" type="sibTrans" cxnId="{2D716FA2-6058-4405-A51F-E088332B68A9}">
      <dgm:prSet/>
      <dgm:spPr/>
      <dgm:t>
        <a:bodyPr/>
        <a:lstStyle/>
        <a:p>
          <a:endParaRPr lang="en-US"/>
        </a:p>
      </dgm:t>
    </dgm:pt>
    <dgm:pt modelId="{9625BA9E-D408-415E-BE6D-F5802BDF79C2}" type="asst">
      <dgm:prSet phldrT="[Text]" phldr="0"/>
      <dgm:spPr/>
      <dgm:t>
        <a:bodyPr/>
        <a:lstStyle/>
        <a:p>
          <a:r>
            <a:rPr lang="en-US" dirty="0" err="1"/>
            <a:t>Sekretärin</a:t>
          </a:r>
          <a:endParaRPr lang="en-US" dirty="0"/>
        </a:p>
      </dgm:t>
    </dgm:pt>
    <dgm:pt modelId="{64E77A5B-9397-4BAC-A5AB-21A95D1CBD80}" type="parTrans" cxnId="{204A824F-1770-48D9-9015-E15EEB3167D0}">
      <dgm:prSet/>
      <dgm:spPr/>
      <dgm:t>
        <a:bodyPr/>
        <a:lstStyle/>
        <a:p>
          <a:endParaRPr lang="en-US"/>
        </a:p>
      </dgm:t>
    </dgm:pt>
    <dgm:pt modelId="{52A12A63-0305-4D38-89B1-BC894EF94C6F}" type="sibTrans" cxnId="{204A824F-1770-48D9-9015-E15EEB3167D0}">
      <dgm:prSet/>
      <dgm:spPr/>
      <dgm:t>
        <a:bodyPr/>
        <a:lstStyle/>
        <a:p>
          <a:endParaRPr lang="en-US"/>
        </a:p>
      </dgm:t>
    </dgm:pt>
    <dgm:pt modelId="{2B71D885-E47E-4055-9B26-4745D4452D35}">
      <dgm:prSet phldrT="[Text]" phldr="0"/>
      <dgm:spPr/>
      <dgm:t>
        <a:bodyPr/>
        <a:lstStyle/>
        <a:p>
          <a:r>
            <a:rPr lang="en-US"/>
            <a:t>Twelve</a:t>
          </a:r>
          <a:endParaRPr lang="en-US" dirty="0"/>
        </a:p>
      </dgm:t>
    </dgm:pt>
    <dgm:pt modelId="{D9064491-1FFB-44C8-B215-3F307C91597C}" type="parTrans" cxnId="{0F4CA8D8-3812-4ACF-8D5F-42FA7D24382E}">
      <dgm:prSet/>
      <dgm:spPr/>
      <dgm:t>
        <a:bodyPr/>
        <a:lstStyle/>
        <a:p>
          <a:endParaRPr lang="en-US"/>
        </a:p>
      </dgm:t>
    </dgm:pt>
    <dgm:pt modelId="{A5F73529-25D6-4CE7-8301-2BCCD0648C98}" type="sibTrans" cxnId="{0F4CA8D8-3812-4ACF-8D5F-42FA7D24382E}">
      <dgm:prSet/>
      <dgm:spPr/>
      <dgm:t>
        <a:bodyPr/>
        <a:lstStyle/>
        <a:p>
          <a:endParaRPr lang="en-US"/>
        </a:p>
      </dgm:t>
    </dgm:pt>
    <dgm:pt modelId="{29EE4FC9-428C-4092-AECF-0B5F53EF2A53}" type="pres">
      <dgm:prSet presAssocID="{5C11B284-4F9C-4DAE-BA7E-260F9E4FCE7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1072D5E-093F-43A0-9A36-75193B9254EE}" type="pres">
      <dgm:prSet presAssocID="{7DDB554B-8C71-439B-ADEC-CFE5FA6BD961}" presName="hierRoot1" presStyleCnt="0">
        <dgm:presLayoutVars>
          <dgm:hierBranch val="l"/>
        </dgm:presLayoutVars>
      </dgm:prSet>
      <dgm:spPr/>
    </dgm:pt>
    <dgm:pt modelId="{39FE6A47-82F5-4F18-97B4-755434E139B3}" type="pres">
      <dgm:prSet presAssocID="{7DDB554B-8C71-439B-ADEC-CFE5FA6BD961}" presName="rootComposite1" presStyleCnt="0"/>
      <dgm:spPr/>
    </dgm:pt>
    <dgm:pt modelId="{16C10C5F-5D42-4357-9A6A-8E8D814EEA8A}" type="pres">
      <dgm:prSet presAssocID="{7DDB554B-8C71-439B-ADEC-CFE5FA6BD961}" presName="rootText1" presStyleLbl="node0" presStyleIdx="0" presStyleCnt="2">
        <dgm:presLayoutVars>
          <dgm:chPref val="3"/>
        </dgm:presLayoutVars>
      </dgm:prSet>
      <dgm:spPr/>
    </dgm:pt>
    <dgm:pt modelId="{FE342B0E-B15D-4F10-91DB-E68780A2AC6F}" type="pres">
      <dgm:prSet presAssocID="{7DDB554B-8C71-439B-ADEC-CFE5FA6BD961}" presName="rootConnector1" presStyleLbl="node1" presStyleIdx="0" presStyleCnt="0"/>
      <dgm:spPr/>
    </dgm:pt>
    <dgm:pt modelId="{D65A86A4-86E9-45D8-A404-4366A3039995}" type="pres">
      <dgm:prSet presAssocID="{7DDB554B-8C71-439B-ADEC-CFE5FA6BD961}" presName="hierChild2" presStyleCnt="0"/>
      <dgm:spPr/>
    </dgm:pt>
    <dgm:pt modelId="{7D8FE1D8-A62B-4DD6-91CD-302D9E8CC83A}" type="pres">
      <dgm:prSet presAssocID="{C75C0BFB-6CE5-4EEA-B93F-5390F9508B33}" presName="Name52" presStyleLbl="parChTrans1D2" presStyleIdx="0" presStyleCnt="4"/>
      <dgm:spPr/>
    </dgm:pt>
    <dgm:pt modelId="{29AFB5B7-F93D-41A3-9491-6CC0D893F718}" type="pres">
      <dgm:prSet presAssocID="{E6E3AAC0-6178-452E-BE9C-A2E6D6477B4E}" presName="hierRoot2" presStyleCnt="0">
        <dgm:presLayoutVars>
          <dgm:hierBranch val="init"/>
        </dgm:presLayoutVars>
      </dgm:prSet>
      <dgm:spPr/>
    </dgm:pt>
    <dgm:pt modelId="{88398A97-4644-4C26-934A-498987FB6619}" type="pres">
      <dgm:prSet presAssocID="{E6E3AAC0-6178-452E-BE9C-A2E6D6477B4E}" presName="rootComposite" presStyleCnt="0"/>
      <dgm:spPr/>
    </dgm:pt>
    <dgm:pt modelId="{8313876D-7C46-451A-AC20-6257C8E4F0AC}" type="pres">
      <dgm:prSet presAssocID="{E6E3AAC0-6178-452E-BE9C-A2E6D6477B4E}" presName="rootText" presStyleLbl="node2" presStyleIdx="0" presStyleCnt="2">
        <dgm:presLayoutVars>
          <dgm:chPref val="3"/>
        </dgm:presLayoutVars>
      </dgm:prSet>
      <dgm:spPr/>
    </dgm:pt>
    <dgm:pt modelId="{78949367-CC94-4C93-B0A7-D277F1415BF9}" type="pres">
      <dgm:prSet presAssocID="{E6E3AAC0-6178-452E-BE9C-A2E6D6477B4E}" presName="rootConnector" presStyleLbl="node2" presStyleIdx="0" presStyleCnt="2"/>
      <dgm:spPr/>
    </dgm:pt>
    <dgm:pt modelId="{0BD03BAA-56F3-46CE-A60F-645BF9794B7C}" type="pres">
      <dgm:prSet presAssocID="{E6E3AAC0-6178-452E-BE9C-A2E6D6477B4E}" presName="hierChild4" presStyleCnt="0"/>
      <dgm:spPr/>
    </dgm:pt>
    <dgm:pt modelId="{62570D8F-B425-44A4-A963-0ABC0BC6550F}" type="pres">
      <dgm:prSet presAssocID="{E6E3AAC0-6178-452E-BE9C-A2E6D6477B4E}" presName="hierChild5" presStyleCnt="0"/>
      <dgm:spPr/>
    </dgm:pt>
    <dgm:pt modelId="{F20188E7-AA25-4B7E-9C8E-DAE5AB777554}" type="pres">
      <dgm:prSet presAssocID="{D9064491-1FFB-44C8-B215-3F307C91597C}" presName="Name52" presStyleLbl="parChTrans1D2" presStyleIdx="1" presStyleCnt="4"/>
      <dgm:spPr/>
    </dgm:pt>
    <dgm:pt modelId="{7D7683A5-0AC1-48EE-BC81-B0731D742892}" type="pres">
      <dgm:prSet presAssocID="{2B71D885-E47E-4055-9B26-4745D4452D35}" presName="hierRoot2" presStyleCnt="0">
        <dgm:presLayoutVars>
          <dgm:hierBranch val="init"/>
        </dgm:presLayoutVars>
      </dgm:prSet>
      <dgm:spPr/>
    </dgm:pt>
    <dgm:pt modelId="{E1513012-4A2D-4139-98A7-F782839FFB29}" type="pres">
      <dgm:prSet presAssocID="{2B71D885-E47E-4055-9B26-4745D4452D35}" presName="rootComposite" presStyleCnt="0"/>
      <dgm:spPr/>
    </dgm:pt>
    <dgm:pt modelId="{36C131B0-DAB6-41A3-87AF-82501EA9E0AD}" type="pres">
      <dgm:prSet presAssocID="{2B71D885-E47E-4055-9B26-4745D4452D35}" presName="rootText" presStyleLbl="node2" presStyleIdx="1" presStyleCnt="2">
        <dgm:presLayoutVars>
          <dgm:chPref val="3"/>
        </dgm:presLayoutVars>
      </dgm:prSet>
      <dgm:spPr/>
    </dgm:pt>
    <dgm:pt modelId="{5E5AFDF2-8D5E-42AF-B820-20FF85F145A4}" type="pres">
      <dgm:prSet presAssocID="{2B71D885-E47E-4055-9B26-4745D4452D35}" presName="rootConnector" presStyleLbl="node2" presStyleIdx="1" presStyleCnt="2"/>
      <dgm:spPr/>
    </dgm:pt>
    <dgm:pt modelId="{C8847B2C-F490-4C9B-978C-661344661AB5}" type="pres">
      <dgm:prSet presAssocID="{2B71D885-E47E-4055-9B26-4745D4452D35}" presName="hierChild4" presStyleCnt="0"/>
      <dgm:spPr/>
    </dgm:pt>
    <dgm:pt modelId="{7C6E710C-A448-498F-9BCD-B93EB995365E}" type="pres">
      <dgm:prSet presAssocID="{2B71D885-E47E-4055-9B26-4745D4452D35}" presName="hierChild5" presStyleCnt="0"/>
      <dgm:spPr/>
    </dgm:pt>
    <dgm:pt modelId="{2E8ECC4F-88C1-4B3F-870B-ECB1CA01479E}" type="pres">
      <dgm:prSet presAssocID="{7DDB554B-8C71-439B-ADEC-CFE5FA6BD961}" presName="hierChild3" presStyleCnt="0"/>
      <dgm:spPr/>
    </dgm:pt>
    <dgm:pt modelId="{29C98ECC-21AD-4813-AC98-6B325537335B}" type="pres">
      <dgm:prSet presAssocID="{7DE8A5C6-2423-4655-932D-9E24CD0CE093}" presName="hierRoot1" presStyleCnt="0">
        <dgm:presLayoutVars>
          <dgm:hierBranch val="l"/>
        </dgm:presLayoutVars>
      </dgm:prSet>
      <dgm:spPr/>
    </dgm:pt>
    <dgm:pt modelId="{6A0A2901-B644-4C89-BE78-179D9E3A19C9}" type="pres">
      <dgm:prSet presAssocID="{7DE8A5C6-2423-4655-932D-9E24CD0CE093}" presName="rootComposite1" presStyleCnt="0"/>
      <dgm:spPr/>
    </dgm:pt>
    <dgm:pt modelId="{CC0EFEE9-54F8-44A0-8FAA-9302FD343352}" type="pres">
      <dgm:prSet presAssocID="{7DE8A5C6-2423-4655-932D-9E24CD0CE093}" presName="rootText1" presStyleLbl="node0" presStyleIdx="1" presStyleCnt="2">
        <dgm:presLayoutVars>
          <dgm:chPref val="3"/>
        </dgm:presLayoutVars>
      </dgm:prSet>
      <dgm:spPr/>
    </dgm:pt>
    <dgm:pt modelId="{9AB79E25-0BE3-4385-91E0-AC03110F10BA}" type="pres">
      <dgm:prSet presAssocID="{7DE8A5C6-2423-4655-932D-9E24CD0CE093}" presName="rootConnector1" presStyleLbl="node1" presStyleIdx="0" presStyleCnt="0"/>
      <dgm:spPr/>
    </dgm:pt>
    <dgm:pt modelId="{2962C02F-7D9D-47B1-BCCC-66E86FFCDB0B}" type="pres">
      <dgm:prSet presAssocID="{7DE8A5C6-2423-4655-932D-9E24CD0CE093}" presName="hierChild2" presStyleCnt="0"/>
      <dgm:spPr/>
    </dgm:pt>
    <dgm:pt modelId="{0E0742D5-4F92-4A63-ABA4-F6E3EAF134CA}" type="pres">
      <dgm:prSet presAssocID="{7DE8A5C6-2423-4655-932D-9E24CD0CE093}" presName="hierChild3" presStyleCnt="0"/>
      <dgm:spPr/>
    </dgm:pt>
    <dgm:pt modelId="{F6C3852F-1CC5-4A78-8B9B-901F1D531086}" type="pres">
      <dgm:prSet presAssocID="{3B4A2153-8370-423B-8764-31A2AA81BE3A}" presName="Name115" presStyleLbl="parChTrans1D2" presStyleIdx="2" presStyleCnt="4"/>
      <dgm:spPr/>
    </dgm:pt>
    <dgm:pt modelId="{C0E37213-E12B-4622-90F2-1C7A5EB8C7F9}" type="pres">
      <dgm:prSet presAssocID="{BC4C6678-06FE-461F-B853-C58BAD569049}" presName="hierRoot3" presStyleCnt="0">
        <dgm:presLayoutVars>
          <dgm:hierBranch val="init"/>
        </dgm:presLayoutVars>
      </dgm:prSet>
      <dgm:spPr/>
    </dgm:pt>
    <dgm:pt modelId="{E4C527DB-FEE1-4A93-B5BF-A4BF561FA700}" type="pres">
      <dgm:prSet presAssocID="{BC4C6678-06FE-461F-B853-C58BAD569049}" presName="rootComposite3" presStyleCnt="0"/>
      <dgm:spPr/>
    </dgm:pt>
    <dgm:pt modelId="{84914601-E9F0-403A-9585-7415F003FE76}" type="pres">
      <dgm:prSet presAssocID="{BC4C6678-06FE-461F-B853-C58BAD569049}" presName="rootText3" presStyleLbl="asst1" presStyleIdx="0" presStyleCnt="2">
        <dgm:presLayoutVars>
          <dgm:chPref val="3"/>
        </dgm:presLayoutVars>
      </dgm:prSet>
      <dgm:spPr/>
    </dgm:pt>
    <dgm:pt modelId="{F3AA8356-6E9B-4B28-A48E-F1E018B79CEA}" type="pres">
      <dgm:prSet presAssocID="{BC4C6678-06FE-461F-B853-C58BAD569049}" presName="rootConnector3" presStyleLbl="asst1" presStyleIdx="0" presStyleCnt="2"/>
      <dgm:spPr/>
    </dgm:pt>
    <dgm:pt modelId="{6165BB06-2D38-4B84-B8C4-4784ABCB11C1}" type="pres">
      <dgm:prSet presAssocID="{BC4C6678-06FE-461F-B853-C58BAD569049}" presName="hierChild6" presStyleCnt="0"/>
      <dgm:spPr/>
    </dgm:pt>
    <dgm:pt modelId="{7ADDEBB5-9F9E-4075-A58B-792FE4560804}" type="pres">
      <dgm:prSet presAssocID="{BC4C6678-06FE-461F-B853-C58BAD569049}" presName="hierChild7" presStyleCnt="0"/>
      <dgm:spPr/>
    </dgm:pt>
    <dgm:pt modelId="{22DE1157-FB93-4B75-BCD2-B583F6294295}" type="pres">
      <dgm:prSet presAssocID="{64E77A5B-9397-4BAC-A5AB-21A95D1CBD80}" presName="Name115" presStyleLbl="parChTrans1D2" presStyleIdx="3" presStyleCnt="4"/>
      <dgm:spPr/>
    </dgm:pt>
    <dgm:pt modelId="{E047E2C2-A216-46FB-856F-5859534CB5F0}" type="pres">
      <dgm:prSet presAssocID="{9625BA9E-D408-415E-BE6D-F5802BDF79C2}" presName="hierRoot3" presStyleCnt="0">
        <dgm:presLayoutVars>
          <dgm:hierBranch val="init"/>
        </dgm:presLayoutVars>
      </dgm:prSet>
      <dgm:spPr/>
    </dgm:pt>
    <dgm:pt modelId="{855468C5-0475-4E7E-88D3-6E941FF3EF12}" type="pres">
      <dgm:prSet presAssocID="{9625BA9E-D408-415E-BE6D-F5802BDF79C2}" presName="rootComposite3" presStyleCnt="0"/>
      <dgm:spPr/>
    </dgm:pt>
    <dgm:pt modelId="{F0B13AA4-2C22-47AA-8CAD-58891CDE7986}" type="pres">
      <dgm:prSet presAssocID="{9625BA9E-D408-415E-BE6D-F5802BDF79C2}" presName="rootText3" presStyleLbl="asst1" presStyleIdx="1" presStyleCnt="2">
        <dgm:presLayoutVars>
          <dgm:chPref val="3"/>
        </dgm:presLayoutVars>
      </dgm:prSet>
      <dgm:spPr/>
    </dgm:pt>
    <dgm:pt modelId="{0E0FF516-9694-4B31-A63B-FB41A7DDE7A1}" type="pres">
      <dgm:prSet presAssocID="{9625BA9E-D408-415E-BE6D-F5802BDF79C2}" presName="rootConnector3" presStyleLbl="asst1" presStyleIdx="1" presStyleCnt="2"/>
      <dgm:spPr/>
    </dgm:pt>
    <dgm:pt modelId="{04B68FA8-7525-4431-9613-230552525407}" type="pres">
      <dgm:prSet presAssocID="{9625BA9E-D408-415E-BE6D-F5802BDF79C2}" presName="hierChild6" presStyleCnt="0"/>
      <dgm:spPr/>
    </dgm:pt>
    <dgm:pt modelId="{57280A2E-E4C5-411B-9319-6ED3ACDC27BB}" type="pres">
      <dgm:prSet presAssocID="{9625BA9E-D408-415E-BE6D-F5802BDF79C2}" presName="hierChild7" presStyleCnt="0"/>
      <dgm:spPr/>
    </dgm:pt>
  </dgm:ptLst>
  <dgm:cxnLst>
    <dgm:cxn modelId="{25434E00-3DE6-4A6C-BF5C-D6143230C134}" type="presOf" srcId="{5C11B284-4F9C-4DAE-BA7E-260F9E4FCE77}" destId="{29EE4FC9-428C-4092-AECF-0B5F53EF2A53}" srcOrd="0" destOrd="0" presId="urn:microsoft.com/office/officeart/2009/3/layout/HorizontalOrganizationChart"/>
    <dgm:cxn modelId="{9536670A-D181-4E82-B9EF-4C58DD34F840}" type="presOf" srcId="{3B4A2153-8370-423B-8764-31A2AA81BE3A}" destId="{F6C3852F-1CC5-4A78-8B9B-901F1D531086}" srcOrd="0" destOrd="0" presId="urn:microsoft.com/office/officeart/2009/3/layout/HorizontalOrganizationChart"/>
    <dgm:cxn modelId="{A073370B-4644-499E-96AE-DEA70480C96F}" type="presOf" srcId="{BC4C6678-06FE-461F-B853-C58BAD569049}" destId="{84914601-E9F0-403A-9585-7415F003FE76}" srcOrd="0" destOrd="0" presId="urn:microsoft.com/office/officeart/2009/3/layout/HorizontalOrganizationChart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9E33363D-0DF2-494D-A4B4-F6EE826D453D}" type="presOf" srcId="{64E77A5B-9397-4BAC-A5AB-21A95D1CBD80}" destId="{22DE1157-FB93-4B75-BCD2-B583F6294295}" srcOrd="0" destOrd="0" presId="urn:microsoft.com/office/officeart/2009/3/layout/HorizontalOrganizationChart"/>
    <dgm:cxn modelId="{A930415B-9957-47B1-9DC3-E666A56C5332}" type="presOf" srcId="{D9064491-1FFB-44C8-B215-3F307C91597C}" destId="{F20188E7-AA25-4B7E-9C8E-DAE5AB777554}" srcOrd="0" destOrd="0" presId="urn:microsoft.com/office/officeart/2009/3/layout/HorizontalOrganizationChart"/>
    <dgm:cxn modelId="{9E6B4F45-C8A6-4812-95A4-D61B68410D1F}" type="presOf" srcId="{7DDB554B-8C71-439B-ADEC-CFE5FA6BD961}" destId="{FE342B0E-B15D-4F10-91DB-E68780A2AC6F}" srcOrd="1" destOrd="0" presId="urn:microsoft.com/office/officeart/2009/3/layout/HorizontalOrganizationChart"/>
    <dgm:cxn modelId="{1D268468-86E7-44EC-BBEC-E78487427CB3}" type="presOf" srcId="{7DE8A5C6-2423-4655-932D-9E24CD0CE093}" destId="{CC0EFEE9-54F8-44A0-8FAA-9302FD343352}" srcOrd="0" destOrd="0" presId="urn:microsoft.com/office/officeart/2009/3/layout/HorizontalOrganizationChart"/>
    <dgm:cxn modelId="{7BA0AF6D-897D-453A-8EB6-FDE16B843ECC}" type="presOf" srcId="{E6E3AAC0-6178-452E-BE9C-A2E6D6477B4E}" destId="{8313876D-7C46-451A-AC20-6257C8E4F0AC}" srcOrd="0" destOrd="0" presId="urn:microsoft.com/office/officeart/2009/3/layout/HorizontalOrganizationChart"/>
    <dgm:cxn modelId="{204A824F-1770-48D9-9015-E15EEB3167D0}" srcId="{7DE8A5C6-2423-4655-932D-9E24CD0CE093}" destId="{9625BA9E-D408-415E-BE6D-F5802BDF79C2}" srcOrd="1" destOrd="0" parTransId="{64E77A5B-9397-4BAC-A5AB-21A95D1CBD80}" sibTransId="{52A12A63-0305-4D38-89B1-BC894EF94C6F}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66255689-4ED3-4EB2-B078-7AB71728CF1C}" type="presOf" srcId="{9625BA9E-D408-415E-BE6D-F5802BDF79C2}" destId="{0E0FF516-9694-4B31-A63B-FB41A7DDE7A1}" srcOrd="1" destOrd="0" presId="urn:microsoft.com/office/officeart/2009/3/layout/HorizontalOrganizationChart"/>
    <dgm:cxn modelId="{9439329D-5910-414E-9C60-920331895D46}" type="presOf" srcId="{2B71D885-E47E-4055-9B26-4745D4452D35}" destId="{5E5AFDF2-8D5E-42AF-B820-20FF85F145A4}" srcOrd="1" destOrd="0" presId="urn:microsoft.com/office/officeart/2009/3/layout/HorizontalOrganizationChart"/>
    <dgm:cxn modelId="{2D716FA2-6058-4405-A51F-E088332B68A9}" srcId="{7DDB554B-8C71-439B-ADEC-CFE5FA6BD961}" destId="{E6E3AAC0-6178-452E-BE9C-A2E6D6477B4E}" srcOrd="0" destOrd="0" parTransId="{C75C0BFB-6CE5-4EEA-B93F-5390F9508B33}" sibTransId="{4B83D12D-C6D1-4F9C-88C2-3FE584E7F26E}"/>
    <dgm:cxn modelId="{0EC283BA-B8EC-478A-828C-25F440777660}" type="presOf" srcId="{7DDB554B-8C71-439B-ADEC-CFE5FA6BD961}" destId="{16C10C5F-5D42-4357-9A6A-8E8D814EEA8A}" srcOrd="0" destOrd="0" presId="urn:microsoft.com/office/officeart/2009/3/layout/HorizontalOrganizationChart"/>
    <dgm:cxn modelId="{EFC245C8-7355-46FC-BBED-3BF2DE46AEBA}" type="presOf" srcId="{9625BA9E-D408-415E-BE6D-F5802BDF79C2}" destId="{F0B13AA4-2C22-47AA-8CAD-58891CDE7986}" srcOrd="0" destOrd="0" presId="urn:microsoft.com/office/officeart/2009/3/layout/HorizontalOrganizationChart"/>
    <dgm:cxn modelId="{888DCDC9-ACB0-448E-BCC8-5B599A7769FE}" type="presOf" srcId="{7DE8A5C6-2423-4655-932D-9E24CD0CE093}" destId="{9AB79E25-0BE3-4385-91E0-AC03110F10BA}" srcOrd="1" destOrd="0" presId="urn:microsoft.com/office/officeart/2009/3/layout/HorizontalOrganizationChart"/>
    <dgm:cxn modelId="{6857B6CC-12CD-4659-811D-6E8D5BFFE17C}" type="presOf" srcId="{E6E3AAC0-6178-452E-BE9C-A2E6D6477B4E}" destId="{78949367-CC94-4C93-B0A7-D277F1415BF9}" srcOrd="1" destOrd="0" presId="urn:microsoft.com/office/officeart/2009/3/layout/HorizontalOrganizationChart"/>
    <dgm:cxn modelId="{0F4CA8D8-3812-4ACF-8D5F-42FA7D24382E}" srcId="{7DDB554B-8C71-439B-ADEC-CFE5FA6BD961}" destId="{2B71D885-E47E-4055-9B26-4745D4452D35}" srcOrd="1" destOrd="0" parTransId="{D9064491-1FFB-44C8-B215-3F307C91597C}" sibTransId="{A5F73529-25D6-4CE7-8301-2BCCD0648C98}"/>
    <dgm:cxn modelId="{423557E8-FC41-4458-81B1-3047380EF8F7}" type="presOf" srcId="{BC4C6678-06FE-461F-B853-C58BAD569049}" destId="{F3AA8356-6E9B-4B28-A48E-F1E018B79CEA}" srcOrd="1" destOrd="0" presId="urn:microsoft.com/office/officeart/2009/3/layout/HorizontalOrganizationChart"/>
    <dgm:cxn modelId="{93A4DCEA-3D41-46A6-93D3-5DC13C081E35}" srcId="{7DE8A5C6-2423-4655-932D-9E24CD0CE093}" destId="{BC4C6678-06FE-461F-B853-C58BAD569049}" srcOrd="0" destOrd="0" parTransId="{3B4A2153-8370-423B-8764-31A2AA81BE3A}" sibTransId="{CB14E3E5-F80C-411B-BD2A-AFB44EB8EC65}"/>
    <dgm:cxn modelId="{678C35F3-EE87-4E5E-93D0-0ADE4B302F14}" type="presOf" srcId="{2B71D885-E47E-4055-9B26-4745D4452D35}" destId="{36C131B0-DAB6-41A3-87AF-82501EA9E0AD}" srcOrd="0" destOrd="0" presId="urn:microsoft.com/office/officeart/2009/3/layout/HorizontalOrganizationChart"/>
    <dgm:cxn modelId="{2EE667FD-D3B4-4EE4-87E7-6FB16AE9CE12}" type="presOf" srcId="{C75C0BFB-6CE5-4EEA-B93F-5390F9508B33}" destId="{7D8FE1D8-A62B-4DD6-91CD-302D9E8CC83A}" srcOrd="0" destOrd="0" presId="urn:microsoft.com/office/officeart/2009/3/layout/HorizontalOrganizationChart"/>
    <dgm:cxn modelId="{5A9955F7-D3E5-4E4B-9796-942765ECBFFD}" type="presParOf" srcId="{29EE4FC9-428C-4092-AECF-0B5F53EF2A53}" destId="{11072D5E-093F-43A0-9A36-75193B9254EE}" srcOrd="0" destOrd="0" presId="urn:microsoft.com/office/officeart/2009/3/layout/HorizontalOrganizationChart"/>
    <dgm:cxn modelId="{1FF798DB-4AA8-40E0-90AC-836B7716045D}" type="presParOf" srcId="{11072D5E-093F-43A0-9A36-75193B9254EE}" destId="{39FE6A47-82F5-4F18-97B4-755434E139B3}" srcOrd="0" destOrd="0" presId="urn:microsoft.com/office/officeart/2009/3/layout/HorizontalOrganizationChart"/>
    <dgm:cxn modelId="{CEBF3D0F-9BC3-4499-A35D-DCCCEF00F42F}" type="presParOf" srcId="{39FE6A47-82F5-4F18-97B4-755434E139B3}" destId="{16C10C5F-5D42-4357-9A6A-8E8D814EEA8A}" srcOrd="0" destOrd="0" presId="urn:microsoft.com/office/officeart/2009/3/layout/HorizontalOrganizationChart"/>
    <dgm:cxn modelId="{BB244583-BF15-421E-92EF-37ABD301B871}" type="presParOf" srcId="{39FE6A47-82F5-4F18-97B4-755434E139B3}" destId="{FE342B0E-B15D-4F10-91DB-E68780A2AC6F}" srcOrd="1" destOrd="0" presId="urn:microsoft.com/office/officeart/2009/3/layout/HorizontalOrganizationChart"/>
    <dgm:cxn modelId="{5D83BF99-0B5A-4A5B-B84B-79EB632A0698}" type="presParOf" srcId="{11072D5E-093F-43A0-9A36-75193B9254EE}" destId="{D65A86A4-86E9-45D8-A404-4366A3039995}" srcOrd="1" destOrd="0" presId="urn:microsoft.com/office/officeart/2009/3/layout/HorizontalOrganizationChart"/>
    <dgm:cxn modelId="{F672E63B-E1C9-4190-A8F7-F731B7A66586}" type="presParOf" srcId="{D65A86A4-86E9-45D8-A404-4366A3039995}" destId="{7D8FE1D8-A62B-4DD6-91CD-302D9E8CC83A}" srcOrd="0" destOrd="0" presId="urn:microsoft.com/office/officeart/2009/3/layout/HorizontalOrganizationChart"/>
    <dgm:cxn modelId="{38219669-A592-44D6-B15B-B658D6C44D23}" type="presParOf" srcId="{D65A86A4-86E9-45D8-A404-4366A3039995}" destId="{29AFB5B7-F93D-41A3-9491-6CC0D893F718}" srcOrd="1" destOrd="0" presId="urn:microsoft.com/office/officeart/2009/3/layout/HorizontalOrganizationChart"/>
    <dgm:cxn modelId="{BBED9563-86A4-487C-9228-04189CA4654F}" type="presParOf" srcId="{29AFB5B7-F93D-41A3-9491-6CC0D893F718}" destId="{88398A97-4644-4C26-934A-498987FB6619}" srcOrd="0" destOrd="0" presId="urn:microsoft.com/office/officeart/2009/3/layout/HorizontalOrganizationChart"/>
    <dgm:cxn modelId="{A7812E5B-5470-45D8-AD4E-65C31DC509E8}" type="presParOf" srcId="{88398A97-4644-4C26-934A-498987FB6619}" destId="{8313876D-7C46-451A-AC20-6257C8E4F0AC}" srcOrd="0" destOrd="0" presId="urn:microsoft.com/office/officeart/2009/3/layout/HorizontalOrganizationChart"/>
    <dgm:cxn modelId="{FCC4AF43-658D-4696-BA92-E32A5D0B9A2B}" type="presParOf" srcId="{88398A97-4644-4C26-934A-498987FB6619}" destId="{78949367-CC94-4C93-B0A7-D277F1415BF9}" srcOrd="1" destOrd="0" presId="urn:microsoft.com/office/officeart/2009/3/layout/HorizontalOrganizationChart"/>
    <dgm:cxn modelId="{B805E020-7894-4F14-B407-DB1E89AFD53D}" type="presParOf" srcId="{29AFB5B7-F93D-41A3-9491-6CC0D893F718}" destId="{0BD03BAA-56F3-46CE-A60F-645BF9794B7C}" srcOrd="1" destOrd="0" presId="urn:microsoft.com/office/officeart/2009/3/layout/HorizontalOrganizationChart"/>
    <dgm:cxn modelId="{8F5F9190-FFCE-49FB-9C26-805F9947AEED}" type="presParOf" srcId="{29AFB5B7-F93D-41A3-9491-6CC0D893F718}" destId="{62570D8F-B425-44A4-A963-0ABC0BC6550F}" srcOrd="2" destOrd="0" presId="urn:microsoft.com/office/officeart/2009/3/layout/HorizontalOrganizationChart"/>
    <dgm:cxn modelId="{9FBF6C60-A208-47C6-B251-85002450D023}" type="presParOf" srcId="{D65A86A4-86E9-45D8-A404-4366A3039995}" destId="{F20188E7-AA25-4B7E-9C8E-DAE5AB777554}" srcOrd="2" destOrd="0" presId="urn:microsoft.com/office/officeart/2009/3/layout/HorizontalOrganizationChart"/>
    <dgm:cxn modelId="{94C10331-29FA-4F74-8CB3-EF5D24EEE8CE}" type="presParOf" srcId="{D65A86A4-86E9-45D8-A404-4366A3039995}" destId="{7D7683A5-0AC1-48EE-BC81-B0731D742892}" srcOrd="3" destOrd="0" presId="urn:microsoft.com/office/officeart/2009/3/layout/HorizontalOrganizationChart"/>
    <dgm:cxn modelId="{9E9DFBA3-F274-4567-844A-D342A105B0F1}" type="presParOf" srcId="{7D7683A5-0AC1-48EE-BC81-B0731D742892}" destId="{E1513012-4A2D-4139-98A7-F782839FFB29}" srcOrd="0" destOrd="0" presId="urn:microsoft.com/office/officeart/2009/3/layout/HorizontalOrganizationChart"/>
    <dgm:cxn modelId="{19C048EE-D09B-44A1-A1F3-361865277483}" type="presParOf" srcId="{E1513012-4A2D-4139-98A7-F782839FFB29}" destId="{36C131B0-DAB6-41A3-87AF-82501EA9E0AD}" srcOrd="0" destOrd="0" presId="urn:microsoft.com/office/officeart/2009/3/layout/HorizontalOrganizationChart"/>
    <dgm:cxn modelId="{3332A357-CFCC-4602-A182-A98CCFB111C3}" type="presParOf" srcId="{E1513012-4A2D-4139-98A7-F782839FFB29}" destId="{5E5AFDF2-8D5E-42AF-B820-20FF85F145A4}" srcOrd="1" destOrd="0" presId="urn:microsoft.com/office/officeart/2009/3/layout/HorizontalOrganizationChart"/>
    <dgm:cxn modelId="{1EC8D197-3A8A-4518-83E8-1C7B0511C537}" type="presParOf" srcId="{7D7683A5-0AC1-48EE-BC81-B0731D742892}" destId="{C8847B2C-F490-4C9B-978C-661344661AB5}" srcOrd="1" destOrd="0" presId="urn:microsoft.com/office/officeart/2009/3/layout/HorizontalOrganizationChart"/>
    <dgm:cxn modelId="{1D2843A1-2856-4424-8243-4D4948EFA587}" type="presParOf" srcId="{7D7683A5-0AC1-48EE-BC81-B0731D742892}" destId="{7C6E710C-A448-498F-9BCD-B93EB995365E}" srcOrd="2" destOrd="0" presId="urn:microsoft.com/office/officeart/2009/3/layout/HorizontalOrganizationChart"/>
    <dgm:cxn modelId="{0360E1F6-DCE2-4940-9265-834265C40A42}" type="presParOf" srcId="{11072D5E-093F-43A0-9A36-75193B9254EE}" destId="{2E8ECC4F-88C1-4B3F-870B-ECB1CA01479E}" srcOrd="2" destOrd="0" presId="urn:microsoft.com/office/officeart/2009/3/layout/HorizontalOrganizationChart"/>
    <dgm:cxn modelId="{7A1B4EBF-894F-4046-8D5A-1CD3F8F79839}" type="presParOf" srcId="{29EE4FC9-428C-4092-AECF-0B5F53EF2A53}" destId="{29C98ECC-21AD-4813-AC98-6B325537335B}" srcOrd="1" destOrd="0" presId="urn:microsoft.com/office/officeart/2009/3/layout/HorizontalOrganizationChart"/>
    <dgm:cxn modelId="{2DD86E5B-7DFC-451A-9D32-50BABCAAE468}" type="presParOf" srcId="{29C98ECC-21AD-4813-AC98-6B325537335B}" destId="{6A0A2901-B644-4C89-BE78-179D9E3A19C9}" srcOrd="0" destOrd="0" presId="urn:microsoft.com/office/officeart/2009/3/layout/HorizontalOrganizationChart"/>
    <dgm:cxn modelId="{E5A70ACD-24F4-428B-AA47-3336D4B454F4}" type="presParOf" srcId="{6A0A2901-B644-4C89-BE78-179D9E3A19C9}" destId="{CC0EFEE9-54F8-44A0-8FAA-9302FD343352}" srcOrd="0" destOrd="0" presId="urn:microsoft.com/office/officeart/2009/3/layout/HorizontalOrganizationChart"/>
    <dgm:cxn modelId="{D55334C9-1257-4119-8739-976DBC7DBE66}" type="presParOf" srcId="{6A0A2901-B644-4C89-BE78-179D9E3A19C9}" destId="{9AB79E25-0BE3-4385-91E0-AC03110F10BA}" srcOrd="1" destOrd="0" presId="urn:microsoft.com/office/officeart/2009/3/layout/HorizontalOrganizationChart"/>
    <dgm:cxn modelId="{3D40E0CD-3A74-4D80-B3CF-596383434639}" type="presParOf" srcId="{29C98ECC-21AD-4813-AC98-6B325537335B}" destId="{2962C02F-7D9D-47B1-BCCC-66E86FFCDB0B}" srcOrd="1" destOrd="0" presId="urn:microsoft.com/office/officeart/2009/3/layout/HorizontalOrganizationChart"/>
    <dgm:cxn modelId="{D9B4BA0F-F18C-454D-8EAE-4FAB515C8E85}" type="presParOf" srcId="{29C98ECC-21AD-4813-AC98-6B325537335B}" destId="{0E0742D5-4F92-4A63-ABA4-F6E3EAF134CA}" srcOrd="2" destOrd="0" presId="urn:microsoft.com/office/officeart/2009/3/layout/HorizontalOrganizationChart"/>
    <dgm:cxn modelId="{3C03AF5B-BF21-40DC-BE07-5740A4510025}" type="presParOf" srcId="{0E0742D5-4F92-4A63-ABA4-F6E3EAF134CA}" destId="{F6C3852F-1CC5-4A78-8B9B-901F1D531086}" srcOrd="0" destOrd="0" presId="urn:microsoft.com/office/officeart/2009/3/layout/HorizontalOrganizationChart"/>
    <dgm:cxn modelId="{146DD833-12EB-4F44-995C-2F296ED02A0D}" type="presParOf" srcId="{0E0742D5-4F92-4A63-ABA4-F6E3EAF134CA}" destId="{C0E37213-E12B-4622-90F2-1C7A5EB8C7F9}" srcOrd="1" destOrd="0" presId="urn:microsoft.com/office/officeart/2009/3/layout/HorizontalOrganizationChart"/>
    <dgm:cxn modelId="{0E5B8D3A-237C-4D8E-AB60-35E76FB77F29}" type="presParOf" srcId="{C0E37213-E12B-4622-90F2-1C7A5EB8C7F9}" destId="{E4C527DB-FEE1-4A93-B5BF-A4BF561FA700}" srcOrd="0" destOrd="0" presId="urn:microsoft.com/office/officeart/2009/3/layout/HorizontalOrganizationChart"/>
    <dgm:cxn modelId="{6B099EA3-8C3C-4855-A461-71E5AFB78CAC}" type="presParOf" srcId="{E4C527DB-FEE1-4A93-B5BF-A4BF561FA700}" destId="{84914601-E9F0-403A-9585-7415F003FE76}" srcOrd="0" destOrd="0" presId="urn:microsoft.com/office/officeart/2009/3/layout/HorizontalOrganizationChart"/>
    <dgm:cxn modelId="{1A66670F-11C7-4B87-A34E-702E8A0122A6}" type="presParOf" srcId="{E4C527DB-FEE1-4A93-B5BF-A4BF561FA700}" destId="{F3AA8356-6E9B-4B28-A48E-F1E018B79CEA}" srcOrd="1" destOrd="0" presId="urn:microsoft.com/office/officeart/2009/3/layout/HorizontalOrganizationChart"/>
    <dgm:cxn modelId="{5ADBC62B-AE1A-44AD-AB41-A0A966AFA7FE}" type="presParOf" srcId="{C0E37213-E12B-4622-90F2-1C7A5EB8C7F9}" destId="{6165BB06-2D38-4B84-B8C4-4784ABCB11C1}" srcOrd="1" destOrd="0" presId="urn:microsoft.com/office/officeart/2009/3/layout/HorizontalOrganizationChart"/>
    <dgm:cxn modelId="{3036F43C-9C00-48CC-8057-9335492007A2}" type="presParOf" srcId="{C0E37213-E12B-4622-90F2-1C7A5EB8C7F9}" destId="{7ADDEBB5-9F9E-4075-A58B-792FE4560804}" srcOrd="2" destOrd="0" presId="urn:microsoft.com/office/officeart/2009/3/layout/HorizontalOrganizationChart"/>
    <dgm:cxn modelId="{97AB8741-5AB6-41C4-B356-BEC079F64444}" type="presParOf" srcId="{0E0742D5-4F92-4A63-ABA4-F6E3EAF134CA}" destId="{22DE1157-FB93-4B75-BCD2-B583F6294295}" srcOrd="2" destOrd="0" presId="urn:microsoft.com/office/officeart/2009/3/layout/HorizontalOrganizationChart"/>
    <dgm:cxn modelId="{EBE846A1-1CAE-4E74-9E55-1328A09B2872}" type="presParOf" srcId="{0E0742D5-4F92-4A63-ABA4-F6E3EAF134CA}" destId="{E047E2C2-A216-46FB-856F-5859534CB5F0}" srcOrd="3" destOrd="0" presId="urn:microsoft.com/office/officeart/2009/3/layout/HorizontalOrganizationChart"/>
    <dgm:cxn modelId="{45FFE212-8490-4907-AA8A-94589BF5EB27}" type="presParOf" srcId="{E047E2C2-A216-46FB-856F-5859534CB5F0}" destId="{855468C5-0475-4E7E-88D3-6E941FF3EF12}" srcOrd="0" destOrd="0" presId="urn:microsoft.com/office/officeart/2009/3/layout/HorizontalOrganizationChart"/>
    <dgm:cxn modelId="{B07B9AB2-8DE6-45C4-A0F8-891AC9130B71}" type="presParOf" srcId="{855468C5-0475-4E7E-88D3-6E941FF3EF12}" destId="{F0B13AA4-2C22-47AA-8CAD-58891CDE7986}" srcOrd="0" destOrd="0" presId="urn:microsoft.com/office/officeart/2009/3/layout/HorizontalOrganizationChart"/>
    <dgm:cxn modelId="{FD9FE054-623B-4ECC-89E7-63CAD60CD737}" type="presParOf" srcId="{855468C5-0475-4E7E-88D3-6E941FF3EF12}" destId="{0E0FF516-9694-4B31-A63B-FB41A7DDE7A1}" srcOrd="1" destOrd="0" presId="urn:microsoft.com/office/officeart/2009/3/layout/HorizontalOrganizationChart"/>
    <dgm:cxn modelId="{9BD2B5BD-373A-48DB-A488-3E54EA3A77DA}" type="presParOf" srcId="{E047E2C2-A216-46FB-856F-5859534CB5F0}" destId="{04B68FA8-7525-4431-9613-230552525407}" srcOrd="1" destOrd="0" presId="urn:microsoft.com/office/officeart/2009/3/layout/HorizontalOrganizationChart"/>
    <dgm:cxn modelId="{459BEA88-304B-4A25-B557-DD7D6E8F86A0}" type="presParOf" srcId="{E047E2C2-A216-46FB-856F-5859534CB5F0}" destId="{57280A2E-E4C5-411B-9319-6ED3ACDC27BB}" srcOrd="2" destOrd="0" presId="urn:microsoft.com/office/officeart/2009/3/layout/HorizontalOrganizationChart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E1157-FB93-4B75-BCD2-B583F6294295}">
      <dsp:nvSpPr>
        <dsp:cNvPr id="0" name=""/>
        <dsp:cNvSpPr/>
      </dsp:nvSpPr>
      <dsp:spPr>
        <a:xfrm>
          <a:off x="2445339" y="3514082"/>
          <a:ext cx="1710283" cy="152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10283" y="0"/>
              </a:lnTo>
              <a:lnTo>
                <a:pt x="1710283" y="152703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C3852F-1CC5-4A78-8B9B-901F1D531086}">
      <dsp:nvSpPr>
        <dsp:cNvPr id="0" name=""/>
        <dsp:cNvSpPr/>
      </dsp:nvSpPr>
      <dsp:spPr>
        <a:xfrm>
          <a:off x="2445339" y="3361378"/>
          <a:ext cx="1710283" cy="152703"/>
        </a:xfrm>
        <a:custGeom>
          <a:avLst/>
          <a:gdLst/>
          <a:ahLst/>
          <a:cxnLst/>
          <a:rect l="0" t="0" r="0" b="0"/>
          <a:pathLst>
            <a:path>
              <a:moveTo>
                <a:pt x="0" y="152703"/>
              </a:moveTo>
              <a:lnTo>
                <a:pt x="1710283" y="152703"/>
              </a:lnTo>
              <a:lnTo>
                <a:pt x="171028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0188E7-AA25-4B7E-9C8E-DAE5AB777554}">
      <dsp:nvSpPr>
        <dsp:cNvPr id="0" name=""/>
        <dsp:cNvSpPr/>
      </dsp:nvSpPr>
      <dsp:spPr>
        <a:xfrm>
          <a:off x="2445339" y="1379282"/>
          <a:ext cx="4458952" cy="186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458952" y="0"/>
              </a:lnTo>
              <a:lnTo>
                <a:pt x="4458952" y="1862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8FE1D8-A62B-4DD6-91CD-302D9E8CC83A}">
      <dsp:nvSpPr>
        <dsp:cNvPr id="0" name=""/>
        <dsp:cNvSpPr/>
      </dsp:nvSpPr>
      <dsp:spPr>
        <a:xfrm>
          <a:off x="2445339" y="1379282"/>
          <a:ext cx="1710283" cy="186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10283" y="0"/>
              </a:lnTo>
              <a:lnTo>
                <a:pt x="1710283" y="1862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10C5F-5D42-4357-9A6A-8E8D814EEA8A}">
      <dsp:nvSpPr>
        <dsp:cNvPr id="0" name=""/>
        <dsp:cNvSpPr/>
      </dsp:nvSpPr>
      <dsp:spPr>
        <a:xfrm>
          <a:off x="2077" y="1006685"/>
          <a:ext cx="2443261" cy="745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One</a:t>
          </a:r>
        </a:p>
      </dsp:txBody>
      <dsp:txXfrm>
        <a:off x="2077" y="1006685"/>
        <a:ext cx="2443261" cy="745194"/>
      </dsp:txXfrm>
    </dsp:sp>
    <dsp:sp modelId="{8313876D-7C46-451A-AC20-6257C8E4F0AC}">
      <dsp:nvSpPr>
        <dsp:cNvPr id="0" name=""/>
        <dsp:cNvSpPr/>
      </dsp:nvSpPr>
      <dsp:spPr>
        <a:xfrm>
          <a:off x="2933991" y="1565581"/>
          <a:ext cx="2443261" cy="745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Eleven</a:t>
          </a:r>
        </a:p>
      </dsp:txBody>
      <dsp:txXfrm>
        <a:off x="2933991" y="1565581"/>
        <a:ext cx="2443261" cy="745194"/>
      </dsp:txXfrm>
    </dsp:sp>
    <dsp:sp modelId="{36C131B0-DAB6-41A3-87AF-82501EA9E0AD}">
      <dsp:nvSpPr>
        <dsp:cNvPr id="0" name=""/>
        <dsp:cNvSpPr/>
      </dsp:nvSpPr>
      <dsp:spPr>
        <a:xfrm>
          <a:off x="5682660" y="1565581"/>
          <a:ext cx="2443261" cy="745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Twelve</a:t>
          </a:r>
          <a:endParaRPr lang="en-US" sz="4200" kern="1200" dirty="0"/>
        </a:p>
      </dsp:txBody>
      <dsp:txXfrm>
        <a:off x="5682660" y="1565581"/>
        <a:ext cx="2443261" cy="745194"/>
      </dsp:txXfrm>
    </dsp:sp>
    <dsp:sp modelId="{CC0EFEE9-54F8-44A0-8FAA-9302FD343352}">
      <dsp:nvSpPr>
        <dsp:cNvPr id="0" name=""/>
        <dsp:cNvSpPr/>
      </dsp:nvSpPr>
      <dsp:spPr>
        <a:xfrm>
          <a:off x="2077" y="3141485"/>
          <a:ext cx="2443261" cy="745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Two</a:t>
          </a:r>
        </a:p>
      </dsp:txBody>
      <dsp:txXfrm>
        <a:off x="2077" y="3141485"/>
        <a:ext cx="2443261" cy="745194"/>
      </dsp:txXfrm>
    </dsp:sp>
    <dsp:sp modelId="{84914601-E9F0-403A-9585-7415F003FE76}">
      <dsp:nvSpPr>
        <dsp:cNvPr id="0" name=""/>
        <dsp:cNvSpPr/>
      </dsp:nvSpPr>
      <dsp:spPr>
        <a:xfrm>
          <a:off x="2933991" y="2616184"/>
          <a:ext cx="2443261" cy="745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Assistent</a:t>
          </a:r>
          <a:endParaRPr lang="en-US" sz="4200" kern="1200" dirty="0"/>
        </a:p>
      </dsp:txBody>
      <dsp:txXfrm>
        <a:off x="2933991" y="2616184"/>
        <a:ext cx="2443261" cy="745194"/>
      </dsp:txXfrm>
    </dsp:sp>
    <dsp:sp modelId="{F0B13AA4-2C22-47AA-8CAD-58891CDE7986}">
      <dsp:nvSpPr>
        <dsp:cNvPr id="0" name=""/>
        <dsp:cNvSpPr/>
      </dsp:nvSpPr>
      <dsp:spPr>
        <a:xfrm>
          <a:off x="2933991" y="3666786"/>
          <a:ext cx="2443261" cy="745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Sekretärin</a:t>
          </a:r>
          <a:endParaRPr lang="en-US" sz="4200" kern="1200" dirty="0"/>
        </a:p>
      </dsp:txBody>
      <dsp:txXfrm>
        <a:off x="2933991" y="3666786"/>
        <a:ext cx="2443261" cy="745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99731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117</cp:revision>
  <dcterms:created xsi:type="dcterms:W3CDTF">2026-05-16T09:08:04Z</dcterms:created>
  <dcterms:modified xsi:type="dcterms:W3CDTF">2026-08-30T18:30:01Z</dcterms:modified>
</cp:coreProperties>
</file>