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68C49C6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20ED06B-9B19-35B8-20A1-29290B871DB7}" name="Comment Author" initials="CA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FDB022-4D8F-45F7-9FCD-36EC2648FC00}" v="10" dt="2026-08-21T16:23:05.5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omments/modernComment_100_68C49C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8E48DB1-C255-42C5-833E-26BE17624FE5}" authorId="{720ED06B-9B19-35B8-20A1-29290B871DB7}" created="2026-08-21T16:22:22.91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9857222" sldId="256"/>
      <ac:spMk id="2" creationId="{00000000-0000-0000-0000-000000000000}"/>
    </ac:deMkLst>
    <p188:replyLst>
      <p188:reply id="{A7499343-5459-44E1-B54D-4071EFDBBD66}" authorId="{720ED06B-9B19-35B8-20A1-29290B871DB7}" created="2026-08-21T16:22:39.274">
        <p188:txBody>
          <a:bodyPr/>
          <a:lstStyle/>
          <a:p>
            <a:r>
              <a:rPr lang="en-GB"/>
              <a:t>Nice and big</a:t>
            </a:r>
          </a:p>
        </p188:txBody>
      </p188:reply>
      <p188:reply id="{FAECD107-59D1-4936-BF19-ACD83C48B35A}" authorId="{720ED06B-9B19-35B8-20A1-29290B871DB7}" created="2026-08-21T16:23:05.587">
        <p188:txBody>
          <a:bodyPr/>
          <a:lstStyle/>
          <a:p>
            <a:r>
              <a:rPr lang="en-GB"/>
              <a:t>Faster</a:t>
            </a:r>
          </a:p>
        </p188:txBody>
      </p188:reply>
    </p188:replyLst>
    <p188:txBody>
      <a:bodyPr/>
      <a:lstStyle/>
      <a:p>
        <a:r>
          <a:rPr lang="en-GB"/>
          <a:t>Make this colorful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_68C49C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Hello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World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Hello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created xsi:type="dcterms:W3CDTF">2026-08-21T16:21:29Z</dcterms:created>
  <dcterms:modified xsi:type="dcterms:W3CDTF">2026-08-21T16:23:40Z</dcterms:modified>
</cp:coreProperties>
</file>