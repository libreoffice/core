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5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7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66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hu-H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hu-H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194D9-FAA4-4391-9424-C66219AC8B16}" type="datetimeFigureOut">
              <a:rPr lang="hu-HU" smtClean="0"/>
              <a:t>2024. 10. 23.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A6F2C-802C-4889-A190-A175C9BC313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474556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hu-H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u-H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194D9-FAA4-4391-9424-C66219AC8B16}" type="datetimeFigureOut">
              <a:rPr lang="hu-HU" smtClean="0"/>
              <a:t>2024. 10. 23.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A6F2C-802C-4889-A190-A175C9BC313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845955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hu-H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194D9-FAA4-4391-9424-C66219AC8B16}" type="datetimeFigureOut">
              <a:rPr lang="hu-HU" smtClean="0"/>
              <a:t>2024. 10. 23.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A6F2C-802C-4889-A190-A175C9BC313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461547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hu-H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u-H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u-H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194D9-FAA4-4391-9424-C66219AC8B16}" type="datetimeFigureOut">
              <a:rPr lang="hu-HU" smtClean="0"/>
              <a:t>2024. 10. 23.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A6F2C-802C-4889-A190-A175C9BC313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80214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hu-H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u-H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u-H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194D9-FAA4-4391-9424-C66219AC8B16}" type="datetimeFigureOut">
              <a:rPr lang="hu-HU" smtClean="0"/>
              <a:t>2024. 10. 23.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A6F2C-802C-4889-A190-A175C9BC313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54319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hu-H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194D9-FAA4-4391-9424-C66219AC8B16}" type="datetimeFigureOut">
              <a:rPr lang="hu-HU" smtClean="0"/>
              <a:t>2024. 10. 23.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A6F2C-802C-4889-A190-A175C9BC313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755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194D9-FAA4-4391-9424-C66219AC8B16}" type="datetimeFigureOut">
              <a:rPr lang="hu-HU" smtClean="0"/>
              <a:t>2024. 10. 23.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A6F2C-802C-4889-A190-A175C9BC313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4071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hu-H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u-H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194D9-FAA4-4391-9424-C66219AC8B16}" type="datetimeFigureOut">
              <a:rPr lang="hu-HU" smtClean="0"/>
              <a:t>2024. 10. 23.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A6F2C-802C-4889-A190-A175C9BC313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53067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hu-H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194D9-FAA4-4391-9424-C66219AC8B16}" type="datetimeFigureOut">
              <a:rPr lang="hu-HU" smtClean="0"/>
              <a:t>2024. 10. 23.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A6F2C-802C-4889-A190-A175C9BC313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805697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hu-H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u-H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194D9-FAA4-4391-9424-C66219AC8B16}" type="datetimeFigureOut">
              <a:rPr lang="hu-HU" smtClean="0"/>
              <a:t>2024. 10. 23.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A6F2C-802C-4889-A190-A175C9BC313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336470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hu-H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u-H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194D9-FAA4-4391-9424-C66219AC8B16}" type="datetimeFigureOut">
              <a:rPr lang="hu-HU" smtClean="0"/>
              <a:t>2024. 10. 23.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A6F2C-802C-4889-A190-A175C9BC313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33499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hu-H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u-H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7194D9-FAA4-4391-9424-C66219AC8B16}" type="datetimeFigureOut">
              <a:rPr lang="hu-HU" smtClean="0"/>
              <a:t>2024. 10. 23.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EA6F2C-802C-4889-A190-A175C9BC313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85534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360000"/>
            <a:ext cx="1905000" cy="3596640"/>
          </a:xfrm>
          <a:prstGeom prst="rect">
            <a:avLst/>
          </a:prstGeom>
          <a:noFill/>
        </p:spPr>
        <p:txBody>
          <a:bodyPr wrap="none" lIns="91440" tIns="45720" rIns="91440" bIns="45720" anchor="b">
            <a:norm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 dirty="0">
                <a:latin typeface="Calibri"/>
              </a:rPr>
              <a:t>Hg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 dirty="0">
                <a:latin typeface="Calibri"/>
              </a:rPr>
              <a:t>Hg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 dirty="0">
                <a:latin typeface="Calibri"/>
              </a:rPr>
              <a:t>Hg</a:t>
            </a:r>
          </a:p>
        </p:txBody>
      </p:sp>
    </p:spTree>
    <p:extLst>
      <p:ext uri="{BB962C8B-B14F-4D97-AF65-F5344CB8AC3E}">
        <p14:creationId xmlns:p14="http://schemas.microsoft.com/office/powerpoint/2010/main" val="26945747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</TotalTime>
  <Words>268</Words>
  <Application>Microsoft Office PowerPoint</Application>
  <PresentationFormat>Widescreen</PresentationFormat>
  <Paragraphs>74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Autofit and line spacing test: default 0.9</vt:lpstr>
      <vt:lpstr>Autofit and line spacing test: Single</vt:lpstr>
      <vt:lpstr>Autofit and line spacing test: 1.5</vt:lpstr>
      <vt:lpstr>Autofit and 20pt before-after, line spacing test: Double</vt:lpstr>
      <vt:lpstr>Autofit and 10pt before, line spacing test: Double</vt:lpstr>
      <vt:lpstr>Autofit and 0pt before-after, line spacing test: Double</vt:lpstr>
      <vt:lpstr>Autofit and 20pt before-after, line spacing test: Multiple 0.5</vt:lpstr>
      <vt:lpstr>Autofit and 0pt before-after, line spacing test: Multiple 0.5</vt:lpstr>
      <vt:lpstr>Autofit and 10pt before-after, line spacing test: Multiple 1.7</vt:lpstr>
      <vt:lpstr>Autofit and line spacing test: Exactly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Gábor Kelemen2010</dc:creator>
  <cp:lastModifiedBy>Gábor Kelemen2010</cp:lastModifiedBy>
  <cp:revision>11</cp:revision>
  <dcterms:created xsi:type="dcterms:W3CDTF">2024-10-22T16:56:41Z</dcterms:created>
  <dcterms:modified xsi:type="dcterms:W3CDTF">2024-10-23T12:56:43Z</dcterms:modified>
</cp:coreProperties>
</file>