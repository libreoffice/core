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96A1D-2A43-CA1F-BA8C-E4ED70828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42900"/>
            <a:ext cx="10972800" cy="889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E65CA-4A5F-7F49-959F-42C02B1D6B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48000" y="1714500"/>
            <a:ext cx="60960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2AAA6-3A5E-87A1-FB22-3285BD6FE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D5154-21E1-4DFB-BCEC-F908F6E57008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269EF-BA21-F80E-0CE5-318C32E0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CD098-7DD2-758F-0DA1-90D972006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2038D-B06F-4481-9244-43FFF9C59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6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838E3-D26D-9943-120A-D5B8A01BD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E2771-3D45-5168-4011-CA3FB1801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76FA5-52C7-9DFD-1377-4202C5328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D5154-21E1-4DFB-BCEC-F908F6E57008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12537-2201-8492-5DC5-12CB04E1F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254D0-94FF-DD8A-82D4-BDD298CF4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2038D-B06F-4481-9244-43FFF9C59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2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3417-3961-FA85-A7FD-E22F5EA89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Picture placeholder below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35C882-6A17-10FC-37B3-A0C409A7183B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1334609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Picture placeholder below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Kaganski</dc:creator>
  <cp:lastModifiedBy>Mike Kaganski</cp:lastModifiedBy>
  <cp:revision>1</cp:revision>
  <dcterms:created xsi:type="dcterms:W3CDTF">2026-08-14T08:48:54Z</dcterms:created>
  <dcterms:modified xsi:type="dcterms:W3CDTF">2026-08-14T08:48:55Z</dcterms:modified>
</cp:coreProperties>
</file>