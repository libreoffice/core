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2557B-2640-7B5E-0120-AF01B62DC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C25D6-9293-DCC8-5D25-FB7F0EA2B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C55A3-0683-809F-B182-95FB13F7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4A5C4-B116-A7F0-B828-4466AB56A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7FF76-D466-137E-1C1C-C14E026B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90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253B-7AE1-C1B3-8C8E-4750B9BC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29D9-5959-3FD3-EA0F-5EBCF352C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FA96-CA95-FBE9-184F-0BB834DE9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C7FB6-BC88-5BC0-5070-ADA66BA0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1AFE5-6347-E7B0-4F49-4C2C4FF3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18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1597-A3CB-EDC2-900D-947330B20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1F295-EFB4-2779-68FD-CDA49BF1E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1BBF0-9A60-2893-6511-D374F2CDE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E3A8C-5AFD-5B93-BCF9-A78F57D1D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C4C13-D2F3-BE73-43D7-9D901868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87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0B97-C265-4A0A-66A2-EFE43527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52D0C-1506-9160-156F-1237FEB0F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7ADB0-B671-EEDF-07AA-E070BB071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FE1FD-E6C3-4573-F00B-35640BB8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5AF30-1569-D1A8-8D3B-C1DB4E96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03F72-5D89-068B-1D5D-B28C80872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7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7156E-D8FF-DBAA-A171-A74254A35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A0CE4-6F5C-AEC1-FBF5-21E525BF8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2AB1E-1418-63FA-C2F5-06ABACF30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97277-0E7E-0520-14CE-C833E4197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4B8702-2B11-FECB-D56B-CC7297F6D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EE2BC-3DDB-BED6-2A87-3A9976CDF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864709-43B3-054D-8DA7-AACD614B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D5CC36-2E9A-50CB-9C2B-A3DB7425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9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FC64-33BE-3C96-9E99-7396A4C2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FF1427-0B54-067D-56BD-BAC29824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55942-2FE2-C332-5BC7-F7CD12E68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D7994-53C5-C921-2603-3383AD33B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9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4317A3-2D6A-6429-C0BE-02887F232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D9BEB6-24A9-7E6F-C93B-9C26C75D9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E3D6C-FADC-8F98-B7CC-F0106A259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edia Placeholder 7">
            <a:extLst>
              <a:ext uri="{FF2B5EF4-FFF2-40B4-BE49-F238E27FC236}">
                <a16:creationId xmlns:a16="http://schemas.microsoft.com/office/drawing/2014/main" id="{050C6316-E31E-C273-D8C1-A33A8D8F54A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3048000" y="1714500"/>
            <a:ext cx="6096000" cy="3429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815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962E-FA9C-5FA4-478A-ECFB53C11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E385B-6C19-449A-5A36-53A6AEE87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23EE4-50C8-0513-003C-FC429A899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983BC-5931-FE15-2478-8649A0436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9EAC1-D4B8-A414-AC21-201FFFC1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82E56-1AAB-DF2C-9D66-7CF67082A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9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F787-AD8C-FA8D-BAD0-9C641A938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A38D3-1473-8CF6-B589-8827ABFF3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36633-7667-225F-CD89-012F29185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AED1A-65B6-9833-F137-480332060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CDAA5-CC20-0D34-44E9-800B5676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236BB-95E4-BADD-144B-85896CC94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32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FEC8-D5CE-F4A3-F728-9566EF45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2D65D-0E34-518B-A236-CC2DB5B44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4DAB6-4FE4-34E2-C188-6D6ED7818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282D6-3FF9-60F4-4ECD-71CF15E3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EEB7-9F5F-EDE5-44DC-7C687F9B0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80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B0E1D2-06C0-3ED9-237A-9898B4E72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EDC48-63A6-9C22-691C-8A711E9AB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B6294-77C2-6070-B2E4-9FC4AEBC1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AC159-C31A-D657-014F-0D52E32E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88E78-DFEA-B370-D918-E98903DF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02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DE9C79-B025-3E4E-7A28-D558E848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6D23-E4F9-B9DB-2240-9E36BC538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A47E5-F984-8848-B763-3A02B9AB28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52C20-2D1A-4331-B4C1-C9F3B667319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87DF1-8AF7-ABCD-2F50-5475BA018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91AC3-7E7D-F390-E1C1-65EB177B3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86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E158F3F-E31A-EA7D-E8A2-8F2D7E3101E6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64017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Kaganski</dc:creator>
  <cp:lastModifiedBy>Mike Kaganski</cp:lastModifiedBy>
  <cp:revision>2</cp:revision>
  <dcterms:created xsi:type="dcterms:W3CDTF">2026-05-13T05:28:35Z</dcterms:created>
  <dcterms:modified xsi:type="dcterms:W3CDTF">2026-08-14T08:54:47Z</dcterms:modified>
</cp:coreProperties>
</file>