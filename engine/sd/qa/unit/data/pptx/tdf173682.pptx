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>
      <p:cViewPr varScale="1">
        <p:scale>
          <a:sx n="120" d="100"/>
          <a:sy n="120" d="100"/>
        </p:scale>
        <p:origin x="19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9177879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indent="-342900" algn="ctr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381000" y="381000"/>
          <a:ext cx="6096000" cy="1524000"/>
          <a:chOff x="381000" y="381000"/>
          <a:chExt cx="6096000" cy="152400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81000" y="381000"/>
          <a:ext cx="5715000" cy="723900"/>
        </p:xfrm>
        <a:graphic>
          <a:graphicData uri="http://schemas.openxmlformats.org/drawingml/2006/table">
            <a:tbl>
              <a:tblPr lastRow="1" firstCol="1" lastCol="1" bandCol="1"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marL="0" marR="0" lvl="0" indent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u="none" strike="noStrike" cap="none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u="none" strike="noStrike" cap="none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u="none" strike="noStrike" cap="none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u="none" strike="noStrike" cap="none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81000" y="1524000"/>
          <a:ext cx="5715000" cy="723900"/>
        </p:xfrm>
        <a:graphic>
          <a:graphicData uri="http://schemas.openxmlformats.org/drawingml/2006/table">
            <a:tbl>
              <a:tblPr firstRow="1" bandRow="1"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marL="0" marR="0" lvl="0" indent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u="none" strike="noStrike" cap="none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u="none" strike="noStrike" cap="none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u="none" strike="noStrike" cap="none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u="none" strike="noStrike" cap="none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Theme46">
  <a:themeElements>
    <a:clrScheme name="Theme4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46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4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Macintosh PowerPoint</Application>
  <PresentationFormat>On-screen Show (4:3)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Calibri</vt:lpstr>
      <vt:lpstr>Theme46</vt:lpstr>
      <vt:lpstr>PowerPoint Presentation</vt:lpstr>
    </vt:vector>
  </TitlesOfParts>
  <Company>Unknown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 Presentation</dc:title>
  <dc:subject/>
  <dc:creator>Unknown Creator</dc:creator>
  <cp:keywords/>
  <dc:description/>
  <cp:lastModifiedBy/>
  <cp:revision>1</cp:revision>
  <dcterms:created xsi:type="dcterms:W3CDTF">2026-09-23T11:06:46Z</dcterms:created>
  <dcterms:modified xsi:type="dcterms:W3CDTF">2026-09-23T13:23:15Z</dcterms:modified>
  <cp:category/>
  <cp:contentStatus/>
</cp:coreProperties>
</file>