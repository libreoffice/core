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1" r:id="rId5"/>
  </p:sldIdLst>
  <p:sldSz cx="12192000" cy="6858000"/>
  <p:notesSz cx="6858000" cy="9144000"/>
  <p:defaultTextStyle>
    <a:defPPr>
      <a:defRPr lang="hu-H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007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660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45564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8459556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461547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0214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543196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67550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4407161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053067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hu-H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8056977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6470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3349902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hu-H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hu-H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7194D9-FAA4-4391-9424-C66219AC8B16}" type="datetimeFigureOut">
              <a:rPr lang="hu-HU" smtClean="0"/>
              <a:t>2024. 10. 23.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AEA6F2C-802C-4889-A190-A175C9BC313A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2855348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hu-H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Autofit and line spacing test: default 0.9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One</a:t>
            </a:r>
          </a:p>
          <a:p>
            <a:r>
              <a:rPr lang="hu-HU" dirty="0" smtClean="0"/>
              <a:t>Two</a:t>
            </a:r>
          </a:p>
          <a:p>
            <a:r>
              <a:rPr lang="hu-HU" dirty="0" smtClean="0"/>
              <a:t>Three</a:t>
            </a:r>
          </a:p>
          <a:p>
            <a:r>
              <a:rPr lang="hu-HU" dirty="0" smtClean="0"/>
              <a:t>Four</a:t>
            </a:r>
          </a:p>
          <a:p>
            <a:r>
              <a:rPr lang="hu-HU" dirty="0" smtClean="0"/>
              <a:t>Five</a:t>
            </a:r>
          </a:p>
          <a:p>
            <a:r>
              <a:rPr lang="hu-HU" dirty="0" smtClean="0"/>
              <a:t>Six</a:t>
            </a:r>
          </a:p>
          <a:p>
            <a:r>
              <a:rPr lang="hu-HU" dirty="0" smtClean="0"/>
              <a:t>Seven</a:t>
            </a:r>
          </a:p>
          <a:p>
            <a:r>
              <a:rPr lang="hu-HU" dirty="0" smtClean="0"/>
              <a:t>Eight: add one more paragraph and line spacing is reduced to 0.8</a:t>
            </a:r>
          </a:p>
        </p:txBody>
      </p:sp>
    </p:spTree>
    <p:extLst>
      <p:ext uri="{BB962C8B-B14F-4D97-AF65-F5344CB8AC3E}">
        <p14:creationId xmlns:p14="http://schemas.microsoft.com/office/powerpoint/2010/main" val="414230839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Autofit and line spacing test: Single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00000"/>
              </a:lnSpc>
            </a:pPr>
            <a:r>
              <a:rPr lang="hu-HU" dirty="0" smtClean="0"/>
              <a:t>One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Two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Three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Four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Five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Six</a:t>
            </a:r>
          </a:p>
          <a:p>
            <a:pPr>
              <a:lnSpc>
                <a:spcPct val="100000"/>
              </a:lnSpc>
            </a:pPr>
            <a:r>
              <a:rPr lang="hu-HU" dirty="0" smtClean="0"/>
              <a:t>Seven: add one more paragraph here</a:t>
            </a:r>
            <a:r>
              <a:rPr lang="hu-HU" dirty="0"/>
              <a:t> </a:t>
            </a:r>
            <a:r>
              <a:rPr lang="hu-HU" dirty="0" smtClean="0"/>
              <a:t>to see line spacing become 0.9</a:t>
            </a:r>
          </a:p>
        </p:txBody>
      </p:sp>
    </p:spTree>
    <p:extLst>
      <p:ext uri="{BB962C8B-B14F-4D97-AF65-F5344CB8AC3E}">
        <p14:creationId xmlns:p14="http://schemas.microsoft.com/office/powerpoint/2010/main" val="89732917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Autofit and line spacing test: 1.5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</a:t>
            </a:r>
          </a:p>
          <a:p>
            <a:pPr>
              <a:lnSpc>
                <a:spcPct val="1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Four. Add one more paragraph – Line spacing becomes 1.3</a:t>
            </a:r>
          </a:p>
        </p:txBody>
      </p:sp>
    </p:spTree>
    <p:extLst>
      <p:ext uri="{BB962C8B-B14F-4D97-AF65-F5344CB8AC3E}">
        <p14:creationId xmlns:p14="http://schemas.microsoft.com/office/powerpoint/2010/main" val="1493121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</a:t>
            </a:r>
            <a:r>
              <a:rPr lang="hu-HU" dirty="0" smtClean="0"/>
              <a:t>and 20pt </a:t>
            </a:r>
            <a:r>
              <a:rPr lang="hu-HU" dirty="0"/>
              <a:t>before-after, </a:t>
            </a:r>
            <a:r>
              <a:rPr lang="hu-HU" dirty="0" smtClean="0"/>
              <a:t>line </a:t>
            </a:r>
            <a:r>
              <a:rPr lang="hu-HU" dirty="0" smtClean="0"/>
              <a:t>spacing test: Double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20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Three. Add one paragraph -&gt; Line spacing becomes </a:t>
            </a:r>
            <a:r>
              <a:rPr lang="hu-HU" dirty="0" smtClean="0"/>
              <a:t>1.8</a:t>
            </a:r>
          </a:p>
        </p:txBody>
      </p:sp>
    </p:spTree>
    <p:extLst>
      <p:ext uri="{BB962C8B-B14F-4D97-AF65-F5344CB8AC3E}">
        <p14:creationId xmlns:p14="http://schemas.microsoft.com/office/powerpoint/2010/main" val="26945747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</a:t>
            </a:r>
            <a:r>
              <a:rPr lang="hu-HU" dirty="0" smtClean="0"/>
              <a:t>and 10pt before, </a:t>
            </a:r>
            <a:r>
              <a:rPr lang="hu-HU" dirty="0" smtClean="0"/>
              <a:t>line </a:t>
            </a:r>
            <a:r>
              <a:rPr lang="hu-HU" dirty="0" smtClean="0"/>
              <a:t>spacing test: Double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</a:pPr>
            <a:r>
              <a:rPr lang="hu-HU" dirty="0" smtClean="0"/>
              <a:t>One</a:t>
            </a:r>
          </a:p>
          <a:p>
            <a:pPr>
              <a:lnSpc>
                <a:spcPct val="200000"/>
              </a:lnSpc>
            </a:pPr>
            <a:r>
              <a:rPr lang="hu-HU" dirty="0" smtClean="0"/>
              <a:t>Two</a:t>
            </a:r>
          </a:p>
          <a:p>
            <a:pPr>
              <a:lnSpc>
                <a:spcPct val="200000"/>
              </a:lnSpc>
            </a:pPr>
            <a:r>
              <a:rPr lang="hu-HU" dirty="0" smtClean="0"/>
              <a:t>Three</a:t>
            </a:r>
          </a:p>
          <a:p>
            <a:pPr>
              <a:lnSpc>
                <a:spcPct val="200000"/>
              </a:lnSpc>
            </a:pPr>
            <a:r>
              <a:rPr lang="hu-HU" dirty="0" smtClean="0"/>
              <a:t>Four. </a:t>
            </a:r>
            <a:r>
              <a:rPr lang="hu-HU" dirty="0"/>
              <a:t>Add one paragraph -&gt; Line spacing becomes </a:t>
            </a:r>
            <a:r>
              <a:rPr lang="hu-HU" dirty="0" smtClean="0"/>
              <a:t>1.8</a:t>
            </a: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203285433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</a:t>
            </a:r>
            <a:r>
              <a:rPr lang="hu-HU" dirty="0" smtClean="0"/>
              <a:t>and 0pt before-after, </a:t>
            </a:r>
            <a:r>
              <a:rPr lang="hu-HU" dirty="0" smtClean="0"/>
              <a:t>line </a:t>
            </a:r>
            <a:r>
              <a:rPr lang="hu-HU" dirty="0" smtClean="0"/>
              <a:t>spacing test: Double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hu-HU" dirty="0" smtClean="0"/>
              <a:t>One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hu-HU" dirty="0" smtClean="0"/>
              <a:t>Two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hu-HU" dirty="0" smtClean="0"/>
              <a:t>Three</a:t>
            </a:r>
          </a:p>
          <a:p>
            <a:pPr>
              <a:lnSpc>
                <a:spcPct val="200000"/>
              </a:lnSpc>
              <a:spcBef>
                <a:spcPts val="0"/>
              </a:spcBef>
            </a:pPr>
            <a:r>
              <a:rPr lang="hu-HU" dirty="0" smtClean="0"/>
              <a:t>Four. </a:t>
            </a:r>
            <a:r>
              <a:rPr lang="hu-HU" dirty="0"/>
              <a:t>Add one paragraph -&gt; Line spacing becomes </a:t>
            </a:r>
            <a:r>
              <a:rPr lang="hu-HU" dirty="0" smtClean="0"/>
              <a:t>1.9</a:t>
            </a:r>
          </a:p>
        </p:txBody>
      </p:sp>
    </p:spTree>
    <p:extLst>
      <p:ext uri="{BB962C8B-B14F-4D97-AF65-F5344CB8AC3E}">
        <p14:creationId xmlns:p14="http://schemas.microsoft.com/office/powerpoint/2010/main" val="8176847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and </a:t>
            </a:r>
            <a:r>
              <a:rPr lang="hu-HU" dirty="0" smtClean="0"/>
              <a:t>20pt before-after</a:t>
            </a:r>
            <a:r>
              <a:rPr lang="hu-HU" dirty="0"/>
              <a:t>, line </a:t>
            </a:r>
            <a:r>
              <a:rPr lang="hu-HU" dirty="0" smtClean="0"/>
              <a:t>spacing test: Multiple 0.5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Three</a:t>
            </a:r>
          </a:p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Four</a:t>
            </a:r>
          </a:p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Five. </a:t>
            </a:r>
          </a:p>
          <a:p>
            <a:pPr>
              <a:lnSpc>
                <a:spcPct val="50000"/>
              </a:lnSpc>
              <a:spcBef>
                <a:spcPts val="2000"/>
              </a:spcBef>
              <a:spcAft>
                <a:spcPts val="2000"/>
              </a:spcAft>
            </a:pPr>
            <a:r>
              <a:rPr lang="hu-HU" dirty="0" smtClean="0"/>
              <a:t>Six</a:t>
            </a:r>
            <a:r>
              <a:rPr lang="hu-HU" dirty="0" smtClean="0"/>
              <a:t>. Add one more paragraph -&gt; Line spacing becomes </a:t>
            </a:r>
            <a:r>
              <a:rPr lang="hu-HU" dirty="0" smtClean="0"/>
              <a:t>0.4</a:t>
            </a:r>
          </a:p>
        </p:txBody>
      </p:sp>
    </p:spTree>
    <p:extLst>
      <p:ext uri="{BB962C8B-B14F-4D97-AF65-F5344CB8AC3E}">
        <p14:creationId xmlns:p14="http://schemas.microsoft.com/office/powerpoint/2010/main" val="370201219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/>
              <a:t>Autofit and </a:t>
            </a:r>
            <a:r>
              <a:rPr lang="hu-HU" dirty="0" smtClean="0"/>
              <a:t>0pt before-after</a:t>
            </a:r>
            <a:r>
              <a:rPr lang="hu-HU" dirty="0"/>
              <a:t>, line </a:t>
            </a:r>
            <a:r>
              <a:rPr lang="hu-HU" dirty="0" smtClean="0"/>
              <a:t>spacing test: Multiple 0.5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One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Two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Three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Four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Five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Six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Seven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Eight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Nine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10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11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12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13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14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15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16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17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18</a:t>
            </a:r>
          </a:p>
          <a:p>
            <a:pPr>
              <a:lnSpc>
                <a:spcPct val="50000"/>
              </a:lnSpc>
              <a:spcBef>
                <a:spcPts val="0"/>
              </a:spcBef>
            </a:pPr>
            <a:r>
              <a:rPr lang="hu-HU" dirty="0" smtClean="0"/>
              <a:t>19.</a:t>
            </a:r>
            <a:r>
              <a:rPr lang="hu-HU" dirty="0"/>
              <a:t> </a:t>
            </a:r>
            <a:r>
              <a:rPr lang="hu-HU" dirty="0" smtClean="0"/>
              <a:t>With 0pt </a:t>
            </a:r>
            <a:r>
              <a:rPr lang="hu-HU" dirty="0"/>
              <a:t>before-after, Line spacing becomes 0.4 </a:t>
            </a:r>
            <a:r>
              <a:rPr lang="hu-HU" dirty="0" smtClean="0"/>
              <a:t>too</a:t>
            </a:r>
          </a:p>
        </p:txBody>
      </p:sp>
    </p:spTree>
    <p:extLst>
      <p:ext uri="{BB962C8B-B14F-4D97-AF65-F5344CB8AC3E}">
        <p14:creationId xmlns:p14="http://schemas.microsoft.com/office/powerpoint/2010/main" val="149122710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dirty="0" smtClean="0"/>
              <a:t>Autofit and </a:t>
            </a:r>
            <a:r>
              <a:rPr lang="hu-HU" dirty="0" smtClean="0"/>
              <a:t>10pt before-after</a:t>
            </a:r>
            <a:r>
              <a:rPr lang="hu-HU" dirty="0" smtClean="0"/>
              <a:t>, line spacing test: Multiple 1.7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70000"/>
              </a:lnSpc>
              <a:spcAft>
                <a:spcPts val="1000"/>
              </a:spcAft>
            </a:pPr>
            <a:r>
              <a:rPr lang="hu-HU" dirty="0" smtClean="0"/>
              <a:t>One</a:t>
            </a:r>
          </a:p>
          <a:p>
            <a:pPr>
              <a:lnSpc>
                <a:spcPct val="170000"/>
              </a:lnSpc>
              <a:spcAft>
                <a:spcPts val="1000"/>
              </a:spcAft>
            </a:pPr>
            <a:r>
              <a:rPr lang="hu-HU" dirty="0" smtClean="0"/>
              <a:t>Two</a:t>
            </a:r>
          </a:p>
          <a:p>
            <a:pPr>
              <a:lnSpc>
                <a:spcPct val="170000"/>
              </a:lnSpc>
              <a:spcAft>
                <a:spcPts val="1000"/>
              </a:spcAft>
            </a:pPr>
            <a:r>
              <a:rPr lang="hu-HU" dirty="0" smtClean="0"/>
              <a:t>Three. </a:t>
            </a:r>
          </a:p>
          <a:p>
            <a:pPr>
              <a:lnSpc>
                <a:spcPct val="170000"/>
              </a:lnSpc>
              <a:spcAft>
                <a:spcPts val="1000"/>
              </a:spcAft>
            </a:pPr>
            <a:r>
              <a:rPr lang="hu-HU" dirty="0" smtClean="0"/>
              <a:t>Four. Add one more paragraph -&gt; line spacing becomes 1.6</a:t>
            </a:r>
          </a:p>
        </p:txBody>
      </p:sp>
    </p:spTree>
    <p:extLst>
      <p:ext uri="{BB962C8B-B14F-4D97-AF65-F5344CB8AC3E}">
        <p14:creationId xmlns:p14="http://schemas.microsoft.com/office/powerpoint/2010/main" val="3717966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 dirty="0" smtClean="0"/>
              <a:t>Autofit and line spacing test: Exactly</a:t>
            </a:r>
            <a:endParaRPr lang="hu-H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ts val="5000"/>
              </a:lnSpc>
            </a:pPr>
            <a:r>
              <a:rPr lang="hu-HU" dirty="0" smtClean="0"/>
              <a:t>Line spacing is set as Exactly 50 pt</a:t>
            </a:r>
          </a:p>
          <a:p>
            <a:pPr>
              <a:lnSpc>
                <a:spcPts val="5000"/>
              </a:lnSpc>
            </a:pPr>
            <a:r>
              <a:rPr lang="hu-HU" dirty="0" smtClean="0"/>
              <a:t>Two</a:t>
            </a:r>
          </a:p>
          <a:p>
            <a:pPr>
              <a:lnSpc>
                <a:spcPts val="5000"/>
              </a:lnSpc>
            </a:pPr>
            <a:r>
              <a:rPr lang="hu-HU" dirty="0" smtClean="0"/>
              <a:t>Three</a:t>
            </a:r>
          </a:p>
          <a:p>
            <a:pPr>
              <a:lnSpc>
                <a:spcPts val="5000"/>
              </a:lnSpc>
            </a:pPr>
            <a:r>
              <a:rPr lang="hu-HU" dirty="0" smtClean="0"/>
              <a:t>Four</a:t>
            </a:r>
          </a:p>
          <a:p>
            <a:pPr>
              <a:lnSpc>
                <a:spcPts val="5000"/>
              </a:lnSpc>
            </a:pPr>
            <a:r>
              <a:rPr lang="hu-HU" dirty="0" smtClean="0"/>
              <a:t>Five. Add one more line to see font size reduced to 7pt</a:t>
            </a:r>
          </a:p>
        </p:txBody>
      </p:sp>
    </p:spTree>
    <p:extLst>
      <p:ext uri="{BB962C8B-B14F-4D97-AF65-F5344CB8AC3E}">
        <p14:creationId xmlns:p14="http://schemas.microsoft.com/office/powerpoint/2010/main" val="3698891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187</TotalTime>
  <Words>268</Words>
  <Application>Microsoft Office PowerPoint</Application>
  <PresentationFormat>Widescreen</PresentationFormat>
  <Paragraphs>74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Arial</vt:lpstr>
      <vt:lpstr>Calibri</vt:lpstr>
      <vt:lpstr>Calibri Light</vt:lpstr>
      <vt:lpstr>Office Theme</vt:lpstr>
      <vt:lpstr>Autofit and line spacing test: default 0.9</vt:lpstr>
      <vt:lpstr>Autofit and line spacing test: Single</vt:lpstr>
      <vt:lpstr>Autofit and line spacing test: 1.5</vt:lpstr>
      <vt:lpstr>Autofit and 20pt before-after, line spacing test: Double</vt:lpstr>
      <vt:lpstr>Autofit and 10pt before, line spacing test: Double</vt:lpstr>
      <vt:lpstr>Autofit and 0pt before-after, line spacing test: Double</vt:lpstr>
      <vt:lpstr>Autofit and 20pt before-after, line spacing test: Multiple 0.5</vt:lpstr>
      <vt:lpstr>Autofit and 0pt before-after, line spacing test: Multiple 0.5</vt:lpstr>
      <vt:lpstr>Autofit and 10pt before-after, line spacing test: Multiple 1.7</vt:lpstr>
      <vt:lpstr>Autofit and line spacing test: Exactly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Gábor Kelemen2010</dc:creator>
  <cp:lastModifiedBy>Gábor Kelemen2010</cp:lastModifiedBy>
  <cp:revision>11</cp:revision>
  <dcterms:created xsi:type="dcterms:W3CDTF">2024-10-22T16:56:41Z</dcterms:created>
  <dcterms:modified xsi:type="dcterms:W3CDTF">2024-10-23T12:56:43Z</dcterms:modified>
</cp:coreProperties>
</file>