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11B284-4F9C-4DAE-BA7E-260F9E4FCE77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DDB554B-8C71-439B-ADEC-CFE5FA6BD961}">
      <dgm:prSet phldrT="[Text]" phldr="0"/>
      <dgm:spPr/>
      <dgm:t>
        <a:bodyPr/>
        <a:lstStyle/>
        <a:p>
          <a:r>
            <a:rPr lang="en-US" dirty="0"/>
            <a:t>One</a:t>
          </a:r>
        </a:p>
      </dgm:t>
    </dgm:pt>
    <dgm:pt modelId="{05D459BE-11AC-4053-B21A-F39A37CD3282}" type="parTrans" cxnId="{3A0A9814-A570-4025-BCD1-FADFECB21F52}">
      <dgm:prSet/>
      <dgm:spPr/>
      <dgm:t>
        <a:bodyPr/>
        <a:lstStyle/>
        <a:p>
          <a:endParaRPr lang="en-US"/>
        </a:p>
      </dgm:t>
    </dgm:pt>
    <dgm:pt modelId="{F39CA86F-F86E-431B-ACEE-98A29835574B}" type="sibTrans" cxnId="{3A0A9814-A570-4025-BCD1-FADFECB21F52}">
      <dgm:prSet/>
      <dgm:spPr/>
      <dgm:t>
        <a:bodyPr/>
        <a:lstStyle/>
        <a:p>
          <a:endParaRPr lang="en-US"/>
        </a:p>
      </dgm:t>
    </dgm:pt>
    <dgm:pt modelId="{FBF47274-5164-48DC-8BDB-34EB1079E98E}">
      <dgm:prSet phldrT="[Text]" phldr="0"/>
      <dgm:spPr/>
      <dgm:t>
        <a:bodyPr/>
        <a:lstStyle/>
        <a:p>
          <a:r>
            <a:rPr lang="en-US" dirty="0"/>
            <a:t>Eleven</a:t>
          </a:r>
        </a:p>
      </dgm:t>
    </dgm:pt>
    <dgm:pt modelId="{EDA53BFF-37E6-4A61-ADF0-8C30974A2E17}" type="parTrans" cxnId="{AA7B78F8-CB84-4649-91E1-5AED0E7B757B}">
      <dgm:prSet/>
      <dgm:spPr/>
      <dgm:t>
        <a:bodyPr/>
        <a:lstStyle/>
        <a:p>
          <a:endParaRPr lang="en-US"/>
        </a:p>
      </dgm:t>
    </dgm:pt>
    <dgm:pt modelId="{3F8F1398-214F-42B2-A965-615416A1BA5B}" type="sibTrans" cxnId="{AA7B78F8-CB84-4649-91E1-5AED0E7B757B}">
      <dgm:prSet/>
      <dgm:spPr/>
      <dgm:t>
        <a:bodyPr/>
        <a:lstStyle/>
        <a:p>
          <a:endParaRPr lang="en-US"/>
        </a:p>
      </dgm:t>
    </dgm:pt>
    <dgm:pt modelId="{4ACB2ECE-49FB-4CEA-9851-98B342939A33}">
      <dgm:prSet phldrT="[Text]" phldr="0"/>
      <dgm:spPr/>
      <dgm:t>
        <a:bodyPr/>
        <a:lstStyle/>
        <a:p>
          <a:r>
            <a:rPr lang="en-US" dirty="0"/>
            <a:t>Twelve</a:t>
          </a:r>
        </a:p>
      </dgm:t>
    </dgm:pt>
    <dgm:pt modelId="{5D8C98C0-DEFF-470D-B14B-DD3066E3544E}" type="parTrans" cxnId="{53DC8C45-53F1-4AA1-B7E8-0E22BF83F133}">
      <dgm:prSet/>
      <dgm:spPr/>
      <dgm:t>
        <a:bodyPr/>
        <a:lstStyle/>
        <a:p>
          <a:endParaRPr lang="en-US"/>
        </a:p>
      </dgm:t>
    </dgm:pt>
    <dgm:pt modelId="{8ECFE21E-7C01-4D14-8841-530E759B9A32}" type="sibTrans" cxnId="{53DC8C45-53F1-4AA1-B7E8-0E22BF83F133}">
      <dgm:prSet/>
      <dgm:spPr/>
      <dgm:t>
        <a:bodyPr/>
        <a:lstStyle/>
        <a:p>
          <a:endParaRPr lang="en-US"/>
        </a:p>
      </dgm:t>
    </dgm:pt>
    <dgm:pt modelId="{7DE8A5C6-2423-4655-932D-9E24CD0CE093}">
      <dgm:prSet phldrT="[Text]" phldr="0"/>
      <dgm:spPr/>
      <dgm:t>
        <a:bodyPr/>
        <a:lstStyle/>
        <a:p>
          <a:r>
            <a:rPr lang="en-US" dirty="0"/>
            <a:t>Two</a:t>
          </a:r>
        </a:p>
      </dgm:t>
    </dgm:pt>
    <dgm:pt modelId="{D87CDDF2-44C9-4AE3-89DE-7AE1319CAE6C}" type="parTrans" cxnId="{A042C385-B493-4392-BE62-A807F78C7F9B}">
      <dgm:prSet/>
      <dgm:spPr/>
      <dgm:t>
        <a:bodyPr/>
        <a:lstStyle/>
        <a:p>
          <a:endParaRPr lang="en-US"/>
        </a:p>
      </dgm:t>
    </dgm:pt>
    <dgm:pt modelId="{3D8C891D-9F15-4B79-8D90-D42FCACC7F90}" type="sibTrans" cxnId="{A042C385-B493-4392-BE62-A807F78C7F9B}">
      <dgm:prSet/>
      <dgm:spPr/>
      <dgm:t>
        <a:bodyPr/>
        <a:lstStyle/>
        <a:p>
          <a:endParaRPr lang="en-US"/>
        </a:p>
      </dgm:t>
    </dgm:pt>
    <dgm:pt modelId="{8D6F4EBF-664F-4825-A6B8-84728422EB3D}">
      <dgm:prSet phldrT="[Text]" phldr="0"/>
      <dgm:spPr/>
      <dgm:t>
        <a:bodyPr/>
        <a:lstStyle/>
        <a:p>
          <a:r>
            <a:rPr lang="en-US" dirty="0"/>
            <a:t>Twenty-one</a:t>
          </a:r>
        </a:p>
      </dgm:t>
    </dgm:pt>
    <dgm:pt modelId="{E54C834B-F892-4AE4-82C0-0EF30F2C2BE8}" type="parTrans" cxnId="{746C13D9-4C77-4608-B6BA-8BF418ACBF2A}">
      <dgm:prSet/>
      <dgm:spPr/>
      <dgm:t>
        <a:bodyPr/>
        <a:lstStyle/>
        <a:p>
          <a:endParaRPr lang="en-US"/>
        </a:p>
      </dgm:t>
    </dgm:pt>
    <dgm:pt modelId="{38B1384B-4A7E-409C-AD96-EE6CDBB6BD12}" type="sibTrans" cxnId="{746C13D9-4C77-4608-B6BA-8BF418ACBF2A}">
      <dgm:prSet/>
      <dgm:spPr/>
      <dgm:t>
        <a:bodyPr/>
        <a:lstStyle/>
        <a:p>
          <a:endParaRPr lang="en-US"/>
        </a:p>
      </dgm:t>
    </dgm:pt>
    <dgm:pt modelId="{37FAB76F-1F04-4CF3-AC56-669F4030916C}">
      <dgm:prSet phldrT="[Text]" phldr="0"/>
      <dgm:spPr/>
      <dgm:t>
        <a:bodyPr/>
        <a:lstStyle/>
        <a:p>
          <a:r>
            <a:rPr lang="en-US" dirty="0"/>
            <a:t>Twenty-two</a:t>
          </a:r>
        </a:p>
      </dgm:t>
    </dgm:pt>
    <dgm:pt modelId="{BA43AAEE-5420-4FC1-A630-6DAC716A93AF}" type="parTrans" cxnId="{23BACC75-80BD-49D1-841A-69E3BF797ED6}">
      <dgm:prSet/>
      <dgm:spPr/>
      <dgm:t>
        <a:bodyPr/>
        <a:lstStyle/>
        <a:p>
          <a:endParaRPr lang="en-US"/>
        </a:p>
      </dgm:t>
    </dgm:pt>
    <dgm:pt modelId="{46CD5CC2-5844-4CFD-8518-9F99CCBEF1DC}" type="sibTrans" cxnId="{23BACC75-80BD-49D1-841A-69E3BF797ED6}">
      <dgm:prSet/>
      <dgm:spPr/>
      <dgm:t>
        <a:bodyPr/>
        <a:lstStyle/>
        <a:p>
          <a:endParaRPr lang="en-US"/>
        </a:p>
      </dgm:t>
    </dgm:pt>
    <dgm:pt modelId="{A3E48FF1-94E7-47A6-AF8D-940EF84C55A4}">
      <dgm:prSet phldrT="[Text]" phldr="0"/>
      <dgm:spPr/>
      <dgm:t>
        <a:bodyPr/>
        <a:lstStyle/>
        <a:p>
          <a:r>
            <a:rPr lang="en-US" dirty="0"/>
            <a:t>Three</a:t>
          </a:r>
        </a:p>
      </dgm:t>
    </dgm:pt>
    <dgm:pt modelId="{C6E99506-0EF9-4463-9057-1BD2B08E696C}" type="parTrans" cxnId="{51AEA999-D63E-4F2B-9846-1989DD02673E}">
      <dgm:prSet/>
      <dgm:spPr/>
      <dgm:t>
        <a:bodyPr/>
        <a:lstStyle/>
        <a:p>
          <a:endParaRPr lang="en-US"/>
        </a:p>
      </dgm:t>
    </dgm:pt>
    <dgm:pt modelId="{E48C5EFA-5445-477D-9439-3D294CC982A6}" type="sibTrans" cxnId="{51AEA999-D63E-4F2B-9846-1989DD02673E}">
      <dgm:prSet/>
      <dgm:spPr/>
      <dgm:t>
        <a:bodyPr/>
        <a:lstStyle/>
        <a:p>
          <a:endParaRPr lang="en-US"/>
        </a:p>
      </dgm:t>
    </dgm:pt>
    <dgm:pt modelId="{9803B952-6796-4A30-A3C0-F429F40775B7}">
      <dgm:prSet phldrT="[Text]"/>
      <dgm:spPr/>
      <dgm:t>
        <a:bodyPr/>
        <a:lstStyle/>
        <a:p>
          <a:r>
            <a:rPr lang="en-US" dirty="0"/>
            <a:t>Four</a:t>
          </a:r>
        </a:p>
      </dgm:t>
    </dgm:pt>
    <dgm:pt modelId="{C113A374-2A32-4540-8CDB-A1E2EF4069C3}" type="parTrans" cxnId="{F51395DB-52D3-45CF-8FF6-91F718D8268B}">
      <dgm:prSet/>
      <dgm:spPr/>
      <dgm:t>
        <a:bodyPr/>
        <a:lstStyle/>
        <a:p>
          <a:endParaRPr lang="en-US"/>
        </a:p>
      </dgm:t>
    </dgm:pt>
    <dgm:pt modelId="{FAE25D13-134D-4408-87F7-708ACDC01BE1}" type="sibTrans" cxnId="{F51395DB-52D3-45CF-8FF6-91F718D8268B}">
      <dgm:prSet/>
      <dgm:spPr/>
      <dgm:t>
        <a:bodyPr/>
        <a:lstStyle/>
        <a:p>
          <a:endParaRPr lang="en-US"/>
        </a:p>
      </dgm:t>
    </dgm:pt>
    <dgm:pt modelId="{338BCA03-6FF9-42A5-A881-74A511059165}">
      <dgm:prSet phldrT="[Text]" phldr="0"/>
      <dgm:spPr/>
      <dgm:t>
        <a:bodyPr/>
        <a:lstStyle/>
        <a:p>
          <a:r>
            <a:rPr lang="en-US"/>
            <a:t>Forty-one</a:t>
          </a:r>
          <a:endParaRPr lang="en-US" dirty="0"/>
        </a:p>
      </dgm:t>
    </dgm:pt>
    <dgm:pt modelId="{3B00CC18-8189-48BF-9E2F-4608A361BCBB}" type="parTrans" cxnId="{A23D48C1-0208-4E14-8F48-C19333E1298E}">
      <dgm:prSet/>
      <dgm:spPr/>
      <dgm:t>
        <a:bodyPr/>
        <a:lstStyle/>
        <a:p>
          <a:endParaRPr lang="en-US"/>
        </a:p>
      </dgm:t>
    </dgm:pt>
    <dgm:pt modelId="{B99102AC-AC35-4198-9A10-6CC145E5A605}" type="sibTrans" cxnId="{A23D48C1-0208-4E14-8F48-C19333E1298E}">
      <dgm:prSet/>
      <dgm:spPr/>
      <dgm:t>
        <a:bodyPr/>
        <a:lstStyle/>
        <a:p>
          <a:endParaRPr lang="en-US"/>
        </a:p>
      </dgm:t>
    </dgm:pt>
    <dgm:pt modelId="{E5FE82C4-FF44-4F61-B8D1-1359FD7123F3}">
      <dgm:prSet phldrT="[Text]" phldr="0"/>
      <dgm:spPr/>
      <dgm:t>
        <a:bodyPr/>
        <a:lstStyle/>
        <a:p>
          <a:r>
            <a:rPr lang="en-US"/>
            <a:t>Thirteen</a:t>
          </a:r>
          <a:endParaRPr lang="en-US" dirty="0"/>
        </a:p>
      </dgm:t>
    </dgm:pt>
    <dgm:pt modelId="{89EA36F0-986D-4080-888D-B219A99A1F3B}" type="parTrans" cxnId="{290D4796-D1FA-4E4A-BDE2-8EF19B0F5150}">
      <dgm:prSet/>
      <dgm:spPr/>
      <dgm:t>
        <a:bodyPr/>
        <a:lstStyle/>
        <a:p>
          <a:endParaRPr lang="en-US"/>
        </a:p>
      </dgm:t>
    </dgm:pt>
    <dgm:pt modelId="{C9EA71D4-F88E-41BA-BBFC-1AF1E196C857}" type="sibTrans" cxnId="{290D4796-D1FA-4E4A-BDE2-8EF19B0F5150}">
      <dgm:prSet/>
      <dgm:spPr/>
      <dgm:t>
        <a:bodyPr/>
        <a:lstStyle/>
        <a:p>
          <a:endParaRPr lang="en-US"/>
        </a:p>
      </dgm:t>
    </dgm:pt>
    <dgm:pt modelId="{564C52A4-C5CE-4077-93F7-FFB8D414663B}">
      <dgm:prSet phldrT="[Text]" phldr="0"/>
      <dgm:spPr/>
      <dgm:t>
        <a:bodyPr/>
        <a:lstStyle/>
        <a:p>
          <a:r>
            <a:rPr lang="en-US"/>
            <a:t>Forty-two</a:t>
          </a:r>
          <a:endParaRPr lang="en-US" dirty="0"/>
        </a:p>
      </dgm:t>
    </dgm:pt>
    <dgm:pt modelId="{B3AEA969-D902-42E3-9E6B-B734331E9AB8}" type="parTrans" cxnId="{C89EA298-9CB7-4302-BC6B-847BCCA4B6EF}">
      <dgm:prSet/>
      <dgm:spPr/>
      <dgm:t>
        <a:bodyPr/>
        <a:lstStyle/>
        <a:p>
          <a:endParaRPr lang="en-US"/>
        </a:p>
      </dgm:t>
    </dgm:pt>
    <dgm:pt modelId="{891FAAD8-3E1F-4A18-ADB5-204986507BB0}" type="sibTrans" cxnId="{C89EA298-9CB7-4302-BC6B-847BCCA4B6EF}">
      <dgm:prSet/>
      <dgm:spPr/>
      <dgm:t>
        <a:bodyPr/>
        <a:lstStyle/>
        <a:p>
          <a:endParaRPr lang="en-US"/>
        </a:p>
      </dgm:t>
    </dgm:pt>
    <dgm:pt modelId="{AAF7D887-602F-4C67-B1C8-17CD96127347}" type="pres">
      <dgm:prSet presAssocID="{5C11B284-4F9C-4DAE-BA7E-260F9E4FCE77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8B88852-E9C8-4FC5-B2A0-D8EF4E52A80C}" type="pres">
      <dgm:prSet presAssocID="{7DDB554B-8C71-439B-ADEC-CFE5FA6BD961}" presName="root1" presStyleCnt="0"/>
      <dgm:spPr/>
    </dgm:pt>
    <dgm:pt modelId="{FCE4A654-8F9B-4376-878C-CD125ACAC707}" type="pres">
      <dgm:prSet presAssocID="{7DDB554B-8C71-439B-ADEC-CFE5FA6BD961}" presName="LevelOneTextNode" presStyleLbl="node0" presStyleIdx="0" presStyleCnt="4">
        <dgm:presLayoutVars>
          <dgm:chPref val="3"/>
        </dgm:presLayoutVars>
      </dgm:prSet>
      <dgm:spPr/>
    </dgm:pt>
    <dgm:pt modelId="{E279F4F3-14DC-4567-BE80-346B6F85A170}" type="pres">
      <dgm:prSet presAssocID="{7DDB554B-8C71-439B-ADEC-CFE5FA6BD961}" presName="level2hierChild" presStyleCnt="0"/>
      <dgm:spPr/>
    </dgm:pt>
    <dgm:pt modelId="{AFBE2FB5-16D8-4AF2-90A4-D873A6A6B725}" type="pres">
      <dgm:prSet presAssocID="{EDA53BFF-37E6-4A61-ADF0-8C30974A2E17}" presName="conn2-1" presStyleLbl="parChTrans1D2" presStyleIdx="0" presStyleCnt="7"/>
      <dgm:spPr/>
    </dgm:pt>
    <dgm:pt modelId="{A8F544CA-D09B-4933-8F91-F698388DA6B1}" type="pres">
      <dgm:prSet presAssocID="{EDA53BFF-37E6-4A61-ADF0-8C30974A2E17}" presName="connTx" presStyleLbl="parChTrans1D2" presStyleIdx="0" presStyleCnt="7"/>
      <dgm:spPr/>
    </dgm:pt>
    <dgm:pt modelId="{478CE895-3EFA-4481-B766-4DB3AC39B8FA}" type="pres">
      <dgm:prSet presAssocID="{FBF47274-5164-48DC-8BDB-34EB1079E98E}" presName="root2" presStyleCnt="0"/>
      <dgm:spPr/>
    </dgm:pt>
    <dgm:pt modelId="{A1B44D18-3ED6-4001-91ED-87BD59020BF0}" type="pres">
      <dgm:prSet presAssocID="{FBF47274-5164-48DC-8BDB-34EB1079E98E}" presName="LevelTwoTextNode" presStyleLbl="node2" presStyleIdx="0" presStyleCnt="7">
        <dgm:presLayoutVars>
          <dgm:chPref val="3"/>
        </dgm:presLayoutVars>
      </dgm:prSet>
      <dgm:spPr/>
    </dgm:pt>
    <dgm:pt modelId="{256A7AEE-F352-49ED-B4C2-31E628D3D9BE}" type="pres">
      <dgm:prSet presAssocID="{FBF47274-5164-48DC-8BDB-34EB1079E98E}" presName="level3hierChild" presStyleCnt="0"/>
      <dgm:spPr/>
    </dgm:pt>
    <dgm:pt modelId="{94E7D4BA-2949-4C2D-B195-331F0AB5EE26}" type="pres">
      <dgm:prSet presAssocID="{5D8C98C0-DEFF-470D-B14B-DD3066E3544E}" presName="conn2-1" presStyleLbl="parChTrans1D2" presStyleIdx="1" presStyleCnt="7"/>
      <dgm:spPr/>
    </dgm:pt>
    <dgm:pt modelId="{82E018AF-E7EB-4744-9A5A-A25DB48D048A}" type="pres">
      <dgm:prSet presAssocID="{5D8C98C0-DEFF-470D-B14B-DD3066E3544E}" presName="connTx" presStyleLbl="parChTrans1D2" presStyleIdx="1" presStyleCnt="7"/>
      <dgm:spPr/>
    </dgm:pt>
    <dgm:pt modelId="{E8707748-AAFD-43AD-ACB0-B2C532D83BEB}" type="pres">
      <dgm:prSet presAssocID="{4ACB2ECE-49FB-4CEA-9851-98B342939A33}" presName="root2" presStyleCnt="0"/>
      <dgm:spPr/>
    </dgm:pt>
    <dgm:pt modelId="{DB59D464-B86D-4EAF-9D87-B43FD820191C}" type="pres">
      <dgm:prSet presAssocID="{4ACB2ECE-49FB-4CEA-9851-98B342939A33}" presName="LevelTwoTextNode" presStyleLbl="node2" presStyleIdx="1" presStyleCnt="7">
        <dgm:presLayoutVars>
          <dgm:chPref val="3"/>
        </dgm:presLayoutVars>
      </dgm:prSet>
      <dgm:spPr/>
    </dgm:pt>
    <dgm:pt modelId="{47125D8F-7E47-4BFD-9555-F021C9E923F0}" type="pres">
      <dgm:prSet presAssocID="{4ACB2ECE-49FB-4CEA-9851-98B342939A33}" presName="level3hierChild" presStyleCnt="0"/>
      <dgm:spPr/>
    </dgm:pt>
    <dgm:pt modelId="{AAC6D49D-B1B9-4792-9925-348405F045B8}" type="pres">
      <dgm:prSet presAssocID="{89EA36F0-986D-4080-888D-B219A99A1F3B}" presName="conn2-1" presStyleLbl="parChTrans1D2" presStyleIdx="2" presStyleCnt="7"/>
      <dgm:spPr/>
    </dgm:pt>
    <dgm:pt modelId="{369A6D98-2994-4B83-A9FD-1903BD50E5CA}" type="pres">
      <dgm:prSet presAssocID="{89EA36F0-986D-4080-888D-B219A99A1F3B}" presName="connTx" presStyleLbl="parChTrans1D2" presStyleIdx="2" presStyleCnt="7"/>
      <dgm:spPr/>
    </dgm:pt>
    <dgm:pt modelId="{9D93F9B0-3CF4-40CA-818B-8D1F94276EFE}" type="pres">
      <dgm:prSet presAssocID="{E5FE82C4-FF44-4F61-B8D1-1359FD7123F3}" presName="root2" presStyleCnt="0"/>
      <dgm:spPr/>
    </dgm:pt>
    <dgm:pt modelId="{11778168-E639-4898-901F-0748DFD37F72}" type="pres">
      <dgm:prSet presAssocID="{E5FE82C4-FF44-4F61-B8D1-1359FD7123F3}" presName="LevelTwoTextNode" presStyleLbl="node2" presStyleIdx="2" presStyleCnt="7">
        <dgm:presLayoutVars>
          <dgm:chPref val="3"/>
        </dgm:presLayoutVars>
      </dgm:prSet>
      <dgm:spPr/>
    </dgm:pt>
    <dgm:pt modelId="{D423547D-4346-42A3-83BA-F63D6B71000B}" type="pres">
      <dgm:prSet presAssocID="{E5FE82C4-FF44-4F61-B8D1-1359FD7123F3}" presName="level3hierChild" presStyleCnt="0"/>
      <dgm:spPr/>
    </dgm:pt>
    <dgm:pt modelId="{BB348B24-54A5-45EE-93D0-F3D229169F89}" type="pres">
      <dgm:prSet presAssocID="{7DE8A5C6-2423-4655-932D-9E24CD0CE093}" presName="root1" presStyleCnt="0"/>
      <dgm:spPr/>
    </dgm:pt>
    <dgm:pt modelId="{22D4B080-DB24-4731-B20A-C335321278FB}" type="pres">
      <dgm:prSet presAssocID="{7DE8A5C6-2423-4655-932D-9E24CD0CE093}" presName="LevelOneTextNode" presStyleLbl="node0" presStyleIdx="1" presStyleCnt="4">
        <dgm:presLayoutVars>
          <dgm:chPref val="3"/>
        </dgm:presLayoutVars>
      </dgm:prSet>
      <dgm:spPr/>
    </dgm:pt>
    <dgm:pt modelId="{29D79C08-A23E-49FF-AE9D-20A619795A2B}" type="pres">
      <dgm:prSet presAssocID="{7DE8A5C6-2423-4655-932D-9E24CD0CE093}" presName="level2hierChild" presStyleCnt="0"/>
      <dgm:spPr/>
    </dgm:pt>
    <dgm:pt modelId="{50750110-143C-4367-B94E-23AE32754FD9}" type="pres">
      <dgm:prSet presAssocID="{E54C834B-F892-4AE4-82C0-0EF30F2C2BE8}" presName="conn2-1" presStyleLbl="parChTrans1D2" presStyleIdx="3" presStyleCnt="7"/>
      <dgm:spPr/>
    </dgm:pt>
    <dgm:pt modelId="{51092EC2-324B-4DE5-AB10-ED6DC64DD1ED}" type="pres">
      <dgm:prSet presAssocID="{E54C834B-F892-4AE4-82C0-0EF30F2C2BE8}" presName="connTx" presStyleLbl="parChTrans1D2" presStyleIdx="3" presStyleCnt="7"/>
      <dgm:spPr/>
    </dgm:pt>
    <dgm:pt modelId="{F66CDD8F-1B64-44E8-AA46-0685B3C11E22}" type="pres">
      <dgm:prSet presAssocID="{8D6F4EBF-664F-4825-A6B8-84728422EB3D}" presName="root2" presStyleCnt="0"/>
      <dgm:spPr/>
    </dgm:pt>
    <dgm:pt modelId="{5D17CB8A-A9E6-4E3E-8680-1EE3C8FF97C0}" type="pres">
      <dgm:prSet presAssocID="{8D6F4EBF-664F-4825-A6B8-84728422EB3D}" presName="LevelTwoTextNode" presStyleLbl="node2" presStyleIdx="3" presStyleCnt="7">
        <dgm:presLayoutVars>
          <dgm:chPref val="3"/>
        </dgm:presLayoutVars>
      </dgm:prSet>
      <dgm:spPr/>
    </dgm:pt>
    <dgm:pt modelId="{4085B15A-1354-4A2F-A901-BFC8EE6785E7}" type="pres">
      <dgm:prSet presAssocID="{8D6F4EBF-664F-4825-A6B8-84728422EB3D}" presName="level3hierChild" presStyleCnt="0"/>
      <dgm:spPr/>
    </dgm:pt>
    <dgm:pt modelId="{AEFFCC28-6B4A-4751-A446-8BAA36638453}" type="pres">
      <dgm:prSet presAssocID="{BA43AAEE-5420-4FC1-A630-6DAC716A93AF}" presName="conn2-1" presStyleLbl="parChTrans1D2" presStyleIdx="4" presStyleCnt="7"/>
      <dgm:spPr/>
    </dgm:pt>
    <dgm:pt modelId="{D19D2D6B-8BA0-4ED4-B129-BD4D8BED74E2}" type="pres">
      <dgm:prSet presAssocID="{BA43AAEE-5420-4FC1-A630-6DAC716A93AF}" presName="connTx" presStyleLbl="parChTrans1D2" presStyleIdx="4" presStyleCnt="7"/>
      <dgm:spPr/>
    </dgm:pt>
    <dgm:pt modelId="{60FBE4CF-A9A2-464F-8C1A-926A21654F0C}" type="pres">
      <dgm:prSet presAssocID="{37FAB76F-1F04-4CF3-AC56-669F4030916C}" presName="root2" presStyleCnt="0"/>
      <dgm:spPr/>
    </dgm:pt>
    <dgm:pt modelId="{9B9AAD4B-8237-44A6-9114-AB61F4BF4F52}" type="pres">
      <dgm:prSet presAssocID="{37FAB76F-1F04-4CF3-AC56-669F4030916C}" presName="LevelTwoTextNode" presStyleLbl="node2" presStyleIdx="4" presStyleCnt="7">
        <dgm:presLayoutVars>
          <dgm:chPref val="3"/>
        </dgm:presLayoutVars>
      </dgm:prSet>
      <dgm:spPr/>
    </dgm:pt>
    <dgm:pt modelId="{FAA48331-332B-4B8B-99B1-650D8135D5FE}" type="pres">
      <dgm:prSet presAssocID="{37FAB76F-1F04-4CF3-AC56-669F4030916C}" presName="level3hierChild" presStyleCnt="0"/>
      <dgm:spPr/>
    </dgm:pt>
    <dgm:pt modelId="{61050370-5BB8-40FF-81A3-E1F9847427F9}" type="pres">
      <dgm:prSet presAssocID="{A3E48FF1-94E7-47A6-AF8D-940EF84C55A4}" presName="root1" presStyleCnt="0"/>
      <dgm:spPr/>
    </dgm:pt>
    <dgm:pt modelId="{7F987AB4-A810-4EDE-99AB-E6D8F3EFE7E3}" type="pres">
      <dgm:prSet presAssocID="{A3E48FF1-94E7-47A6-AF8D-940EF84C55A4}" presName="LevelOneTextNode" presStyleLbl="node0" presStyleIdx="2" presStyleCnt="4">
        <dgm:presLayoutVars>
          <dgm:chPref val="3"/>
        </dgm:presLayoutVars>
      </dgm:prSet>
      <dgm:spPr/>
    </dgm:pt>
    <dgm:pt modelId="{9E2D8DB9-9E00-4D73-8839-013E6EC7457E}" type="pres">
      <dgm:prSet presAssocID="{A3E48FF1-94E7-47A6-AF8D-940EF84C55A4}" presName="level2hierChild" presStyleCnt="0"/>
      <dgm:spPr/>
    </dgm:pt>
    <dgm:pt modelId="{21F69A33-6E95-49E8-8F87-E24103A2BBF9}" type="pres">
      <dgm:prSet presAssocID="{9803B952-6796-4A30-A3C0-F429F40775B7}" presName="root1" presStyleCnt="0"/>
      <dgm:spPr/>
    </dgm:pt>
    <dgm:pt modelId="{3CAE8474-4FCF-43EA-A8C1-22B6A9D669A7}" type="pres">
      <dgm:prSet presAssocID="{9803B952-6796-4A30-A3C0-F429F40775B7}" presName="LevelOneTextNode" presStyleLbl="node0" presStyleIdx="3" presStyleCnt="4">
        <dgm:presLayoutVars>
          <dgm:chPref val="3"/>
        </dgm:presLayoutVars>
      </dgm:prSet>
      <dgm:spPr/>
    </dgm:pt>
    <dgm:pt modelId="{FC0690DC-9E31-43EB-BA58-DE8B230E86E8}" type="pres">
      <dgm:prSet presAssocID="{9803B952-6796-4A30-A3C0-F429F40775B7}" presName="level2hierChild" presStyleCnt="0"/>
      <dgm:spPr/>
    </dgm:pt>
    <dgm:pt modelId="{8330FC2D-DBA3-4080-BD5E-C622602B11F1}" type="pres">
      <dgm:prSet presAssocID="{3B00CC18-8189-48BF-9E2F-4608A361BCBB}" presName="conn2-1" presStyleLbl="parChTrans1D2" presStyleIdx="5" presStyleCnt="7"/>
      <dgm:spPr/>
    </dgm:pt>
    <dgm:pt modelId="{54538921-4F06-4E91-8F42-F603DB390A07}" type="pres">
      <dgm:prSet presAssocID="{3B00CC18-8189-48BF-9E2F-4608A361BCBB}" presName="connTx" presStyleLbl="parChTrans1D2" presStyleIdx="5" presStyleCnt="7"/>
      <dgm:spPr/>
    </dgm:pt>
    <dgm:pt modelId="{E1B8B302-575B-4EBE-B2CB-7404F65AB4C6}" type="pres">
      <dgm:prSet presAssocID="{338BCA03-6FF9-42A5-A881-74A511059165}" presName="root2" presStyleCnt="0"/>
      <dgm:spPr/>
    </dgm:pt>
    <dgm:pt modelId="{30E57E28-BE34-4BAF-AD11-3A7CE05B9786}" type="pres">
      <dgm:prSet presAssocID="{338BCA03-6FF9-42A5-A881-74A511059165}" presName="LevelTwoTextNode" presStyleLbl="node2" presStyleIdx="5" presStyleCnt="7">
        <dgm:presLayoutVars>
          <dgm:chPref val="3"/>
        </dgm:presLayoutVars>
      </dgm:prSet>
      <dgm:spPr/>
    </dgm:pt>
    <dgm:pt modelId="{54770062-0542-49CD-9529-005B3843A009}" type="pres">
      <dgm:prSet presAssocID="{338BCA03-6FF9-42A5-A881-74A511059165}" presName="level3hierChild" presStyleCnt="0"/>
      <dgm:spPr/>
    </dgm:pt>
    <dgm:pt modelId="{39E4E2A7-DC2A-4366-A62C-FDB58BDFF927}" type="pres">
      <dgm:prSet presAssocID="{B3AEA969-D902-42E3-9E6B-B734331E9AB8}" presName="conn2-1" presStyleLbl="parChTrans1D2" presStyleIdx="6" presStyleCnt="7"/>
      <dgm:spPr/>
    </dgm:pt>
    <dgm:pt modelId="{12293575-5C11-4992-BEC3-849DB727FB09}" type="pres">
      <dgm:prSet presAssocID="{B3AEA969-D902-42E3-9E6B-B734331E9AB8}" presName="connTx" presStyleLbl="parChTrans1D2" presStyleIdx="6" presStyleCnt="7"/>
      <dgm:spPr/>
    </dgm:pt>
    <dgm:pt modelId="{1FF0EC51-F9F8-4FF7-AB3D-86C3D699CAD9}" type="pres">
      <dgm:prSet presAssocID="{564C52A4-C5CE-4077-93F7-FFB8D414663B}" presName="root2" presStyleCnt="0"/>
      <dgm:spPr/>
    </dgm:pt>
    <dgm:pt modelId="{BAAF9530-B961-4E1E-9332-01705651C89A}" type="pres">
      <dgm:prSet presAssocID="{564C52A4-C5CE-4077-93F7-FFB8D414663B}" presName="LevelTwoTextNode" presStyleLbl="node2" presStyleIdx="6" presStyleCnt="7">
        <dgm:presLayoutVars>
          <dgm:chPref val="3"/>
        </dgm:presLayoutVars>
      </dgm:prSet>
      <dgm:spPr/>
    </dgm:pt>
    <dgm:pt modelId="{65CB48AE-9F16-483B-9D4C-9CC1EC9F68F3}" type="pres">
      <dgm:prSet presAssocID="{564C52A4-C5CE-4077-93F7-FFB8D414663B}" presName="level3hierChild" presStyleCnt="0"/>
      <dgm:spPr/>
    </dgm:pt>
  </dgm:ptLst>
  <dgm:cxnLst>
    <dgm:cxn modelId="{6D579301-A1F5-4EF8-AF7C-3CDE848D8DD1}" type="presOf" srcId="{FBF47274-5164-48DC-8BDB-34EB1079E98E}" destId="{A1B44D18-3ED6-4001-91ED-87BD59020BF0}" srcOrd="0" destOrd="0" presId="urn:microsoft.com/office/officeart/2008/layout/HorizontalMultiLevelHierarchy"/>
    <dgm:cxn modelId="{84148409-32C8-4D68-B2C1-3CB6CD5FC6CC}" type="presOf" srcId="{89EA36F0-986D-4080-888D-B219A99A1F3B}" destId="{AAC6D49D-B1B9-4792-9925-348405F045B8}" srcOrd="0" destOrd="0" presId="urn:microsoft.com/office/officeart/2008/layout/HorizontalMultiLevelHierarchy"/>
    <dgm:cxn modelId="{D77E2210-98AB-4EE6-9B52-9A0448FD1596}" type="presOf" srcId="{BA43AAEE-5420-4FC1-A630-6DAC716A93AF}" destId="{AEFFCC28-6B4A-4751-A446-8BAA36638453}" srcOrd="0" destOrd="0" presId="urn:microsoft.com/office/officeart/2008/layout/HorizontalMultiLevelHierarchy"/>
    <dgm:cxn modelId="{3A0A9814-A570-4025-BCD1-FADFECB21F52}" srcId="{5C11B284-4F9C-4DAE-BA7E-260F9E4FCE77}" destId="{7DDB554B-8C71-439B-ADEC-CFE5FA6BD961}" srcOrd="0" destOrd="0" parTransId="{05D459BE-11AC-4053-B21A-F39A37CD3282}" sibTransId="{F39CA86F-F86E-431B-ACEE-98A29835574B}"/>
    <dgm:cxn modelId="{25BC1417-9507-4F3D-8C88-63967608B56D}" type="presOf" srcId="{B3AEA969-D902-42E3-9E6B-B734331E9AB8}" destId="{39E4E2A7-DC2A-4366-A62C-FDB58BDFF927}" srcOrd="0" destOrd="0" presId="urn:microsoft.com/office/officeart/2008/layout/HorizontalMultiLevelHierarchy"/>
    <dgm:cxn modelId="{31401F19-AD27-49A4-BF27-C38A2AE4D9FB}" type="presOf" srcId="{7DDB554B-8C71-439B-ADEC-CFE5FA6BD961}" destId="{FCE4A654-8F9B-4376-878C-CD125ACAC707}" srcOrd="0" destOrd="0" presId="urn:microsoft.com/office/officeart/2008/layout/HorizontalMultiLevelHierarchy"/>
    <dgm:cxn modelId="{FA55541A-1EE6-4B5B-9367-448F69837DCA}" type="presOf" srcId="{E54C834B-F892-4AE4-82C0-0EF30F2C2BE8}" destId="{50750110-143C-4367-B94E-23AE32754FD9}" srcOrd="0" destOrd="0" presId="urn:microsoft.com/office/officeart/2008/layout/HorizontalMultiLevelHierarchy"/>
    <dgm:cxn modelId="{FA709526-9A92-4BFE-9F0E-DD012271BE28}" type="presOf" srcId="{338BCA03-6FF9-42A5-A881-74A511059165}" destId="{30E57E28-BE34-4BAF-AD11-3A7CE05B9786}" srcOrd="0" destOrd="0" presId="urn:microsoft.com/office/officeart/2008/layout/HorizontalMultiLevelHierarchy"/>
    <dgm:cxn modelId="{B27AAB3E-A22B-4B23-8B02-6513A6C8D332}" type="presOf" srcId="{7DE8A5C6-2423-4655-932D-9E24CD0CE093}" destId="{22D4B080-DB24-4731-B20A-C335321278FB}" srcOrd="0" destOrd="0" presId="urn:microsoft.com/office/officeart/2008/layout/HorizontalMultiLevelHierarchy"/>
    <dgm:cxn modelId="{5A365143-6983-4059-A54B-CF8572556D59}" type="presOf" srcId="{EDA53BFF-37E6-4A61-ADF0-8C30974A2E17}" destId="{A8F544CA-D09B-4933-8F91-F698388DA6B1}" srcOrd="1" destOrd="0" presId="urn:microsoft.com/office/officeart/2008/layout/HorizontalMultiLevelHierarchy"/>
    <dgm:cxn modelId="{53DC8C45-53F1-4AA1-B7E8-0E22BF83F133}" srcId="{7DDB554B-8C71-439B-ADEC-CFE5FA6BD961}" destId="{4ACB2ECE-49FB-4CEA-9851-98B342939A33}" srcOrd="1" destOrd="0" parTransId="{5D8C98C0-DEFF-470D-B14B-DD3066E3544E}" sibTransId="{8ECFE21E-7C01-4D14-8841-530E759B9A32}"/>
    <dgm:cxn modelId="{4D7DC946-6B09-45BA-893E-D51AE7FD8B03}" type="presOf" srcId="{564C52A4-C5CE-4077-93F7-FFB8D414663B}" destId="{BAAF9530-B961-4E1E-9332-01705651C89A}" srcOrd="0" destOrd="0" presId="urn:microsoft.com/office/officeart/2008/layout/HorizontalMultiLevelHierarchy"/>
    <dgm:cxn modelId="{D6871D47-5027-45EE-8E79-99A174586235}" type="presOf" srcId="{5C11B284-4F9C-4DAE-BA7E-260F9E4FCE77}" destId="{AAF7D887-602F-4C67-B1C8-17CD96127347}" srcOrd="0" destOrd="0" presId="urn:microsoft.com/office/officeart/2008/layout/HorizontalMultiLevelHierarchy"/>
    <dgm:cxn modelId="{1F744A53-11CA-4222-AD6C-15D26AA0C6C4}" type="presOf" srcId="{E5FE82C4-FF44-4F61-B8D1-1359FD7123F3}" destId="{11778168-E639-4898-901F-0748DFD37F72}" srcOrd="0" destOrd="0" presId="urn:microsoft.com/office/officeart/2008/layout/HorizontalMultiLevelHierarchy"/>
    <dgm:cxn modelId="{23BACC75-80BD-49D1-841A-69E3BF797ED6}" srcId="{7DE8A5C6-2423-4655-932D-9E24CD0CE093}" destId="{37FAB76F-1F04-4CF3-AC56-669F4030916C}" srcOrd="1" destOrd="0" parTransId="{BA43AAEE-5420-4FC1-A630-6DAC716A93AF}" sibTransId="{46CD5CC2-5844-4CFD-8518-9F99CCBEF1DC}"/>
    <dgm:cxn modelId="{FE785678-CF35-497A-83A8-AC8F035338EA}" type="presOf" srcId="{8D6F4EBF-664F-4825-A6B8-84728422EB3D}" destId="{5D17CB8A-A9E6-4E3E-8680-1EE3C8FF97C0}" srcOrd="0" destOrd="0" presId="urn:microsoft.com/office/officeart/2008/layout/HorizontalMultiLevelHierarchy"/>
    <dgm:cxn modelId="{A042C385-B493-4392-BE62-A807F78C7F9B}" srcId="{5C11B284-4F9C-4DAE-BA7E-260F9E4FCE77}" destId="{7DE8A5C6-2423-4655-932D-9E24CD0CE093}" srcOrd="1" destOrd="0" parTransId="{D87CDDF2-44C9-4AE3-89DE-7AE1319CAE6C}" sibTransId="{3D8C891D-9F15-4B79-8D90-D42FCACC7F90}"/>
    <dgm:cxn modelId="{50ABF292-C076-4F38-8FFC-E97E698A97C7}" type="presOf" srcId="{A3E48FF1-94E7-47A6-AF8D-940EF84C55A4}" destId="{7F987AB4-A810-4EDE-99AB-E6D8F3EFE7E3}" srcOrd="0" destOrd="0" presId="urn:microsoft.com/office/officeart/2008/layout/HorizontalMultiLevelHierarchy"/>
    <dgm:cxn modelId="{290D4796-D1FA-4E4A-BDE2-8EF19B0F5150}" srcId="{7DDB554B-8C71-439B-ADEC-CFE5FA6BD961}" destId="{E5FE82C4-FF44-4F61-B8D1-1359FD7123F3}" srcOrd="2" destOrd="0" parTransId="{89EA36F0-986D-4080-888D-B219A99A1F3B}" sibTransId="{C9EA71D4-F88E-41BA-BBFC-1AF1E196C857}"/>
    <dgm:cxn modelId="{C89EA298-9CB7-4302-BC6B-847BCCA4B6EF}" srcId="{9803B952-6796-4A30-A3C0-F429F40775B7}" destId="{564C52A4-C5CE-4077-93F7-FFB8D414663B}" srcOrd="1" destOrd="0" parTransId="{B3AEA969-D902-42E3-9E6B-B734331E9AB8}" sibTransId="{891FAAD8-3E1F-4A18-ADB5-204986507BB0}"/>
    <dgm:cxn modelId="{51AEA999-D63E-4F2B-9846-1989DD02673E}" srcId="{5C11B284-4F9C-4DAE-BA7E-260F9E4FCE77}" destId="{A3E48FF1-94E7-47A6-AF8D-940EF84C55A4}" srcOrd="2" destOrd="0" parTransId="{C6E99506-0EF9-4463-9057-1BD2B08E696C}" sibTransId="{E48C5EFA-5445-477D-9439-3D294CC982A6}"/>
    <dgm:cxn modelId="{4EBA31B1-EC47-4EF9-84DD-1EC67163D4D7}" type="presOf" srcId="{5D8C98C0-DEFF-470D-B14B-DD3066E3544E}" destId="{94E7D4BA-2949-4C2D-B195-331F0AB5EE26}" srcOrd="0" destOrd="0" presId="urn:microsoft.com/office/officeart/2008/layout/HorizontalMultiLevelHierarchy"/>
    <dgm:cxn modelId="{57D6A1B4-9094-453B-817E-172420B72A0A}" type="presOf" srcId="{89EA36F0-986D-4080-888D-B219A99A1F3B}" destId="{369A6D98-2994-4B83-A9FD-1903BD50E5CA}" srcOrd="1" destOrd="0" presId="urn:microsoft.com/office/officeart/2008/layout/HorizontalMultiLevelHierarchy"/>
    <dgm:cxn modelId="{A23D48C1-0208-4E14-8F48-C19333E1298E}" srcId="{9803B952-6796-4A30-A3C0-F429F40775B7}" destId="{338BCA03-6FF9-42A5-A881-74A511059165}" srcOrd="0" destOrd="0" parTransId="{3B00CC18-8189-48BF-9E2F-4608A361BCBB}" sibTransId="{B99102AC-AC35-4198-9A10-6CC145E5A605}"/>
    <dgm:cxn modelId="{E7AADAD0-2E07-4895-9AEA-05B18E22183C}" type="presOf" srcId="{B3AEA969-D902-42E3-9E6B-B734331E9AB8}" destId="{12293575-5C11-4992-BEC3-849DB727FB09}" srcOrd="1" destOrd="0" presId="urn:microsoft.com/office/officeart/2008/layout/HorizontalMultiLevelHierarchy"/>
    <dgm:cxn modelId="{0ED240D8-D54C-477A-B7B3-77EBF68F9947}" type="presOf" srcId="{3B00CC18-8189-48BF-9E2F-4608A361BCBB}" destId="{54538921-4F06-4E91-8F42-F603DB390A07}" srcOrd="1" destOrd="0" presId="urn:microsoft.com/office/officeart/2008/layout/HorizontalMultiLevelHierarchy"/>
    <dgm:cxn modelId="{746C13D9-4C77-4608-B6BA-8BF418ACBF2A}" srcId="{7DE8A5C6-2423-4655-932D-9E24CD0CE093}" destId="{8D6F4EBF-664F-4825-A6B8-84728422EB3D}" srcOrd="0" destOrd="0" parTransId="{E54C834B-F892-4AE4-82C0-0EF30F2C2BE8}" sibTransId="{38B1384B-4A7E-409C-AD96-EE6CDBB6BD12}"/>
    <dgm:cxn modelId="{F51395DB-52D3-45CF-8FF6-91F718D8268B}" srcId="{5C11B284-4F9C-4DAE-BA7E-260F9E4FCE77}" destId="{9803B952-6796-4A30-A3C0-F429F40775B7}" srcOrd="3" destOrd="0" parTransId="{C113A374-2A32-4540-8CDB-A1E2EF4069C3}" sibTransId="{FAE25D13-134D-4408-87F7-708ACDC01BE1}"/>
    <dgm:cxn modelId="{4B1DABE2-4281-4155-83AF-5ED3ED68275F}" type="presOf" srcId="{EDA53BFF-37E6-4A61-ADF0-8C30974A2E17}" destId="{AFBE2FB5-16D8-4AF2-90A4-D873A6A6B725}" srcOrd="0" destOrd="0" presId="urn:microsoft.com/office/officeart/2008/layout/HorizontalMultiLevelHierarchy"/>
    <dgm:cxn modelId="{8E427EE5-E380-45B6-88D2-AFEEDAED2B1C}" type="presOf" srcId="{37FAB76F-1F04-4CF3-AC56-669F4030916C}" destId="{9B9AAD4B-8237-44A6-9114-AB61F4BF4F52}" srcOrd="0" destOrd="0" presId="urn:microsoft.com/office/officeart/2008/layout/HorizontalMultiLevelHierarchy"/>
    <dgm:cxn modelId="{53FEDCE8-35AD-430A-9AA4-43E6AEFADDBC}" type="presOf" srcId="{E54C834B-F892-4AE4-82C0-0EF30F2C2BE8}" destId="{51092EC2-324B-4DE5-AB10-ED6DC64DD1ED}" srcOrd="1" destOrd="0" presId="urn:microsoft.com/office/officeart/2008/layout/HorizontalMultiLevelHierarchy"/>
    <dgm:cxn modelId="{27C667ED-43D0-4BE6-8FC4-D6A56293DFD9}" type="presOf" srcId="{3B00CC18-8189-48BF-9E2F-4608A361BCBB}" destId="{8330FC2D-DBA3-4080-BD5E-C622602B11F1}" srcOrd="0" destOrd="0" presId="urn:microsoft.com/office/officeart/2008/layout/HorizontalMultiLevelHierarchy"/>
    <dgm:cxn modelId="{967404F2-80F6-4D34-90E2-B52A751DC233}" type="presOf" srcId="{BA43AAEE-5420-4FC1-A630-6DAC716A93AF}" destId="{D19D2D6B-8BA0-4ED4-B129-BD4D8BED74E2}" srcOrd="1" destOrd="0" presId="urn:microsoft.com/office/officeart/2008/layout/HorizontalMultiLevelHierarchy"/>
    <dgm:cxn modelId="{458964F2-34DA-400C-A4AC-7723C409A5DC}" type="presOf" srcId="{5D8C98C0-DEFF-470D-B14B-DD3066E3544E}" destId="{82E018AF-E7EB-4744-9A5A-A25DB48D048A}" srcOrd="1" destOrd="0" presId="urn:microsoft.com/office/officeart/2008/layout/HorizontalMultiLevelHierarchy"/>
    <dgm:cxn modelId="{B28234F7-5DC1-41CD-9414-C349959812C8}" type="presOf" srcId="{9803B952-6796-4A30-A3C0-F429F40775B7}" destId="{3CAE8474-4FCF-43EA-A8C1-22B6A9D669A7}" srcOrd="0" destOrd="0" presId="urn:microsoft.com/office/officeart/2008/layout/HorizontalMultiLevelHierarchy"/>
    <dgm:cxn modelId="{DB8FA7F7-3D90-42EC-94FC-2668CAD59274}" type="presOf" srcId="{4ACB2ECE-49FB-4CEA-9851-98B342939A33}" destId="{DB59D464-B86D-4EAF-9D87-B43FD820191C}" srcOrd="0" destOrd="0" presId="urn:microsoft.com/office/officeart/2008/layout/HorizontalMultiLevelHierarchy"/>
    <dgm:cxn modelId="{AA7B78F8-CB84-4649-91E1-5AED0E7B757B}" srcId="{7DDB554B-8C71-439B-ADEC-CFE5FA6BD961}" destId="{FBF47274-5164-48DC-8BDB-34EB1079E98E}" srcOrd="0" destOrd="0" parTransId="{EDA53BFF-37E6-4A61-ADF0-8C30974A2E17}" sibTransId="{3F8F1398-214F-42B2-A965-615416A1BA5B}"/>
    <dgm:cxn modelId="{5B2D8B9C-3F1D-49D3-9397-03CA487842E7}" type="presParOf" srcId="{AAF7D887-602F-4C67-B1C8-17CD96127347}" destId="{48B88852-E9C8-4FC5-B2A0-D8EF4E52A80C}" srcOrd="0" destOrd="0" presId="urn:microsoft.com/office/officeart/2008/layout/HorizontalMultiLevelHierarchy"/>
    <dgm:cxn modelId="{830F51BF-9747-404F-B3E5-E836D69DF08D}" type="presParOf" srcId="{48B88852-E9C8-4FC5-B2A0-D8EF4E52A80C}" destId="{FCE4A654-8F9B-4376-878C-CD125ACAC707}" srcOrd="0" destOrd="0" presId="urn:microsoft.com/office/officeart/2008/layout/HorizontalMultiLevelHierarchy"/>
    <dgm:cxn modelId="{224D6D7F-DFBD-4664-939A-D3649ABC95D3}" type="presParOf" srcId="{48B88852-E9C8-4FC5-B2A0-D8EF4E52A80C}" destId="{E279F4F3-14DC-4567-BE80-346B6F85A170}" srcOrd="1" destOrd="0" presId="urn:microsoft.com/office/officeart/2008/layout/HorizontalMultiLevelHierarchy"/>
    <dgm:cxn modelId="{09BB37FC-CF96-44D3-A60E-E6DF71F67838}" type="presParOf" srcId="{E279F4F3-14DC-4567-BE80-346B6F85A170}" destId="{AFBE2FB5-16D8-4AF2-90A4-D873A6A6B725}" srcOrd="0" destOrd="0" presId="urn:microsoft.com/office/officeart/2008/layout/HorizontalMultiLevelHierarchy"/>
    <dgm:cxn modelId="{DD07E488-74D1-4558-A751-DBB1284A9990}" type="presParOf" srcId="{AFBE2FB5-16D8-4AF2-90A4-D873A6A6B725}" destId="{A8F544CA-D09B-4933-8F91-F698388DA6B1}" srcOrd="0" destOrd="0" presId="urn:microsoft.com/office/officeart/2008/layout/HorizontalMultiLevelHierarchy"/>
    <dgm:cxn modelId="{84580487-C094-4FBE-BB75-C16A7D711CD7}" type="presParOf" srcId="{E279F4F3-14DC-4567-BE80-346B6F85A170}" destId="{478CE895-3EFA-4481-B766-4DB3AC39B8FA}" srcOrd="1" destOrd="0" presId="urn:microsoft.com/office/officeart/2008/layout/HorizontalMultiLevelHierarchy"/>
    <dgm:cxn modelId="{399110C0-3604-4084-BD1F-061C570442E1}" type="presParOf" srcId="{478CE895-3EFA-4481-B766-4DB3AC39B8FA}" destId="{A1B44D18-3ED6-4001-91ED-87BD59020BF0}" srcOrd="0" destOrd="0" presId="urn:microsoft.com/office/officeart/2008/layout/HorizontalMultiLevelHierarchy"/>
    <dgm:cxn modelId="{47667DFA-69A5-4465-81AB-9F804EE73F1C}" type="presParOf" srcId="{478CE895-3EFA-4481-B766-4DB3AC39B8FA}" destId="{256A7AEE-F352-49ED-B4C2-31E628D3D9BE}" srcOrd="1" destOrd="0" presId="urn:microsoft.com/office/officeart/2008/layout/HorizontalMultiLevelHierarchy"/>
    <dgm:cxn modelId="{8DEEAF45-0A55-4872-8E4E-5D9EA3E060D4}" type="presParOf" srcId="{E279F4F3-14DC-4567-BE80-346B6F85A170}" destId="{94E7D4BA-2949-4C2D-B195-331F0AB5EE26}" srcOrd="2" destOrd="0" presId="urn:microsoft.com/office/officeart/2008/layout/HorizontalMultiLevelHierarchy"/>
    <dgm:cxn modelId="{312E4559-FB44-49F2-AF4E-D279928E71B0}" type="presParOf" srcId="{94E7D4BA-2949-4C2D-B195-331F0AB5EE26}" destId="{82E018AF-E7EB-4744-9A5A-A25DB48D048A}" srcOrd="0" destOrd="0" presId="urn:microsoft.com/office/officeart/2008/layout/HorizontalMultiLevelHierarchy"/>
    <dgm:cxn modelId="{6912E72D-1D73-46F2-8979-839C9A737683}" type="presParOf" srcId="{E279F4F3-14DC-4567-BE80-346B6F85A170}" destId="{E8707748-AAFD-43AD-ACB0-B2C532D83BEB}" srcOrd="3" destOrd="0" presId="urn:microsoft.com/office/officeart/2008/layout/HorizontalMultiLevelHierarchy"/>
    <dgm:cxn modelId="{7CF4C7FA-63E2-4E7B-978D-6B59AF2C2383}" type="presParOf" srcId="{E8707748-AAFD-43AD-ACB0-B2C532D83BEB}" destId="{DB59D464-B86D-4EAF-9D87-B43FD820191C}" srcOrd="0" destOrd="0" presId="urn:microsoft.com/office/officeart/2008/layout/HorizontalMultiLevelHierarchy"/>
    <dgm:cxn modelId="{7722C739-05AE-4B1C-B94F-4691FD82D432}" type="presParOf" srcId="{E8707748-AAFD-43AD-ACB0-B2C532D83BEB}" destId="{47125D8F-7E47-4BFD-9555-F021C9E923F0}" srcOrd="1" destOrd="0" presId="urn:microsoft.com/office/officeart/2008/layout/HorizontalMultiLevelHierarchy"/>
    <dgm:cxn modelId="{87C145DD-4CE2-4C78-AC29-CA3E694EBC6B}" type="presParOf" srcId="{E279F4F3-14DC-4567-BE80-346B6F85A170}" destId="{AAC6D49D-B1B9-4792-9925-348405F045B8}" srcOrd="4" destOrd="0" presId="urn:microsoft.com/office/officeart/2008/layout/HorizontalMultiLevelHierarchy"/>
    <dgm:cxn modelId="{E62DC2CD-A15C-42B5-AD35-182BCF8E8BC7}" type="presParOf" srcId="{AAC6D49D-B1B9-4792-9925-348405F045B8}" destId="{369A6D98-2994-4B83-A9FD-1903BD50E5CA}" srcOrd="0" destOrd="0" presId="urn:microsoft.com/office/officeart/2008/layout/HorizontalMultiLevelHierarchy"/>
    <dgm:cxn modelId="{C6F0F7F1-6181-4CA0-8A57-0CCA9A21C936}" type="presParOf" srcId="{E279F4F3-14DC-4567-BE80-346B6F85A170}" destId="{9D93F9B0-3CF4-40CA-818B-8D1F94276EFE}" srcOrd="5" destOrd="0" presId="urn:microsoft.com/office/officeart/2008/layout/HorizontalMultiLevelHierarchy"/>
    <dgm:cxn modelId="{F40717EF-B673-490C-A4FD-A2C92C6F5DFC}" type="presParOf" srcId="{9D93F9B0-3CF4-40CA-818B-8D1F94276EFE}" destId="{11778168-E639-4898-901F-0748DFD37F72}" srcOrd="0" destOrd="0" presId="urn:microsoft.com/office/officeart/2008/layout/HorizontalMultiLevelHierarchy"/>
    <dgm:cxn modelId="{6CBF264B-53A2-4F34-A887-C7ED92E88558}" type="presParOf" srcId="{9D93F9B0-3CF4-40CA-818B-8D1F94276EFE}" destId="{D423547D-4346-42A3-83BA-F63D6B71000B}" srcOrd="1" destOrd="0" presId="urn:microsoft.com/office/officeart/2008/layout/HorizontalMultiLevelHierarchy"/>
    <dgm:cxn modelId="{941D8CB8-DB0D-4FDB-B2D3-880E70E917FB}" type="presParOf" srcId="{AAF7D887-602F-4C67-B1C8-17CD96127347}" destId="{BB348B24-54A5-45EE-93D0-F3D229169F89}" srcOrd="1" destOrd="0" presId="urn:microsoft.com/office/officeart/2008/layout/HorizontalMultiLevelHierarchy"/>
    <dgm:cxn modelId="{D4298FB7-D3B7-4447-B314-564FDC8E2F93}" type="presParOf" srcId="{BB348B24-54A5-45EE-93D0-F3D229169F89}" destId="{22D4B080-DB24-4731-B20A-C335321278FB}" srcOrd="0" destOrd="0" presId="urn:microsoft.com/office/officeart/2008/layout/HorizontalMultiLevelHierarchy"/>
    <dgm:cxn modelId="{E1FDFB34-7639-42C5-AE96-ED430808C4BB}" type="presParOf" srcId="{BB348B24-54A5-45EE-93D0-F3D229169F89}" destId="{29D79C08-A23E-49FF-AE9D-20A619795A2B}" srcOrd="1" destOrd="0" presId="urn:microsoft.com/office/officeart/2008/layout/HorizontalMultiLevelHierarchy"/>
    <dgm:cxn modelId="{B36703A7-2B4C-417D-9D27-41D1CEAAD50D}" type="presParOf" srcId="{29D79C08-A23E-49FF-AE9D-20A619795A2B}" destId="{50750110-143C-4367-B94E-23AE32754FD9}" srcOrd="0" destOrd="0" presId="urn:microsoft.com/office/officeart/2008/layout/HorizontalMultiLevelHierarchy"/>
    <dgm:cxn modelId="{6CB572D8-BB53-4079-A890-C98B23EEA01C}" type="presParOf" srcId="{50750110-143C-4367-B94E-23AE32754FD9}" destId="{51092EC2-324B-4DE5-AB10-ED6DC64DD1ED}" srcOrd="0" destOrd="0" presId="urn:microsoft.com/office/officeart/2008/layout/HorizontalMultiLevelHierarchy"/>
    <dgm:cxn modelId="{ABEE7239-49B5-45B8-8BC9-91BA13C7E493}" type="presParOf" srcId="{29D79C08-A23E-49FF-AE9D-20A619795A2B}" destId="{F66CDD8F-1B64-44E8-AA46-0685B3C11E22}" srcOrd="1" destOrd="0" presId="urn:microsoft.com/office/officeart/2008/layout/HorizontalMultiLevelHierarchy"/>
    <dgm:cxn modelId="{A264EEE3-49FD-43A9-8CBD-21E1584BCF54}" type="presParOf" srcId="{F66CDD8F-1B64-44E8-AA46-0685B3C11E22}" destId="{5D17CB8A-A9E6-4E3E-8680-1EE3C8FF97C0}" srcOrd="0" destOrd="0" presId="urn:microsoft.com/office/officeart/2008/layout/HorizontalMultiLevelHierarchy"/>
    <dgm:cxn modelId="{39A464F6-E6C6-44E9-89ED-ACE64095C107}" type="presParOf" srcId="{F66CDD8F-1B64-44E8-AA46-0685B3C11E22}" destId="{4085B15A-1354-4A2F-A901-BFC8EE6785E7}" srcOrd="1" destOrd="0" presId="urn:microsoft.com/office/officeart/2008/layout/HorizontalMultiLevelHierarchy"/>
    <dgm:cxn modelId="{1AE201EC-7440-48D8-8CAB-1858A2411EB4}" type="presParOf" srcId="{29D79C08-A23E-49FF-AE9D-20A619795A2B}" destId="{AEFFCC28-6B4A-4751-A446-8BAA36638453}" srcOrd="2" destOrd="0" presId="urn:microsoft.com/office/officeart/2008/layout/HorizontalMultiLevelHierarchy"/>
    <dgm:cxn modelId="{92703B8D-441C-4FE3-B797-D2E36F8D089D}" type="presParOf" srcId="{AEFFCC28-6B4A-4751-A446-8BAA36638453}" destId="{D19D2D6B-8BA0-4ED4-B129-BD4D8BED74E2}" srcOrd="0" destOrd="0" presId="urn:microsoft.com/office/officeart/2008/layout/HorizontalMultiLevelHierarchy"/>
    <dgm:cxn modelId="{B9528820-CF78-488F-AA85-11C95FF849B5}" type="presParOf" srcId="{29D79C08-A23E-49FF-AE9D-20A619795A2B}" destId="{60FBE4CF-A9A2-464F-8C1A-926A21654F0C}" srcOrd="3" destOrd="0" presId="urn:microsoft.com/office/officeart/2008/layout/HorizontalMultiLevelHierarchy"/>
    <dgm:cxn modelId="{FF8CA9FC-5737-4E5D-BF73-6CC34D62CF99}" type="presParOf" srcId="{60FBE4CF-A9A2-464F-8C1A-926A21654F0C}" destId="{9B9AAD4B-8237-44A6-9114-AB61F4BF4F52}" srcOrd="0" destOrd="0" presId="urn:microsoft.com/office/officeart/2008/layout/HorizontalMultiLevelHierarchy"/>
    <dgm:cxn modelId="{74790C13-C48C-4806-A312-65BE687777B5}" type="presParOf" srcId="{60FBE4CF-A9A2-464F-8C1A-926A21654F0C}" destId="{FAA48331-332B-4B8B-99B1-650D8135D5FE}" srcOrd="1" destOrd="0" presId="urn:microsoft.com/office/officeart/2008/layout/HorizontalMultiLevelHierarchy"/>
    <dgm:cxn modelId="{1007653B-7362-47FD-BDEE-77A47BDC3424}" type="presParOf" srcId="{AAF7D887-602F-4C67-B1C8-17CD96127347}" destId="{61050370-5BB8-40FF-81A3-E1F9847427F9}" srcOrd="2" destOrd="0" presId="urn:microsoft.com/office/officeart/2008/layout/HorizontalMultiLevelHierarchy"/>
    <dgm:cxn modelId="{CEB67796-9E8E-4CBE-B223-6BFD80BF53A1}" type="presParOf" srcId="{61050370-5BB8-40FF-81A3-E1F9847427F9}" destId="{7F987AB4-A810-4EDE-99AB-E6D8F3EFE7E3}" srcOrd="0" destOrd="0" presId="urn:microsoft.com/office/officeart/2008/layout/HorizontalMultiLevelHierarchy"/>
    <dgm:cxn modelId="{9959DA78-CF48-4F16-AAFE-F69CA0992677}" type="presParOf" srcId="{61050370-5BB8-40FF-81A3-E1F9847427F9}" destId="{9E2D8DB9-9E00-4D73-8839-013E6EC7457E}" srcOrd="1" destOrd="0" presId="urn:microsoft.com/office/officeart/2008/layout/HorizontalMultiLevelHierarchy"/>
    <dgm:cxn modelId="{845C35EA-9352-4696-9B2F-01F212464BEC}" type="presParOf" srcId="{AAF7D887-602F-4C67-B1C8-17CD96127347}" destId="{21F69A33-6E95-49E8-8F87-E24103A2BBF9}" srcOrd="3" destOrd="0" presId="urn:microsoft.com/office/officeart/2008/layout/HorizontalMultiLevelHierarchy"/>
    <dgm:cxn modelId="{D278088A-E4CB-4F33-919C-8CA6726160B8}" type="presParOf" srcId="{21F69A33-6E95-49E8-8F87-E24103A2BBF9}" destId="{3CAE8474-4FCF-43EA-A8C1-22B6A9D669A7}" srcOrd="0" destOrd="0" presId="urn:microsoft.com/office/officeart/2008/layout/HorizontalMultiLevelHierarchy"/>
    <dgm:cxn modelId="{53C8780E-60C0-4AE9-A545-D1A3428D8CAF}" type="presParOf" srcId="{21F69A33-6E95-49E8-8F87-E24103A2BBF9}" destId="{FC0690DC-9E31-43EB-BA58-DE8B230E86E8}" srcOrd="1" destOrd="0" presId="urn:microsoft.com/office/officeart/2008/layout/HorizontalMultiLevelHierarchy"/>
    <dgm:cxn modelId="{EE4D5257-ECD5-475A-A2DF-204F8BBA31D1}" type="presParOf" srcId="{FC0690DC-9E31-43EB-BA58-DE8B230E86E8}" destId="{8330FC2D-DBA3-4080-BD5E-C622602B11F1}" srcOrd="0" destOrd="0" presId="urn:microsoft.com/office/officeart/2008/layout/HorizontalMultiLevelHierarchy"/>
    <dgm:cxn modelId="{4FAFB520-5B42-42AD-9706-E48EEC936BC5}" type="presParOf" srcId="{8330FC2D-DBA3-4080-BD5E-C622602B11F1}" destId="{54538921-4F06-4E91-8F42-F603DB390A07}" srcOrd="0" destOrd="0" presId="urn:microsoft.com/office/officeart/2008/layout/HorizontalMultiLevelHierarchy"/>
    <dgm:cxn modelId="{BCEBDD39-AC04-45A9-B114-E6A8DA86C1AC}" type="presParOf" srcId="{FC0690DC-9E31-43EB-BA58-DE8B230E86E8}" destId="{E1B8B302-575B-4EBE-B2CB-7404F65AB4C6}" srcOrd="1" destOrd="0" presId="urn:microsoft.com/office/officeart/2008/layout/HorizontalMultiLevelHierarchy"/>
    <dgm:cxn modelId="{17715CC0-6F3B-4F5E-9FAB-4696F8639A34}" type="presParOf" srcId="{E1B8B302-575B-4EBE-B2CB-7404F65AB4C6}" destId="{30E57E28-BE34-4BAF-AD11-3A7CE05B9786}" srcOrd="0" destOrd="0" presId="urn:microsoft.com/office/officeart/2008/layout/HorizontalMultiLevelHierarchy"/>
    <dgm:cxn modelId="{B68BC424-4E80-436A-9806-3ED8FF4C6730}" type="presParOf" srcId="{E1B8B302-575B-4EBE-B2CB-7404F65AB4C6}" destId="{54770062-0542-49CD-9529-005B3843A009}" srcOrd="1" destOrd="0" presId="urn:microsoft.com/office/officeart/2008/layout/HorizontalMultiLevelHierarchy"/>
    <dgm:cxn modelId="{7149563B-00CF-428A-B766-B01872B1CD2F}" type="presParOf" srcId="{FC0690DC-9E31-43EB-BA58-DE8B230E86E8}" destId="{39E4E2A7-DC2A-4366-A62C-FDB58BDFF927}" srcOrd="2" destOrd="0" presId="urn:microsoft.com/office/officeart/2008/layout/HorizontalMultiLevelHierarchy"/>
    <dgm:cxn modelId="{42EDE52C-C01F-451A-959A-C2BACDE82F26}" type="presParOf" srcId="{39E4E2A7-DC2A-4366-A62C-FDB58BDFF927}" destId="{12293575-5C11-4992-BEC3-849DB727FB09}" srcOrd="0" destOrd="0" presId="urn:microsoft.com/office/officeart/2008/layout/HorizontalMultiLevelHierarchy"/>
    <dgm:cxn modelId="{4CD98DD8-9D5B-4416-9C5B-E545F8F89DE5}" type="presParOf" srcId="{FC0690DC-9E31-43EB-BA58-DE8B230E86E8}" destId="{1FF0EC51-F9F8-4FF7-AB3D-86C3D699CAD9}" srcOrd="3" destOrd="0" presId="urn:microsoft.com/office/officeart/2008/layout/HorizontalMultiLevelHierarchy"/>
    <dgm:cxn modelId="{260FA17A-ECA5-41E7-B2DF-0EB4792B326A}" type="presParOf" srcId="{1FF0EC51-F9F8-4FF7-AB3D-86C3D699CAD9}" destId="{BAAF9530-B961-4E1E-9332-01705651C89A}" srcOrd="0" destOrd="0" presId="urn:microsoft.com/office/officeart/2008/layout/HorizontalMultiLevelHierarchy"/>
    <dgm:cxn modelId="{0F1B7879-5C9B-4CDE-828C-1E565D8624E4}" type="presParOf" srcId="{1FF0EC51-F9F8-4FF7-AB3D-86C3D699CAD9}" destId="{65CB48AE-9F16-483B-9D4C-9CC1EC9F68F3}" srcOrd="1" destOrd="0" presId="urn:microsoft.com/office/officeart/2008/layout/HorizontalMultiLevelHierarchy"/>
  </dgm:cxnLst>
  <dgm:bg>
    <a:solidFill>
      <a:schemeClr val="bg2">
        <a:lumMod val="90000"/>
      </a:schemeClr>
    </a:solidFill>
  </dgm:bg>
  <dgm:whole/>
  <dgm:extLst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2B420-5222-0AAC-BB8F-5FC2D06B1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44A919-608D-18B0-BFD4-A9D84CF45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27625-562A-4842-836B-DCA29A222ECD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31A795-72A8-80EC-FFE1-2E1469244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6E7BBB-9E1A-E95F-D934-43D5E4344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DC522-B26E-4141-954E-736E903DA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871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261132-201A-D330-17B4-B994F9CF3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E779AB-FA81-4442-2306-0D1847BA0F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63EEB-7A99-66D1-5257-929A4F6837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227625-562A-4842-836B-DCA29A222ECD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A6292-8C92-C18E-3BA1-633219FE11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D75C4-6A88-1295-1BE8-EA5E62CF81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FDC522-B26E-4141-954E-736E903DA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642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21B1AA9-3628-0D73-0FC7-DD46E01B93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8864044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2819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16x9minimal.potx" id="{A415893C-EE1F-4BAF-A288-47C0D1D9E29D}" vid="{41F76D42-8520-4C2A-9CBB-88C547746B44}"/>
    </a:ext>
  </a:extLst>
</a:theme>
</file>

<file path=docProps/app.xml><?xml version="1.0" encoding="utf-8"?>
<Properties xmlns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/>
</file>