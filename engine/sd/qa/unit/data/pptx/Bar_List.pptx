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diagrams.loki3.com/Bar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4F3BB1C8-316E-4050-96A1-991F23AA340E}" type="pres">
      <dgm:prSet presAssocID="{5C11B284-4F9C-4DAE-BA7E-260F9E4FCE77}" presName="Name0" presStyleCnt="0">
        <dgm:presLayoutVars>
          <dgm:dir/>
          <dgm:resizeHandles val="exact"/>
        </dgm:presLayoutVars>
      </dgm:prSet>
      <dgm:spPr/>
    </dgm:pt>
    <dgm:pt modelId="{92634385-7366-4D61-948F-0DA0FD4E2B84}" type="pres">
      <dgm:prSet presAssocID="{7DDB554B-8C71-439B-ADEC-CFE5FA6BD961}" presName="Name4" presStyleLbl="node1" presStyleIdx="0" presStyleCnt="4">
        <dgm:presLayoutVars>
          <dgm:bulletEnabled val="1"/>
        </dgm:presLayoutVars>
      </dgm:prSet>
      <dgm:spPr/>
    </dgm:pt>
    <dgm:pt modelId="{39FED7D1-2C03-4821-AE5D-6657B353E8B9}" type="pres">
      <dgm:prSet presAssocID="{7DE8A5C6-2423-4655-932D-9E24CD0CE093}" presName="Name4" presStyleLbl="node1" presStyleIdx="1" presStyleCnt="4">
        <dgm:presLayoutVars>
          <dgm:bulletEnabled val="1"/>
        </dgm:presLayoutVars>
      </dgm:prSet>
      <dgm:spPr/>
    </dgm:pt>
    <dgm:pt modelId="{0B3ABA58-246E-4D13-A49D-F2E85CF3666A}" type="pres">
      <dgm:prSet presAssocID="{A3E48FF1-94E7-47A6-AF8D-940EF84C55A4}" presName="Name4" presStyleLbl="node1" presStyleIdx="2" presStyleCnt="4">
        <dgm:presLayoutVars>
          <dgm:bulletEnabled val="1"/>
        </dgm:presLayoutVars>
      </dgm:prSet>
      <dgm:spPr/>
    </dgm:pt>
    <dgm:pt modelId="{DE10797B-ACB1-4D20-B5E2-4978AFCE8734}" type="pres">
      <dgm:prSet presAssocID="{9803B952-6796-4A30-A3C0-F429F40775B7}" presName="Name4" presStyleLbl="node1" presStyleIdx="3" presStyleCnt="4">
        <dgm:presLayoutVars>
          <dgm:bulletEnabled val="1"/>
        </dgm:presLayoutVars>
      </dgm:prSet>
      <dgm:spPr/>
    </dgm:pt>
  </dgm:ptLst>
  <dgm:cxnLst>
    <dgm:cxn modelId="{BD0A5A00-13E9-4D7D-A650-A1A93BC6F9AF}" type="presOf" srcId="{338BCA03-6FF9-42A5-A881-74A511059165}" destId="{DE10797B-ACB1-4D20-B5E2-4978AFCE8734}" srcOrd="0" destOrd="1" presId="urn:diagrams.loki3.com/BarList"/>
    <dgm:cxn modelId="{74AE6503-033A-49EB-97BA-056439ABC75B}" type="presOf" srcId="{9803B952-6796-4A30-A3C0-F429F40775B7}" destId="{DE10797B-ACB1-4D20-B5E2-4978AFCE8734}" srcOrd="0" destOrd="0" presId="urn:diagrams.loki3.com/BarList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4CB06A19-CB86-4E14-AECB-4E6AD375BE10}" type="presOf" srcId="{37FAB76F-1F04-4CF3-AC56-669F4030916C}" destId="{39FED7D1-2C03-4821-AE5D-6657B353E8B9}" srcOrd="0" destOrd="2" presId="urn:diagrams.loki3.com/BarList"/>
    <dgm:cxn modelId="{560A442A-3863-466E-846A-469F64620191}" type="presOf" srcId="{8D6F4EBF-664F-4825-A6B8-84728422EB3D}" destId="{39FED7D1-2C03-4821-AE5D-6657B353E8B9}" srcOrd="0" destOrd="1" presId="urn:diagrams.loki3.com/BarList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B106E066-C1B4-44F7-BA71-4FEECD034F94}" type="presOf" srcId="{7DDB554B-8C71-439B-ADEC-CFE5FA6BD961}" destId="{92634385-7366-4D61-948F-0DA0FD4E2B84}" srcOrd="0" destOrd="0" presId="urn:diagrams.loki3.com/BarList"/>
    <dgm:cxn modelId="{67A9C74B-1519-4059-967F-BD343EB4461D}" type="presOf" srcId="{564C52A4-C5CE-4077-93F7-FFB8D414663B}" destId="{DE10797B-ACB1-4D20-B5E2-4978AFCE8734}" srcOrd="0" destOrd="2" presId="urn:diagrams.loki3.com/BarList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975DE193-E560-409C-8697-B1A71FD00BE4}" type="presOf" srcId="{5C11B284-4F9C-4DAE-BA7E-260F9E4FCE77}" destId="{4F3BB1C8-316E-4050-96A1-991F23AA340E}" srcOrd="0" destOrd="0" presId="urn:diagrams.loki3.com/BarList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91EB61B4-AB21-4075-BA8A-2DA17D0EE939}" type="presOf" srcId="{4ACB2ECE-49FB-4CEA-9851-98B342939A33}" destId="{92634385-7366-4D61-948F-0DA0FD4E2B84}" srcOrd="0" destOrd="2" presId="urn:diagrams.loki3.com/BarList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0AD506DB-0175-4E82-9541-636DD76FA6B4}" type="presOf" srcId="{E5FE82C4-FF44-4F61-B8D1-1359FD7123F3}" destId="{92634385-7366-4D61-948F-0DA0FD4E2B84}" srcOrd="0" destOrd="3" presId="urn:diagrams.loki3.com/BarList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1BC642DF-14D5-4114-9554-CB5183261DDE}" type="presOf" srcId="{7DE8A5C6-2423-4655-932D-9E24CD0CE093}" destId="{39FED7D1-2C03-4821-AE5D-6657B353E8B9}" srcOrd="0" destOrd="0" presId="urn:diagrams.loki3.com/BarList"/>
    <dgm:cxn modelId="{1AA346E8-F4EC-4F9D-8325-8055AB166753}" type="presOf" srcId="{A3E48FF1-94E7-47A6-AF8D-940EF84C55A4}" destId="{0B3ABA58-246E-4D13-A49D-F2E85CF3666A}" srcOrd="0" destOrd="0" presId="urn:diagrams.loki3.com/BarList"/>
    <dgm:cxn modelId="{6C35C3F3-2E4A-4C23-BA27-DCBCEE93F284}" type="presOf" srcId="{FBF47274-5164-48DC-8BDB-34EB1079E98E}" destId="{92634385-7366-4D61-948F-0DA0FD4E2B84}" srcOrd="0" destOrd="1" presId="urn:diagrams.loki3.com/BarList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6ADE611E-B699-428C-9699-20E60AA431A2}" type="presParOf" srcId="{4F3BB1C8-316E-4050-96A1-991F23AA340E}" destId="{92634385-7366-4D61-948F-0DA0FD4E2B84}" srcOrd="0" destOrd="0" presId="urn:diagrams.loki3.com/BarList"/>
    <dgm:cxn modelId="{ED72BDB2-5357-444C-8A56-6A93F10DDF23}" type="presParOf" srcId="{4F3BB1C8-316E-4050-96A1-991F23AA340E}" destId="{39FED7D1-2C03-4821-AE5D-6657B353E8B9}" srcOrd="1" destOrd="0" presId="urn:diagrams.loki3.com/BarList"/>
    <dgm:cxn modelId="{5D960650-8953-4C26-A81D-F0792112B5CA}" type="presParOf" srcId="{4F3BB1C8-316E-4050-96A1-991F23AA340E}" destId="{0B3ABA58-246E-4D13-A49D-F2E85CF3666A}" srcOrd="2" destOrd="0" presId="urn:diagrams.loki3.com/BarList"/>
    <dgm:cxn modelId="{C68EE94C-3222-4BCD-860F-E9F4493B84EE}" type="presParOf" srcId="{4F3BB1C8-316E-4050-96A1-991F23AA340E}" destId="{DE10797B-ACB1-4D20-B5E2-4978AFCE8734}" srcOrd="3" destOrd="0" presId="urn:diagrams.loki3.com/BarList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34385-7366-4D61-948F-0DA0FD4E2B84}">
      <dsp:nvSpPr>
        <dsp:cNvPr id="0" name=""/>
        <dsp:cNvSpPr/>
      </dsp:nvSpPr>
      <dsp:spPr>
        <a:xfrm>
          <a:off x="0" y="2763667"/>
          <a:ext cx="2032000" cy="2655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109220" rIns="109220" bIns="10922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One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Eleven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Twelve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Thirteen</a:t>
          </a:r>
          <a:endParaRPr lang="en-US" sz="3400" kern="1200" dirty="0"/>
        </a:p>
      </dsp:txBody>
      <dsp:txXfrm>
        <a:off x="0" y="2763667"/>
        <a:ext cx="2032000" cy="2655000"/>
      </dsp:txXfrm>
    </dsp:sp>
    <dsp:sp modelId="{39FED7D1-2C03-4821-AE5D-6657B353E8B9}">
      <dsp:nvSpPr>
        <dsp:cNvPr id="0" name=""/>
        <dsp:cNvSpPr/>
      </dsp:nvSpPr>
      <dsp:spPr>
        <a:xfrm>
          <a:off x="2032000" y="2358667"/>
          <a:ext cx="2032000" cy="306000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109220" rIns="109220" bIns="10922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Two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Twenty-one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Twenty-two</a:t>
          </a:r>
        </a:p>
      </dsp:txBody>
      <dsp:txXfrm>
        <a:off x="2032000" y="2358667"/>
        <a:ext cx="2032000" cy="3060000"/>
      </dsp:txXfrm>
    </dsp:sp>
    <dsp:sp modelId="{0B3ABA58-246E-4D13-A49D-F2E85CF3666A}">
      <dsp:nvSpPr>
        <dsp:cNvPr id="0" name=""/>
        <dsp:cNvSpPr/>
      </dsp:nvSpPr>
      <dsp:spPr>
        <a:xfrm>
          <a:off x="4064000" y="4586167"/>
          <a:ext cx="2032000" cy="83250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109220" rIns="109220" bIns="10922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Three</a:t>
          </a:r>
        </a:p>
      </dsp:txBody>
      <dsp:txXfrm>
        <a:off x="4064000" y="4586167"/>
        <a:ext cx="2032000" cy="832500"/>
      </dsp:txXfrm>
    </dsp:sp>
    <dsp:sp modelId="{DE10797B-ACB1-4D20-B5E2-4978AFCE8734}">
      <dsp:nvSpPr>
        <dsp:cNvPr id="0" name=""/>
        <dsp:cNvSpPr/>
      </dsp:nvSpPr>
      <dsp:spPr>
        <a:xfrm>
          <a:off x="6095999" y="2358667"/>
          <a:ext cx="2032000" cy="30600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109220" rIns="109220" bIns="10922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Four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Forty-one</a:t>
          </a:r>
          <a:endParaRPr lang="en-US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Forty-two</a:t>
          </a:r>
          <a:endParaRPr lang="en-US" sz="3400" kern="1200" dirty="0"/>
        </a:p>
      </dsp:txBody>
      <dsp:txXfrm>
        <a:off x="6095999" y="2358667"/>
        <a:ext cx="2032000" cy="30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arList">
  <dgm:title val="Bar List"/>
  <dgm:desc val="Use for emphasizing items of different weights.  Good for smaller amounts of text or shorter lists. The height of each shape is independently determined based on its text."/>
  <dgm:catLst>
    <dgm:cat type="list" pri="4150"/>
    <dgm:cat type="other" pri="154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b"/>
          <dgm:param type="nodeVertAlign" val="b"/>
        </dgm:alg>
      </dgm:if>
      <dgm:else name="Name3">
        <dgm:alg type="lin">
          <dgm:param type="linDir" val="fromR"/>
          <dgm:param type="vertAlign" val="b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val="20"/>
      <dgm:constr type="primFontSz" for="ch" ptType="node" op="equ" val="65"/>
    </dgm:constrLst>
    <dgm:ruleLst/>
    <dgm:forEach name="nodesForEach" axis="ch" ptType="node">
      <dgm:layoutNode name="Name4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h" val="INF" fact="NaN" max="NaN"/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49783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11</cp:revision>
  <dcterms:created xsi:type="dcterms:W3CDTF">2026-05-16T09:08:04Z</dcterms:created>
  <dcterms:modified xsi:type="dcterms:W3CDTF">2026-05-16T10:20:01Z</dcterms:modified>
</cp:coreProperties>
</file>