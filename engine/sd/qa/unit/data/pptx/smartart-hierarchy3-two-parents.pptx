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3069F8-03C6-4F14-8C31-4EA11DD59B13}" type="doc">
      <dgm:prSet csCatId="accent1" csTypeId="urn:microsoft.com/office/officeart/2005/8/colors/accent1_2" loCatId="list" loTypeId="urn:microsoft.com/office/officeart/2005/8/layout/hierarchy3" qsCatId="simple" qsTypeId="urn:microsoft.com/office/officeart/2005/8/quickstyle/simple1" phldr="1"/>
      <dgm:spPr/>
    </dgm:pt>
    <dgm:pt modelId="{7AAF315A-160E-464C-810C-22FA2DA0970A}">
      <dgm:prSet phldrT="[Text]"/>
      <dgm:spPr>
        <a:solidFill>
          <a:schemeClr val="accent1">
            <a:hueOff val="0"/>
            <a:satOff val="0"/>
            <a:lumOff val="0"/>
            <a:alphaOff val="0"/>
          </a:schemeClr>
        </a:solidFill>
        <a:ln>
          <a:solidFill>
            <a:srgbClr val="FFFFFF">
              <a:hueOff val="0"/>
              <a:satOff val="0"/>
              <a:lumOff val="0"/>
              <a:alphaOff val="0"/>
            </a:srgbClr>
          </a:solidFill>
        </a:ln>
      </dgm:spPr>
      <dgm:t>
        <a:bodyPr/>
        <a:p>
          <a:pPr algn="ctr" defTabSz="2889360">
            <a:lnSpc>
              <a:spcPct val="90000"/>
            </a:lnSpc>
            <a:spcAft>
              <a:spcPts val="2276"/>
            </a:spcAft>
          </a:pPr>
          <a:r>
            <a:rPr lang="en-US" sz="6500" b="0" u="none" strike="noStrike">
              <a:solidFill>
                <a:schemeClr val="lt1"/>
              </a:solidFill>
              <a:effectLst/>
              <a:uFillTx/>
              <a:latin typeface="Calibri"/>
            </a:rPr>
            <a:t>ParentA</a:t>
          </a:r>
          <a:endParaRPr lang="en-US" sz="6500" b="0" u="none" strike="noStrike">
            <a:solidFill>
              <a:srgbClr val="FFFFFF"/>
            </a:solidFill>
            <a:effectLst/>
            <a:uFillTx/>
            <a:latin typeface="Arial"/>
          </a:endParaRPr>
        </a:p>
      </dgm:t>
    </dgm:pt>
    <dgm:pt modelId="{9E23AFDD-411C-41FE-AB03-5691F7E92374}" type="parTrans" cxnId="{E14B88ED-4049-4BE1-B8C9-A91FD9831277}">
      <dgm:prSet/>
      <dgm:spPr/>
      <dgm:t>
        <a:bodyPr/>
        <a:lstStyle/>
        <a:p>
          <a:endParaRPr lang="en-US"/>
        </a:p>
      </dgm:t>
    </dgm:pt>
    <dgm:pt modelId="{B60221DD-7F4B-4C3F-918F-ED4BF8ED10B0}" type="sibTrans" cxnId="{E14B88ED-4049-4BE1-B8C9-A91FD9831277}">
      <dgm:prSet/>
      <dgm:spPr/>
      <dgm:t>
        <a:bodyPr/>
        <a:lstStyle/>
        <a:p>
          <a:endParaRPr lang="en-US"/>
        </a:p>
      </dgm:t>
    </dgm:pt>
    <dgm:pt modelId="{12F2223A-BD29-441B-B9B4-D7067D10CD14}">
      <dgm:prSet phldrT="[Text]"/>
      <dgm:spPr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gm:spPr>
      <dgm:t>
        <a:bodyPr/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ChildA1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gm:t>
    </dgm:pt>
    <dgm:pt modelId="{28C39EF5-A460-495A-A42F-6C239CE84EE6}" type="parTrans" cxnId="{AA914FCF-2092-4098-9E39-3C3019961270}">
      <dgm:prSet/>
      <dgm:spPr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gm:spPr>
      <dgm:t>
        <a:bodyPr/>
        <a:lstStyle/>
        <a:p>
          <a:endParaRPr lang="en-US"/>
        </a:p>
      </dgm:t>
    </dgm:pt>
    <dgm:pt modelId="{EBB649F0-6CA4-40ED-8709-DC30FB14DBAE}" type="sibTrans" cxnId="{AA914FCF-2092-4098-9E39-3C3019961270}">
      <dgm:prSet/>
      <dgm:spPr/>
      <dgm:t>
        <a:bodyPr/>
        <a:lstStyle/>
        <a:p>
          <a:endParaRPr lang="en-US"/>
        </a:p>
      </dgm:t>
    </dgm:pt>
    <dgm:pt modelId="{D0EDAF06-2463-44FE-A8ED-6B5B3113A9DC}">
      <dgm:prSet phldrT="[Text]"/>
      <dgm:spPr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gm:spPr>
      <dgm:t>
        <a:bodyPr/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ChildA2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gm:t>
    </dgm:pt>
    <dgm:pt modelId="{A3308E16-5EBB-4157-98B7-5B89AEC21CF1}" type="parTrans" cxnId="{8D5BF7CE-0026-469D-B5B2-EACA5D381E2B}">
      <dgm:prSet/>
      <dgm:spPr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gm:spPr>
      <dgm:t>
        <a:bodyPr/>
        <a:lstStyle/>
        <a:p>
          <a:endParaRPr lang="en-US"/>
        </a:p>
      </dgm:t>
    </dgm:pt>
    <dgm:pt modelId="{65AE050E-E827-494A-B766-3E84BE7ED6B2}" type="sibTrans" cxnId="{8D5BF7CE-0026-469D-B5B2-EACA5D381E2B}">
      <dgm:prSet/>
      <dgm:spPr/>
      <dgm:t>
        <a:bodyPr/>
        <a:lstStyle/>
        <a:p>
          <a:endParaRPr lang="en-US"/>
        </a:p>
      </dgm:t>
    </dgm:pt>
    <dgm:pt modelId="{017FA133-10B8-484D-B2CC-05FC96A7FFBA}">
      <dgm:prSet phldrT="[Text]"/>
      <dgm:spPr>
        <a:solidFill>
          <a:schemeClr val="accent1">
            <a:hueOff val="0"/>
            <a:satOff val="0"/>
            <a:lumOff val="0"/>
            <a:alphaOff val="0"/>
          </a:schemeClr>
        </a:solidFill>
        <a:ln>
          <a:solidFill>
            <a:srgbClr val="FFFFFF">
              <a:hueOff val="0"/>
              <a:satOff val="0"/>
              <a:lumOff val="0"/>
              <a:alphaOff val="0"/>
            </a:srgbClr>
          </a:solidFill>
        </a:ln>
      </dgm:spPr>
      <dgm:t>
        <a:bodyPr/>
        <a:p>
          <a:pPr algn="ctr" defTabSz="2889360">
            <a:lnSpc>
              <a:spcPct val="90000"/>
            </a:lnSpc>
            <a:spcAft>
              <a:spcPts val="2276"/>
            </a:spcAft>
          </a:pPr>
          <a:r>
            <a:rPr lang="en-US" sz="6500" b="0" u="none" strike="noStrike">
              <a:solidFill>
                <a:schemeClr val="lt1"/>
              </a:solidFill>
              <a:effectLst/>
              <a:uFillTx/>
              <a:latin typeface="Calibri"/>
            </a:rPr>
            <a:t>ParentB</a:t>
          </a:r>
          <a:endParaRPr lang="en-US" sz="6500" b="0" u="none" strike="noStrike">
            <a:solidFill>
              <a:srgbClr val="FFFFFF"/>
            </a:solidFill>
            <a:effectLst/>
            <a:uFillTx/>
            <a:latin typeface="Arial"/>
          </a:endParaRPr>
        </a:p>
      </dgm:t>
    </dgm:pt>
    <dgm:pt modelId="{96374EA3-ACCE-4A84-9B95-B095FA4E89B6}" type="parTrans" cxnId="{5E83D945-836E-4140-9AEA-16C226CA5C67}">
      <dgm:prSet/>
      <dgm:spPr/>
      <dgm:t>
        <a:bodyPr/>
        <a:lstStyle/>
        <a:p>
          <a:endParaRPr lang="en-US"/>
        </a:p>
      </dgm:t>
    </dgm:pt>
    <dgm:pt modelId="{566F6ADA-63D4-4363-8D96-BD5B3EF6B768}" type="sibTrans" cxnId="{5E83D945-836E-4140-9AEA-16C226CA5C67}">
      <dgm:prSet/>
      <dgm:spPr/>
      <dgm:t>
        <a:bodyPr/>
        <a:lstStyle/>
        <a:p>
          <a:endParaRPr lang="en-US"/>
        </a:p>
      </dgm:t>
    </dgm:pt>
    <dgm:pt modelId="{5C6DCB77-890B-485A-93AE-84DFBF7E875B}">
      <dgm:prSet phldrT="[Text]"/>
      <dgm:spPr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gm:spPr>
      <dgm:t>
        <a:bodyPr/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ChildB1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gm:t>
    </dgm:pt>
    <dgm:pt modelId="{43AEC468-45DA-4398-976C-B362367619A6}" type="parTrans" cxnId="{6121F04C-AB21-4C2B-9D3C-E103EEAACEE7}">
      <dgm:prSet/>
      <dgm:spPr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gm:spPr>
      <dgm:t>
        <a:bodyPr/>
        <a:lstStyle/>
        <a:p>
          <a:endParaRPr lang="en-US"/>
        </a:p>
      </dgm:t>
    </dgm:pt>
    <dgm:pt modelId="{5F1B5493-3E4F-47BA-A4BA-8793381C3DDB}" type="sibTrans" cxnId="{6121F04C-AB21-4C2B-9D3C-E103EEAACEE7}">
      <dgm:prSet/>
      <dgm:spPr/>
      <dgm:t>
        <a:bodyPr/>
        <a:lstStyle/>
        <a:p>
          <a:endParaRPr lang="en-US"/>
        </a:p>
      </dgm:t>
    </dgm:pt>
    <dgm:pt modelId="{7A8A585E-D06C-4252-9FB9-BE75F9FCA5AA}">
      <dgm:prSet phldrT="[Text]"/>
      <dgm:spPr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gm:spPr>
      <dgm:t>
        <a:bodyPr/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ChildB2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gm:t>
    </dgm:pt>
    <dgm:pt modelId="{0B23A311-8B91-47B6-8390-9165F079E4A2}" type="parTrans" cxnId="{E0E232E4-AFCC-45D9-9D42-B628EC371E79}">
      <dgm:prSet/>
      <dgm:spPr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gm:spPr>
      <dgm:t>
        <a:bodyPr/>
        <a:lstStyle/>
        <a:p>
          <a:endParaRPr lang="en-US"/>
        </a:p>
      </dgm:t>
    </dgm:pt>
    <dgm:pt modelId="{4CD2E803-81C2-433A-9360-49828B5CE4E5}" type="sibTrans" cxnId="{E0E232E4-AFCC-45D9-9D42-B628EC371E79}">
      <dgm:prSet/>
      <dgm:spPr/>
      <dgm:t>
        <a:bodyPr/>
        <a:lstStyle/>
        <a:p>
          <a:endParaRPr lang="en-US"/>
        </a:p>
      </dgm:t>
    </dgm:pt>
    <dgm:pt modelId="{B849440F-8274-41ED-B21A-A18CB54BD7DF}" type="pres">
      <dgm:prSet presAssocID="{2B3069F8-03C6-4F14-8C31-4EA11DD59B13}" presName="diagram" presStyleCnt="0">
        <dgm:presLayoutVars>
          <dgm:chPref val="1"/>
        </dgm:presLayoutVars>
      </dgm:prSet>
      <dgm:spPr/>
    </dgm:pt>
    <dgm:pt modelId="{88DDE687-DD2D-4137-9EEF-558A2F64C906}" type="pres">
      <dgm:prSet presAssocID="{7AAF315A-160E-464C-810C-22FA2DA0970A}" presName="root" presStyleCnt="0"/>
      <dgm:spPr/>
    </dgm:pt>
    <dgm:pt modelId="{E15203EB-633A-48B5-9030-223FE7D7DACF}" type="pres">
      <dgm:prSet presAssocID="{7AAF315A-160E-464C-810C-22FA2DA0970A}" presName="rootComposite" presStyleCnt="0"/>
      <dgm:spPr/>
    </dgm:pt>
    <dgm:pt modelId="{05168FBE-305B-4517-AE88-64F5DC3A1BFC}" type="pres">
      <dgm:prSet presAssocID="{7AAF315A-160E-464C-810C-22FA2DA0970A}" presName="rootText" presStyleLbl="node1" presStyleCnt="2" presStyleIdx="0"/>
      <dgm:spPr/>
    </dgm:pt>
    <dgm:pt modelId="{E3171D2D-1427-420D-85D0-53B802FA3214}" type="pres">
      <dgm:prSet presAssocID="{7AAF315A-160E-464C-810C-22FA2DA0970A}" presName="rootConnector" presStyleLbl="node1" presStyleCnt="2" presStyleIdx="0"/>
      <dgm:spPr/>
    </dgm:pt>
    <dgm:pt modelId="{B430772C-47F2-40E3-84C9-5D906D4F4D30}" type="pres">
      <dgm:prSet presAssocID="{7AAF315A-160E-464C-810C-22FA2DA0970A}" presName="childShape" presStyleCnt="0"/>
      <dgm:spPr/>
    </dgm:pt>
    <dgm:pt modelId="{21BEDF97-22A1-4684-98D6-8C466C36C989}" type="pres">
      <dgm:prSet presAssocID="{28C39EF5-A460-495A-A42F-6C239CE84EE6}" presName="Name13" presStyleLbl="parChTrans1D2" presStyleCnt="4" presStyleIdx="0"/>
      <dgm:spPr/>
    </dgm:pt>
    <dgm:pt modelId="{6B3F27C8-40F7-43E6-BF57-68879B9C3484}" type="pres">
      <dgm:prSet presAssocID="{12F2223A-BD29-441B-B9B4-D7067D10CD14}" presName="childText" presStyleLbl="bgAcc1" presStyleCnt="4" presStyleIdx="0">
        <dgm:presLayoutVars>
          <dgm:bulletEnabled val="1"/>
        </dgm:presLayoutVars>
      </dgm:prSet>
      <dgm:spPr/>
    </dgm:pt>
    <dgm:pt modelId="{FBC1275E-16E8-4C15-8341-47101F3A4D4F}" type="pres">
      <dgm:prSet presAssocID="{A3308E16-5EBB-4157-98B7-5B89AEC21CF1}" presName="Name13" presStyleLbl="parChTrans1D2" presStyleCnt="4" presStyleIdx="1"/>
      <dgm:spPr/>
    </dgm:pt>
    <dgm:pt modelId="{B8AADDEC-0DEE-46B0-AE56-0C2B36C78091}" type="pres">
      <dgm:prSet presAssocID="{D0EDAF06-2463-44FE-A8ED-6B5B3113A9DC}" presName="childText" presStyleLbl="bgAcc1" presStyleCnt="4" presStyleIdx="1">
        <dgm:presLayoutVars>
          <dgm:bulletEnabled val="1"/>
        </dgm:presLayoutVars>
      </dgm:prSet>
      <dgm:spPr/>
    </dgm:pt>
    <dgm:pt modelId="{E0B1B061-47B1-49FC-8ADC-6C8AC6C4A400}" type="pres">
      <dgm:prSet presAssocID="{017FA133-10B8-484D-B2CC-05FC96A7FFBA}" presName="root" presStyleCnt="0"/>
      <dgm:spPr/>
    </dgm:pt>
    <dgm:pt modelId="{0F930EAA-AFC0-4E8E-80F3-1D6FAB02A549}" type="pres">
      <dgm:prSet presAssocID="{017FA133-10B8-484D-B2CC-05FC96A7FFBA}" presName="rootComposite" presStyleCnt="0"/>
      <dgm:spPr/>
    </dgm:pt>
    <dgm:pt modelId="{E9BC2802-CBA3-45F1-9B8A-73FEAEF2559C}" type="pres">
      <dgm:prSet presAssocID="{017FA133-10B8-484D-B2CC-05FC96A7FFBA}" presName="rootText" presStyleLbl="node1" presStyleCnt="2" presStyleIdx="1"/>
      <dgm:spPr/>
    </dgm:pt>
    <dgm:pt modelId="{420EA53D-CE43-4C8E-BE6D-1FCD1B5AD3A3}" type="pres">
      <dgm:prSet presAssocID="{017FA133-10B8-484D-B2CC-05FC96A7FFBA}" presName="rootConnector" presStyleLbl="node1" presStyleCnt="2" presStyleIdx="1"/>
      <dgm:spPr/>
    </dgm:pt>
    <dgm:pt modelId="{B64347CC-9C06-4104-A10B-A7F214967E46}" type="pres">
      <dgm:prSet presAssocID="{017FA133-10B8-484D-B2CC-05FC96A7FFBA}" presName="childShape" presStyleCnt="0"/>
      <dgm:spPr/>
    </dgm:pt>
    <dgm:pt modelId="{D3ED3291-B412-4A38-B28E-9A6C0621F571}" type="pres">
      <dgm:prSet presAssocID="{43AEC468-45DA-4398-976C-B362367619A6}" presName="Name13" presStyleLbl="parChTrans1D2" presStyleCnt="4" presStyleIdx="2"/>
      <dgm:spPr/>
    </dgm:pt>
    <dgm:pt modelId="{169BB8DF-20D0-47FC-AB78-B33793268724}" type="pres">
      <dgm:prSet presAssocID="{5C6DCB77-890B-485A-93AE-84DFBF7E875B}" presName="childText" presStyleLbl="bgAcc1" presStyleCnt="4" presStyleIdx="2">
        <dgm:presLayoutVars>
          <dgm:bulletEnabled val="1"/>
        </dgm:presLayoutVars>
      </dgm:prSet>
      <dgm:spPr/>
    </dgm:pt>
    <dgm:pt modelId="{D056DF0C-E5AD-4C5B-B4AA-8D398DAD6120}" type="pres">
      <dgm:prSet presAssocID="{0B23A311-8B91-47B6-8390-9165F079E4A2}" presName="Name13" presStyleLbl="parChTrans1D2" presStyleCnt="4" presStyleIdx="3"/>
      <dgm:spPr/>
    </dgm:pt>
    <dgm:pt modelId="{91590848-1ADA-4B1B-8E68-B92655F67C0D}" type="pres">
      <dgm:prSet presAssocID="{7A8A585E-D06C-4252-9FB9-BE75F9FCA5AA}" presName="childText" presStyleLbl="bgAcc1" presStyleCnt="4" presStyleIdx="3">
        <dgm:presLayoutVars>
          <dgm:bulletEnabled val="1"/>
        </dgm:presLayoutVars>
      </dgm:prSet>
      <dgm:spPr/>
    </dgm:pt>
  </dgm:ptLst>
  <dgm:cxnLst>
    <dgm:cxn modelId="{E0E232E4-AFCC-45D9-9D42-B628EC371E79}" srcId="{017FA133-10B8-484D-B2CC-05FC96A7FFBA}" destId="{7A8A585E-D06C-4252-9FB9-BE75F9FCA5AA}" srcOrd="1" destOrd="0" parTransId="{0B23A311-8B91-47B6-8390-9165F079E4A2}" sibTransId="{4CD2E803-81C2-433A-9360-49828B5CE4E5}"/>
    <dgm:cxn modelId="{6121F04C-AB21-4C2B-9D3C-E103EEAACEE7}" srcId="{017FA133-10B8-484D-B2CC-05FC96A7FFBA}" destId="{5C6DCB77-890B-485A-93AE-84DFBF7E875B}" srcOrd="0" destOrd="0" parTransId="{43AEC468-45DA-4398-976C-B362367619A6}" sibTransId="{5F1B5493-3E4F-47BA-A4BA-8793381C3DDB}"/>
    <dgm:cxn modelId="{2638E237-E01A-4D5D-A9D7-73E4A25E547C}" type="presOf" srcId="{017FA133-10B8-484D-B2CC-05FC96A7FFBA}" destId="{E9BC2802-CBA3-45F1-9B8A-73FEAEF2559C}" srcOrd="0" destOrd="0" presId="urn:microsoft.com/office/officeart/2005/8/layout/hierarchy3"/>
    <dgm:cxn modelId="{4E990F3F-A1D7-450D-A008-008729490EA5}" type="presOf" srcId="{7A8A585E-D06C-4252-9FB9-BE75F9FCA5AA}" destId="{91590848-1ADA-4B1B-8E68-B92655F67C0D}" srcOrd="0" destOrd="0" presId="urn:microsoft.com/office/officeart/2005/8/layout/hierarchy3"/>
    <dgm:cxn modelId="{B73BEFB5-22C8-483C-BCF1-66BF69A98ABF}" type="presOf" srcId="{A3308E16-5EBB-4157-98B7-5B89AEC21CF1}" destId="{FBC1275E-16E8-4C15-8341-47101F3A4D4F}" srcOrd="0" destOrd="0" presId="urn:microsoft.com/office/officeart/2005/8/layout/hierarchy3"/>
    <dgm:cxn modelId="{45E0223E-48A2-4406-8954-F3D50B7AAA6D}" type="presOf" srcId="{12F2223A-BD29-441B-B9B4-D7067D10CD14}" destId="{6B3F27C8-40F7-43E6-BF57-68879B9C3484}" srcOrd="0" destOrd="0" presId="urn:microsoft.com/office/officeart/2005/8/layout/hierarchy3"/>
    <dgm:cxn modelId="{751AC825-FC09-49EC-8319-E825D388DB07}" type="presOf" srcId="{28C39EF5-A460-495A-A42F-6C239CE84EE6}" destId="{21BEDF97-22A1-4684-98D6-8C466C36C989}" srcOrd="0" destOrd="0" presId="urn:microsoft.com/office/officeart/2005/8/layout/hierarchy3"/>
    <dgm:cxn modelId="{86D334F5-88D3-4F78-A7C9-71499CA35A41}" type="presOf" srcId="{7AAF315A-160E-464C-810C-22FA2DA0970A}" destId="{05168FBE-305B-4517-AE88-64F5DC3A1BFC}" srcOrd="0" destOrd="0" presId="urn:microsoft.com/office/officeart/2005/8/layout/hierarchy3"/>
    <dgm:cxn modelId="{DE3B5BFA-591B-44C0-AC98-FB1F4DDA7565}" type="presOf" srcId="{D0EDAF06-2463-44FE-A8ED-6B5B3113A9DC}" destId="{B8AADDEC-0DEE-46B0-AE56-0C2B36C78091}" srcOrd="0" destOrd="0" presId="urn:microsoft.com/office/officeart/2005/8/layout/hierarchy3"/>
    <dgm:cxn modelId="{EFC2A35F-13FE-4D1F-BEF5-40647F0443F2}" type="presOf" srcId="{5C6DCB77-890B-485A-93AE-84DFBF7E875B}" destId="{169BB8DF-20D0-47FC-AB78-B33793268724}" srcOrd="0" destOrd="0" presId="urn:microsoft.com/office/officeart/2005/8/layout/hierarchy3"/>
    <dgm:cxn modelId="{19FFF7C1-C4A2-406D-9826-00F004944D64}" type="presOf" srcId="{017FA133-10B8-484D-B2CC-05FC96A7FFBA}" destId="{420EA53D-CE43-4C8E-BE6D-1FCD1B5AD3A3}" srcOrd="1" destOrd="0" presId="urn:microsoft.com/office/officeart/2005/8/layout/hierarchy3"/>
    <dgm:cxn modelId="{8D5BF7CE-0026-469D-B5B2-EACA5D381E2B}" srcId="{7AAF315A-160E-464C-810C-22FA2DA0970A}" destId="{D0EDAF06-2463-44FE-A8ED-6B5B3113A9DC}" srcOrd="1" destOrd="0" parTransId="{A3308E16-5EBB-4157-98B7-5B89AEC21CF1}" sibTransId="{65AE050E-E827-494A-B766-3E84BE7ED6B2}"/>
    <dgm:cxn modelId="{9E653B6A-32AB-4360-9F15-9BA06F0D1CF9}" type="presOf" srcId="{2B3069F8-03C6-4F14-8C31-4EA11DD59B13}" destId="{B849440F-8274-41ED-B21A-A18CB54BD7DF}" srcOrd="0" destOrd="0" presId="urn:microsoft.com/office/officeart/2005/8/layout/hierarchy3"/>
    <dgm:cxn modelId="{F9179D08-33B1-43A6-AF13-F9E52EAF010F}" type="presOf" srcId="{43AEC468-45DA-4398-976C-B362367619A6}" destId="{D3ED3291-B412-4A38-B28E-9A6C0621F571}" srcOrd="0" destOrd="0" presId="urn:microsoft.com/office/officeart/2005/8/layout/hierarchy3"/>
    <dgm:cxn modelId="{E14B88ED-4049-4BE1-B8C9-A91FD9831277}" srcId="{2B3069F8-03C6-4F14-8C31-4EA11DD59B13}" destId="{7AAF315A-160E-464C-810C-22FA2DA0970A}" srcOrd="0" destOrd="0" parTransId="{9E23AFDD-411C-41FE-AB03-5691F7E92374}" sibTransId="{B60221DD-7F4B-4C3F-918F-ED4BF8ED10B0}"/>
    <dgm:cxn modelId="{5E83D945-836E-4140-9AEA-16C226CA5C67}" srcId="{2B3069F8-03C6-4F14-8C31-4EA11DD59B13}" destId="{017FA133-10B8-484D-B2CC-05FC96A7FFBA}" srcOrd="1" destOrd="0" parTransId="{96374EA3-ACCE-4A84-9B95-B095FA4E89B6}" sibTransId="{566F6ADA-63D4-4363-8D96-BD5B3EF6B768}"/>
    <dgm:cxn modelId="{AA914FCF-2092-4098-9E39-3C3019961270}" srcId="{7AAF315A-160E-464C-810C-22FA2DA0970A}" destId="{12F2223A-BD29-441B-B9B4-D7067D10CD14}" srcOrd="0" destOrd="0" parTransId="{28C39EF5-A460-495A-A42F-6C239CE84EE6}" sibTransId="{EBB649F0-6CA4-40ED-8709-DC30FB14DBAE}"/>
    <dgm:cxn modelId="{363DB379-7E85-4ADE-ACE6-DC257CA6AFE2}" type="presOf" srcId="{7AAF315A-160E-464C-810C-22FA2DA0970A}" destId="{E3171D2D-1427-420D-85D0-53B802FA3214}" srcOrd="1" destOrd="0" presId="urn:microsoft.com/office/officeart/2005/8/layout/hierarchy3"/>
    <dgm:cxn modelId="{81709405-B81B-4B7C-99B3-1033ED21D0D1}" type="presOf" srcId="{0B23A311-8B91-47B6-8390-9165F079E4A2}" destId="{D056DF0C-E5AD-4C5B-B4AA-8D398DAD6120}" srcOrd="0" destOrd="0" presId="urn:microsoft.com/office/officeart/2005/8/layout/hierarchy3"/>
    <dgm:cxn modelId="{5E609A54-CCDC-42CC-84F2-EC2FEA88D0E1}" type="presParOf" srcId="{B849440F-8274-41ED-B21A-A18CB54BD7DF}" destId="{88DDE687-DD2D-4137-9EEF-558A2F64C906}" srcOrd="0" destOrd="0" presId="urn:microsoft.com/office/officeart/2005/8/layout/hierarchy3"/>
    <dgm:cxn modelId="{DC1248E3-256F-4E68-8E40-1BB7DE26AD44}" type="presParOf" srcId="{88DDE687-DD2D-4137-9EEF-558A2F64C906}" destId="{E15203EB-633A-48B5-9030-223FE7D7DACF}" srcOrd="0" destOrd="0" presId="urn:microsoft.com/office/officeart/2005/8/layout/hierarchy3"/>
    <dgm:cxn modelId="{5294F36A-22ED-42B3-ADB6-868E1B519025}" type="presParOf" srcId="{E15203EB-633A-48B5-9030-223FE7D7DACF}" destId="{05168FBE-305B-4517-AE88-64F5DC3A1BFC}" srcOrd="0" destOrd="0" presId="urn:microsoft.com/office/officeart/2005/8/layout/hierarchy3"/>
    <dgm:cxn modelId="{C68ABB51-1631-4E70-84E0-578AB7D55139}" type="presParOf" srcId="{E15203EB-633A-48B5-9030-223FE7D7DACF}" destId="{E3171D2D-1427-420D-85D0-53B802FA3214}" srcOrd="1" destOrd="0" presId="urn:microsoft.com/office/officeart/2005/8/layout/hierarchy3"/>
    <dgm:cxn modelId="{428A1962-3A45-403D-B7A0-FECD62AEAA75}" type="presParOf" srcId="{88DDE687-DD2D-4137-9EEF-558A2F64C906}" destId="{B430772C-47F2-40E3-84C9-5D906D4F4D30}" srcOrd="1" destOrd="0" presId="urn:microsoft.com/office/officeart/2005/8/layout/hierarchy3"/>
    <dgm:cxn modelId="{CE3F1119-E9EB-4BAD-8C76-FF6E1CB92434}" type="presParOf" srcId="{B430772C-47F2-40E3-84C9-5D906D4F4D30}" destId="{21BEDF97-22A1-4684-98D6-8C466C36C989}" srcOrd="0" destOrd="0" presId="urn:microsoft.com/office/officeart/2005/8/layout/hierarchy3"/>
    <dgm:cxn modelId="{9E289EB7-DFF1-4B1C-B32F-851274DFC2CE}" type="presParOf" srcId="{B430772C-47F2-40E3-84C9-5D906D4F4D30}" destId="{6B3F27C8-40F7-43E6-BF57-68879B9C3484}" srcOrd="1" destOrd="0" presId="urn:microsoft.com/office/officeart/2005/8/layout/hierarchy3"/>
    <dgm:cxn modelId="{5B936C15-5C57-47B7-9FB4-7247D358A70F}" type="presParOf" srcId="{B430772C-47F2-40E3-84C9-5D906D4F4D30}" destId="{FBC1275E-16E8-4C15-8341-47101F3A4D4F}" srcOrd="2" destOrd="0" presId="urn:microsoft.com/office/officeart/2005/8/layout/hierarchy3"/>
    <dgm:cxn modelId="{C892481B-06DB-44E6-92DB-4EF5BC01110C}" type="presParOf" srcId="{B430772C-47F2-40E3-84C9-5D906D4F4D30}" destId="{B8AADDEC-0DEE-46B0-AE56-0C2B36C78091}" srcOrd="3" destOrd="0" presId="urn:microsoft.com/office/officeart/2005/8/layout/hierarchy3"/>
    <dgm:cxn modelId="{B41B8F7D-4475-40CB-8034-8546BC798F12}" type="presParOf" srcId="{B849440F-8274-41ED-B21A-A18CB54BD7DF}" destId="{E0B1B061-47B1-49FC-8ADC-6C8AC6C4A400}" srcOrd="1" destOrd="0" presId="urn:microsoft.com/office/officeart/2005/8/layout/hierarchy3"/>
    <dgm:cxn modelId="{71951645-9868-40C6-8810-4FDDE21AD051}" type="presParOf" srcId="{E0B1B061-47B1-49FC-8ADC-6C8AC6C4A400}" destId="{0F930EAA-AFC0-4E8E-80F3-1D6FAB02A549}" srcOrd="0" destOrd="0" presId="urn:microsoft.com/office/officeart/2005/8/layout/hierarchy3"/>
    <dgm:cxn modelId="{761A1680-36AB-4AF9-BAF0-55AB28E8B210}" type="presParOf" srcId="{0F930EAA-AFC0-4E8E-80F3-1D6FAB02A549}" destId="{E9BC2802-CBA3-45F1-9B8A-73FEAEF2559C}" srcOrd="0" destOrd="0" presId="urn:microsoft.com/office/officeart/2005/8/layout/hierarchy3"/>
    <dgm:cxn modelId="{7D9D0012-372C-492F-B91A-3D1D89C91B42}" type="presParOf" srcId="{0F930EAA-AFC0-4E8E-80F3-1D6FAB02A549}" destId="{420EA53D-CE43-4C8E-BE6D-1FCD1B5AD3A3}" srcOrd="1" destOrd="0" presId="urn:microsoft.com/office/officeart/2005/8/layout/hierarchy3"/>
    <dgm:cxn modelId="{B33178CD-DBF1-4FE0-9E37-75E852A9E593}" type="presParOf" srcId="{E0B1B061-47B1-49FC-8ADC-6C8AC6C4A400}" destId="{B64347CC-9C06-4104-A10B-A7F214967E46}" srcOrd="1" destOrd="0" presId="urn:microsoft.com/office/officeart/2005/8/layout/hierarchy3"/>
    <dgm:cxn modelId="{750A4B16-7FFE-4BED-B78A-D9E5B1091C53}" type="presParOf" srcId="{B64347CC-9C06-4104-A10B-A7F214967E46}" destId="{D3ED3291-B412-4A38-B28E-9A6C0621F571}" srcOrd="0" destOrd="0" presId="urn:microsoft.com/office/officeart/2005/8/layout/hierarchy3"/>
    <dgm:cxn modelId="{A1D186E0-B3E3-41B8-9217-8FD68CA04071}" type="presParOf" srcId="{B64347CC-9C06-4104-A10B-A7F214967E46}" destId="{169BB8DF-20D0-47FC-AB78-B33793268724}" srcOrd="1" destOrd="0" presId="urn:microsoft.com/office/officeart/2005/8/layout/hierarchy3"/>
    <dgm:cxn modelId="{FE013C5C-9077-4DD8-B43A-318511C36E4D}" type="presParOf" srcId="{B64347CC-9C06-4104-A10B-A7F214967E46}" destId="{D056DF0C-E5AD-4C5B-B4AA-8D398DAD6120}" srcOrd="2" destOrd="0" presId="urn:microsoft.com/office/officeart/2005/8/layout/hierarchy3"/>
    <dgm:cxn modelId="{AC2961EE-B0BD-4B6C-B2B0-7B5BE5C19B75}" type="presParOf" srcId="{B64347CC-9C06-4104-A10B-A7F214967E46}" destId="{91590848-1ADA-4B1B-8E68-B92655F67C0D}" srcOrd="3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68FBE-305B-4517-AE88-64F5DC3A1BFC}">
      <dsp:nvSpPr>
        <dsp:cNvPr id="60" name=""/>
        <dsp:cNvSpPr/>
      </dsp:nvSpPr>
      <dsp:spPr>
        <a:xfrm>
          <a:off x="581760" y="720"/>
          <a:ext cx="3095280" cy="1547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solidFill>
            <a:srgbClr val="FFFFFF"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numCol="1" spcCol="1440" lIns="123840" tIns="82440" rIns="123840" bIns="82440" anchor="ctr">
          <a:noAutofit/>
        </a:bodyPr>
        <a:p>
          <a:pPr algn="ctr" defTabSz="2889360">
            <a:lnSpc>
              <a:spcPct val="90000"/>
            </a:lnSpc>
            <a:spcAft>
              <a:spcPts val="2276"/>
            </a:spcAft>
          </a:pPr>
          <a:r>
            <a:rPr lang="en-US" sz="6500" b="0" u="none" strike="noStrike">
              <a:solidFill>
                <a:schemeClr val="lt1"/>
              </a:solidFill>
              <a:effectLst/>
              <a:uFillTx/>
              <a:latin typeface="Calibri"/>
            </a:rPr>
            <a:t>ParentA</a:t>
          </a:r>
          <a:endParaRPr lang="en-US" sz="6500" b="0" u="none" strike="noStrike">
            <a:solidFill>
              <a:srgbClr val="FFFFFF"/>
            </a:solidFill>
            <a:effectLst/>
            <a:uFillTx/>
            <a:latin typeface="Arial"/>
          </a:endParaRPr>
        </a:p>
      </dsp:txBody>
    </dsp:sp>
    <dsp:sp modelId="{21BEDF97-22A1-4684-98D6-8C466C36C989}">
      <dsp:nvSpPr>
        <dsp:cNvPr id="61" name=""/>
        <dsp:cNvSpPr/>
      </dsp:nvSpPr>
      <dsp:spPr>
        <a:xfrm>
          <a:off x="891000" y="1548360"/>
          <a:ext cx="309240" cy="1160640"/>
        </a:xfrm>
        <a:custGeom>
          <a:avLst/>
          <a:gdLst/>
          <a:ahLst/>
          <a:rect l="l" t="t" r="r" b="b"/>
          <a:pathLst>
            <a:path w="309562" h="1160859">
              <a:moveTo>
                <a:pt x="0" y="0"/>
              </a:moveTo>
              <a:lnTo>
                <a:pt x="0" y="1160859"/>
              </a:lnTo>
              <a:lnTo>
                <a:pt x="309562" y="1160859"/>
              </a:lnTo>
            </a:path>
          </a:pathLst>
        </a:custGeom>
        <a:noFill/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lIns="90000" tIns="45000" rIns="90000" bIns="45000" anchor="t">
          <a:no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6B3F27C8-40F7-43E6-BF57-68879B9C3484}">
      <dsp:nvSpPr>
        <dsp:cNvPr id="62" name=""/>
        <dsp:cNvSpPr/>
      </dsp:nvSpPr>
      <dsp:spPr>
        <a:xfrm>
          <a:off x="1200600" y="1935360"/>
          <a:ext cx="2476080" cy="1547280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numCol="1" spcCol="1440" lIns="93240" tIns="62280" rIns="93240" bIns="62280" anchor="ctr">
          <a:noAutofit/>
        </a:bodyPr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ChildA1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FBC1275E-16E8-4C15-8341-47101F3A4D4F}">
      <dsp:nvSpPr>
        <dsp:cNvPr id="63" name=""/>
        <dsp:cNvSpPr/>
      </dsp:nvSpPr>
      <dsp:spPr>
        <a:xfrm>
          <a:off x="891000" y="1548360"/>
          <a:ext cx="309240" cy="3095280"/>
        </a:xfrm>
        <a:custGeom>
          <a:avLst/>
          <a:gdLst/>
          <a:ahLst/>
          <a:rect l="l" t="t" r="r" b="b"/>
          <a:pathLst>
            <a:path w="309562" h="3095624">
              <a:moveTo>
                <a:pt x="0" y="0"/>
              </a:moveTo>
              <a:lnTo>
                <a:pt x="0" y="3095624"/>
              </a:lnTo>
              <a:lnTo>
                <a:pt x="309562" y="3095624"/>
              </a:lnTo>
            </a:path>
          </a:pathLst>
        </a:custGeom>
        <a:noFill/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lIns="90000" tIns="45000" rIns="90000" bIns="45000" anchor="t">
          <a:no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B8AADDEC-0DEE-46B0-AE56-0C2B36C78091}">
      <dsp:nvSpPr>
        <dsp:cNvPr id="64" name=""/>
        <dsp:cNvSpPr/>
      </dsp:nvSpPr>
      <dsp:spPr>
        <a:xfrm>
          <a:off x="1200600" y="3870360"/>
          <a:ext cx="2476080" cy="1547280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numCol="1" spcCol="1440" lIns="93240" tIns="62280" rIns="93240" bIns="62280" anchor="ctr">
          <a:noAutofit/>
        </a:bodyPr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ChildA2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E9BC2802-CBA3-45F1-9B8A-73FEAEF2559C}">
      <dsp:nvSpPr>
        <dsp:cNvPr id="65" name=""/>
        <dsp:cNvSpPr/>
      </dsp:nvSpPr>
      <dsp:spPr>
        <a:xfrm>
          <a:off x="4451040" y="720"/>
          <a:ext cx="3095280" cy="1547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solidFill>
            <a:srgbClr val="FFFFFF"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numCol="1" spcCol="1440" lIns="123840" tIns="82440" rIns="123840" bIns="82440" anchor="ctr">
          <a:noAutofit/>
        </a:bodyPr>
        <a:p>
          <a:pPr algn="ctr" defTabSz="2889360">
            <a:lnSpc>
              <a:spcPct val="90000"/>
            </a:lnSpc>
            <a:spcAft>
              <a:spcPts val="2276"/>
            </a:spcAft>
          </a:pPr>
          <a:r>
            <a:rPr lang="en-US" sz="6500" b="0" u="none" strike="noStrike">
              <a:solidFill>
                <a:schemeClr val="lt1"/>
              </a:solidFill>
              <a:effectLst/>
              <a:uFillTx/>
              <a:latin typeface="Calibri"/>
            </a:rPr>
            <a:t>ParentB</a:t>
          </a:r>
          <a:endParaRPr lang="en-US" sz="6500" b="0" u="none" strike="noStrike">
            <a:solidFill>
              <a:srgbClr val="FFFFFF"/>
            </a:solidFill>
            <a:effectLst/>
            <a:uFillTx/>
            <a:latin typeface="Arial"/>
          </a:endParaRPr>
        </a:p>
      </dsp:txBody>
    </dsp:sp>
    <dsp:sp modelId="{D3ED3291-B412-4A38-B28E-9A6C0621F571}">
      <dsp:nvSpPr>
        <dsp:cNvPr id="66" name=""/>
        <dsp:cNvSpPr/>
      </dsp:nvSpPr>
      <dsp:spPr>
        <a:xfrm>
          <a:off x="4760640" y="1548360"/>
          <a:ext cx="309240" cy="1160640"/>
        </a:xfrm>
        <a:custGeom>
          <a:avLst/>
          <a:gdLst/>
          <a:ahLst/>
          <a:rect l="l" t="t" r="r" b="b"/>
          <a:pathLst>
            <a:path w="309562" h="1160859">
              <a:moveTo>
                <a:pt x="0" y="0"/>
              </a:moveTo>
              <a:lnTo>
                <a:pt x="0" y="1160859"/>
              </a:lnTo>
              <a:lnTo>
                <a:pt x="309562" y="1160859"/>
              </a:lnTo>
            </a:path>
          </a:pathLst>
        </a:custGeom>
        <a:noFill/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lIns="90000" tIns="45000" rIns="90000" bIns="45000" anchor="t">
          <a:no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169BB8DF-20D0-47FC-AB78-B33793268724}">
      <dsp:nvSpPr>
        <dsp:cNvPr id="67" name=""/>
        <dsp:cNvSpPr/>
      </dsp:nvSpPr>
      <dsp:spPr>
        <a:xfrm>
          <a:off x="5070240" y="1935360"/>
          <a:ext cx="2476080" cy="1547280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numCol="1" spcCol="1440" lIns="93240" tIns="62280" rIns="93240" bIns="62280" anchor="ctr">
          <a:noAutofit/>
        </a:bodyPr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ChildB1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D056DF0C-E5AD-4C5B-B4AA-8D398DAD6120}">
      <dsp:nvSpPr>
        <dsp:cNvPr id="68" name=""/>
        <dsp:cNvSpPr/>
      </dsp:nvSpPr>
      <dsp:spPr>
        <a:xfrm>
          <a:off x="4760640" y="1548360"/>
          <a:ext cx="309240" cy="3095280"/>
        </a:xfrm>
        <a:custGeom>
          <a:avLst/>
          <a:gdLst/>
          <a:ahLst/>
          <a:rect l="l" t="t" r="r" b="b"/>
          <a:pathLst>
            <a:path w="309562" h="3095624">
              <a:moveTo>
                <a:pt x="0" y="0"/>
              </a:moveTo>
              <a:lnTo>
                <a:pt x="0" y="3095624"/>
              </a:lnTo>
              <a:lnTo>
                <a:pt x="309562" y="3095624"/>
              </a:lnTo>
            </a:path>
          </a:pathLst>
        </a:custGeom>
        <a:noFill/>
        <a:ln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lIns="90000" tIns="45000" rIns="90000" bIns="45000" anchor="t">
          <a:noAutofit/>
        </a:bodyPr>
        <a:p>
          <a:endParaRPr lang="en-US" sz="18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  <dsp:sp modelId="{91590848-1ADA-4B1B-8E68-B92655F67C0D}">
      <dsp:nvSpPr>
        <dsp:cNvPr id="69" name=""/>
        <dsp:cNvSpPr/>
      </dsp:nvSpPr>
      <dsp:spPr>
        <a:xfrm>
          <a:off x="5070240" y="3870360"/>
          <a:ext cx="2476080" cy="1547280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>
          <a:solidFill>
            <a:srgbClr val="5B9BD5">
              <a:hueOff val="0"/>
              <a:satOff val="0"/>
              <a:lumOff val="0"/>
              <a:alphaOff val="0"/>
            </a:srgbClr>
          </a:solidFill>
        </a:ln>
      </dsp:spPr>
      <dsp:style>
        <a:lnRef idx="2"/>
        <a:fillRef idx="0"/>
        <a:effectRef idx="0"/>
        <a:fontRef idx="minor"/>
      </dsp:style>
      <dsp:txBody>
        <a:bodyPr numCol="1" spcCol="1440" lIns="93240" tIns="62280" rIns="93240" bIns="62280" anchor="ctr">
          <a:noAutofit/>
        </a:bodyPr>
        <a:p>
          <a:pPr algn="ctr" defTabSz="2178000">
            <a:lnSpc>
              <a:spcPct val="90000"/>
            </a:lnSpc>
            <a:spcAft>
              <a:spcPts val="1715"/>
            </a:spcAft>
          </a:pPr>
          <a:r>
            <a:rPr lang="en-US" sz="4900" b="0" u="none" strike="noStrike">
              <a:solidFill>
                <a:srgbClr val="000000"/>
              </a:solidFill>
              <a:effectLst/>
              <a:uFillTx/>
              <a:latin typeface="Calibri"/>
            </a:rPr>
            <a:t>ChildB2</a:t>
          </a:r>
          <a:endParaRPr lang="en-US" sz="4900" b="0" u="none" strike="noStrike">
            <a:solidFill>
              <a:srgbClr val="000000"/>
            </a:solidFill>
            <a:effectLst/>
            <a:uFillTx/>
            <a:latin typeface="Arial"/>
          </a:endParaRP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5A5AC9-9622-4DCD-B40D-A7FCD2E815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microsoft.com/office/2007/relationships/diagramDrawing" Target="../diagrams/drawing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Diagram1"/>
          <p:cNvGraphicFramePr/>
          <p:nvPr>
            <p:extLst>
              <p:ext uri="{D42A27DB-BD31-4B8C-83A1-F6EECF244321}">
                <p14:modId xmlns:p14="http://schemas.microsoft.com/office/powerpoint/2010/main" val="2546232488"/>
              </p:ext>
            </p:extLst>
          </p:nvPr>
        </p:nvGraphicFramePr>
        <p:xfrm>
          <a:off x="2031840" y="719640"/>
          <a:ext cx="8127720" cy="5418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>
  <dc:title/>
</cp:coreProperties>
</file>