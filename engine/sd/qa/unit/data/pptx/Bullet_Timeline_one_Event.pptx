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sldIdLst>
    <p:sldId id="256" r:id="rId2"/>
  </p:sldIdLst>
  <p:sldSz cx="8640763" cy="5759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9" autoAdjust="0"/>
    <p:restoredTop sz="94660"/>
  </p:normalViewPr>
  <p:slideViewPr>
    <p:cSldViewPr snapToGrid="0">
      <p:cViewPr varScale="1">
        <p:scale>
          <a:sx n="89" d="100"/>
          <a:sy n="89" d="100"/>
        </p:scale>
        <p:origin x="22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0C3D54B-CD4B-4C33-A4BA-0D9DDEF29F78}" type="doc">
      <dgm:prSet loTypeId="urn:microsoft.com/office/officeart/2024/layout/BulletTimeline" loCatId="time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1C20E5A-D367-42D3-8BC0-CBDD357B724E}">
      <dgm:prSet phldrT="Add an event" phldr="0"/>
      <dgm:spPr/>
      <dgm:t>
        <a:bodyPr/>
        <a:lstStyle/>
        <a:p>
          <a:pPr>
            <a:defRPr b="1"/>
          </a:pPr>
          <a:r>
            <a:rPr lang="en-US" dirty="0"/>
            <a:t>Birth</a:t>
          </a:r>
        </a:p>
      </dgm:t>
    </dgm:pt>
    <dgm:pt modelId="{22A66DEE-BF70-4E9C-8152-0601AABBE457}" type="parTrans" cxnId="{AED44222-536E-4C33-82E3-32FCF8186F64}">
      <dgm:prSet/>
      <dgm:spPr/>
      <dgm:t>
        <a:bodyPr/>
        <a:lstStyle/>
        <a:p>
          <a:endParaRPr lang="en-US"/>
        </a:p>
      </dgm:t>
    </dgm:pt>
    <dgm:pt modelId="{2788BD8B-5DE0-4CD0-9184-0C7201086513}" type="sibTrans" cxnId="{AED44222-536E-4C33-82E3-32FCF8186F64}">
      <dgm:prSet/>
      <dgm:spPr/>
      <dgm:t>
        <a:bodyPr/>
        <a:lstStyle/>
        <a:p>
          <a:endParaRPr lang="en-US"/>
        </a:p>
      </dgm:t>
    </dgm:pt>
    <dgm:pt modelId="{AF5452E2-5362-4560-91B4-A3904EC77E25}">
      <dgm:prSet phldrT="Write a description of the significance of this event" phldr="0"/>
      <dgm:spPr/>
      <dgm:t>
        <a:bodyPr/>
        <a:lstStyle/>
        <a:p>
          <a:r>
            <a:rPr lang="en-US"/>
            <a:t>coming to family</a:t>
          </a:r>
          <a:endParaRPr lang="en-US" dirty="0"/>
        </a:p>
      </dgm:t>
    </dgm:pt>
    <dgm:pt modelId="{96A13E0D-82BE-4889-A8F2-3141B7316CCA}" type="parTrans" cxnId="{1DB60883-7B45-40B5-96CB-A50A2DCC6DAF}">
      <dgm:prSet/>
      <dgm:spPr/>
      <dgm:t>
        <a:bodyPr/>
        <a:lstStyle/>
        <a:p>
          <a:endParaRPr lang="en-US"/>
        </a:p>
      </dgm:t>
    </dgm:pt>
    <dgm:pt modelId="{06C6CD9E-8FE2-4626-8BD5-B361E8F9045E}" type="sibTrans" cxnId="{1DB60883-7B45-40B5-96CB-A50A2DCC6DAF}">
      <dgm:prSet/>
      <dgm:spPr/>
      <dgm:t>
        <a:bodyPr/>
        <a:lstStyle/>
        <a:p>
          <a:endParaRPr lang="en-US"/>
        </a:p>
      </dgm:t>
    </dgm:pt>
    <dgm:pt modelId="{F7350CE1-36CA-483D-93D0-F063C853F488}" type="pres">
      <dgm:prSet presAssocID="{80C3D54B-CD4B-4C33-A4BA-0D9DDEF29F78}" presName="root" presStyleCnt="0">
        <dgm:presLayoutVars>
          <dgm:dir/>
          <dgm:animLvl val="lvl"/>
        </dgm:presLayoutVars>
      </dgm:prSet>
      <dgm:spPr/>
    </dgm:pt>
    <dgm:pt modelId="{79204D3F-1B3B-474C-8908-1A8A0478E38D}" type="pres">
      <dgm:prSet presAssocID="{80C3D54B-CD4B-4C33-A4BA-0D9DDEF29F78}" presName="divider" presStyleCnt="0"/>
      <dgm:spPr/>
    </dgm:pt>
    <dgm:pt modelId="{C9BC3CFE-F5F3-41FC-A484-3554487FB7AF}" type="pres">
      <dgm:prSet presAssocID="{80C3D54B-CD4B-4C33-A4BA-0D9DDEF29F78}" presName="rectBar" presStyleLbl="dkBgShp" presStyleIdx="0" presStyleCnt="3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5152F63E-114D-45EE-BB8A-7B761F2696B7}" type="pres">
      <dgm:prSet presAssocID="{80C3D54B-CD4B-4C33-A4BA-0D9DDEF29F78}" presName="chevronArrow" presStyleLbl="dkBgShp" presStyleIdx="1" presStyleCnt="3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77DDDC48-2CED-4B5E-B5E2-817A43486A92}" type="pres">
      <dgm:prSet presAssocID="{80C3D54B-CD4B-4C33-A4BA-0D9DDEF29F78}" presName="nodes" presStyleCnt="0">
        <dgm:presLayoutVars>
          <dgm:chMax/>
          <dgm:chPref/>
          <dgm:animLvl val="lvl"/>
        </dgm:presLayoutVars>
      </dgm:prSet>
      <dgm:spPr/>
    </dgm:pt>
    <dgm:pt modelId="{A2F1A8FF-9EF8-452F-B6E3-B894194749D4}" type="pres">
      <dgm:prSet presAssocID="{21C20E5A-D367-42D3-8BC0-CBDD357B724E}" presName="composite1" presStyleCnt="0"/>
      <dgm:spPr/>
    </dgm:pt>
    <dgm:pt modelId="{51FBC71D-4882-4263-A7C2-9AB2400FC921}" type="pres">
      <dgm:prSet presAssocID="{21C20E5A-D367-42D3-8BC0-CBDD357B724E}" presName="DropPinPlaceHolder1" presStyleCnt="0"/>
      <dgm:spPr/>
    </dgm:pt>
    <dgm:pt modelId="{A5A582DD-9F52-443F-8252-D8E1C75D36FB}" type="pres">
      <dgm:prSet presAssocID="{21C20E5A-D367-42D3-8BC0-CBDD357B724E}" presName="DropPin1" presStyleLbl="alignNode1" presStyleIdx="0" presStyleCnt="1"/>
      <dgm:spPr/>
    </dgm:pt>
    <dgm:pt modelId="{381F5DFB-FC13-424E-A1C8-7934028EC5E6}" type="pres">
      <dgm:prSet presAssocID="{21C20E5A-D367-42D3-8BC0-CBDD357B724E}" presName="Ellipse1" presStyleLbl="fgAcc1" presStyleIdx="0" presStyleCnt="1"/>
      <dgm:spPr/>
    </dgm:pt>
    <dgm:pt modelId="{409FA2C4-0CBB-4C51-9214-80B59640B051}" type="pres">
      <dgm:prSet presAssocID="{21C20E5A-D367-42D3-8BC0-CBDD357B724E}" presName="L2TextContainer1" presStyleLbl="revTx" presStyleIdx="0" presStyleCnt="2">
        <dgm:presLayoutVars>
          <dgm:bulletEnabled val="1"/>
        </dgm:presLayoutVars>
      </dgm:prSet>
      <dgm:spPr/>
    </dgm:pt>
    <dgm:pt modelId="{7F86C445-BAFA-4A65-822F-8CB4E136AAF5}" type="pres">
      <dgm:prSet presAssocID="{21C20E5A-D367-42D3-8BC0-CBDD357B724E}" presName="L1TextContainer1" presStyleLbl="revTx" presStyleIdx="1" presStyleCnt="2">
        <dgm:presLayoutVars>
          <dgm:chMax val="1"/>
          <dgm:chPref val="1"/>
          <dgm:bulletEnabled val="1"/>
        </dgm:presLayoutVars>
      </dgm:prSet>
      <dgm:spPr/>
    </dgm:pt>
    <dgm:pt modelId="{7F967ED5-A798-4910-BE42-DE5B8225AF2F}" type="pres">
      <dgm:prSet presAssocID="{21C20E5A-D367-42D3-8BC0-CBDD357B724E}" presName="ConnectLine1" presStyleLbl="dkBgShp" presStyleIdx="2" presStyleCnt="3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6204AF0F-0543-4E42-B34E-9CA1C56CACA7}" type="pres">
      <dgm:prSet presAssocID="{21C20E5A-D367-42D3-8BC0-CBDD357B724E}" presName="ConnectorPoint1" presStyleCnt="0"/>
      <dgm:spPr/>
    </dgm:pt>
    <dgm:pt modelId="{D9CF81FC-08D0-4796-8B55-11377E6D093B}" type="pres">
      <dgm:prSet presAssocID="{21C20E5A-D367-42D3-8BC0-CBDD357B724E}" presName="Bullet1" presStyleLbl="node1NoLn" presStyleIdx="0" presStyleCnt="1"/>
      <dgm:spPr/>
    </dgm:pt>
    <dgm:pt modelId="{8413408E-E746-4272-AE8A-D1B47F7600C9}" type="pres">
      <dgm:prSet presAssocID="{21C20E5A-D367-42D3-8BC0-CBDD357B724E}" presName="EmptyPlaceHolder1" presStyleCnt="0"/>
      <dgm:spPr/>
    </dgm:pt>
  </dgm:ptLst>
  <dgm:cxnLst>
    <dgm:cxn modelId="{AED44222-536E-4C33-82E3-32FCF8186F64}" srcId="{80C3D54B-CD4B-4C33-A4BA-0D9DDEF29F78}" destId="{21C20E5A-D367-42D3-8BC0-CBDD357B724E}" srcOrd="0" destOrd="0" parTransId="{22A66DEE-BF70-4E9C-8152-0601AABBE457}" sibTransId="{2788BD8B-5DE0-4CD0-9184-0C7201086513}"/>
    <dgm:cxn modelId="{00F1E567-4C49-4ADC-BF44-CC87F8D042EA}" type="presOf" srcId="{21C20E5A-D367-42D3-8BC0-CBDD357B724E}" destId="{7F86C445-BAFA-4A65-822F-8CB4E136AAF5}" srcOrd="0" destOrd="0" presId="urn:microsoft.com/office/officeart/2024/layout/BulletTimeline"/>
    <dgm:cxn modelId="{1DB60883-7B45-40B5-96CB-A50A2DCC6DAF}" srcId="{21C20E5A-D367-42D3-8BC0-CBDD357B724E}" destId="{AF5452E2-5362-4560-91B4-A3904EC77E25}" srcOrd="0" destOrd="0" parTransId="{96A13E0D-82BE-4889-A8F2-3141B7316CCA}" sibTransId="{06C6CD9E-8FE2-4626-8BD5-B361E8F9045E}"/>
    <dgm:cxn modelId="{465590AF-E349-4BC6-BE25-08691B11ECF9}" type="presOf" srcId="{80C3D54B-CD4B-4C33-A4BA-0D9DDEF29F78}" destId="{F7350CE1-36CA-483D-93D0-F063C853F488}" srcOrd="0" destOrd="0" presId="urn:microsoft.com/office/officeart/2024/layout/BulletTimeline"/>
    <dgm:cxn modelId="{2AC08BF4-65A0-482C-B854-6FF7E2C08A0C}" type="presOf" srcId="{AF5452E2-5362-4560-91B4-A3904EC77E25}" destId="{409FA2C4-0CBB-4C51-9214-80B59640B051}" srcOrd="0" destOrd="0" presId="urn:microsoft.com/office/officeart/2024/layout/BulletTimeline"/>
    <dgm:cxn modelId="{C5F9F2C6-89DB-4C39-8D08-D62FCDAC7D0D}" type="presParOf" srcId="{F7350CE1-36CA-483D-93D0-F063C853F488}" destId="{79204D3F-1B3B-474C-8908-1A8A0478E38D}" srcOrd="0" destOrd="0" presId="urn:microsoft.com/office/officeart/2024/layout/BulletTimeline"/>
    <dgm:cxn modelId="{500A0936-66F4-43A8-BBC1-7FE0DB9A2E72}" type="presParOf" srcId="{79204D3F-1B3B-474C-8908-1A8A0478E38D}" destId="{C9BC3CFE-F5F3-41FC-A484-3554487FB7AF}" srcOrd="0" destOrd="0" presId="urn:microsoft.com/office/officeart/2024/layout/BulletTimeline"/>
    <dgm:cxn modelId="{11512A3E-3D29-4518-968C-FE8C585B09F3}" type="presParOf" srcId="{79204D3F-1B3B-474C-8908-1A8A0478E38D}" destId="{5152F63E-114D-45EE-BB8A-7B761F2696B7}" srcOrd="1" destOrd="0" presId="urn:microsoft.com/office/officeart/2024/layout/BulletTimeline"/>
    <dgm:cxn modelId="{DA090070-47C3-47AC-8B20-AE4349324A3F}" type="presParOf" srcId="{F7350CE1-36CA-483D-93D0-F063C853F488}" destId="{77DDDC48-2CED-4B5E-B5E2-817A43486A92}" srcOrd="1" destOrd="0" presId="urn:microsoft.com/office/officeart/2024/layout/BulletTimeline"/>
    <dgm:cxn modelId="{B355C77A-4498-4BA3-AEF9-1B87ABA4BCD2}" type="presParOf" srcId="{77DDDC48-2CED-4B5E-B5E2-817A43486A92}" destId="{A2F1A8FF-9EF8-452F-B6E3-B894194749D4}" srcOrd="0" destOrd="0" presId="urn:microsoft.com/office/officeart/2024/layout/BulletTimeline"/>
    <dgm:cxn modelId="{0A8C28A2-2E7A-4F3D-A895-48D043246184}" type="presParOf" srcId="{A2F1A8FF-9EF8-452F-B6E3-B894194749D4}" destId="{51FBC71D-4882-4263-A7C2-9AB2400FC921}" srcOrd="0" destOrd="0" presId="urn:microsoft.com/office/officeart/2024/layout/BulletTimeline"/>
    <dgm:cxn modelId="{88ACF5B0-EF1F-4C02-BBA0-63110A67F8F7}" type="presParOf" srcId="{51FBC71D-4882-4263-A7C2-9AB2400FC921}" destId="{A5A582DD-9F52-443F-8252-D8E1C75D36FB}" srcOrd="0" destOrd="0" presId="urn:microsoft.com/office/officeart/2024/layout/BulletTimeline"/>
    <dgm:cxn modelId="{51CC076E-7996-4550-A93A-7192DE58759E}" type="presParOf" srcId="{51FBC71D-4882-4263-A7C2-9AB2400FC921}" destId="{381F5DFB-FC13-424E-A1C8-7934028EC5E6}" srcOrd="1" destOrd="0" presId="urn:microsoft.com/office/officeart/2024/layout/BulletTimeline"/>
    <dgm:cxn modelId="{D5037D42-1C9D-46C4-87C9-F52946431A41}" type="presParOf" srcId="{A2F1A8FF-9EF8-452F-B6E3-B894194749D4}" destId="{409FA2C4-0CBB-4C51-9214-80B59640B051}" srcOrd="1" destOrd="0" presId="urn:microsoft.com/office/officeart/2024/layout/BulletTimeline"/>
    <dgm:cxn modelId="{178341D0-4B5D-43C1-8682-0C3F08DF4C3E}" type="presParOf" srcId="{A2F1A8FF-9EF8-452F-B6E3-B894194749D4}" destId="{7F86C445-BAFA-4A65-822F-8CB4E136AAF5}" srcOrd="2" destOrd="0" presId="urn:microsoft.com/office/officeart/2024/layout/BulletTimeline"/>
    <dgm:cxn modelId="{D6950AE3-6348-4A90-B924-DA4E4332EB8F}" type="presParOf" srcId="{A2F1A8FF-9EF8-452F-B6E3-B894194749D4}" destId="{7F967ED5-A798-4910-BE42-DE5B8225AF2F}" srcOrd="3" destOrd="0" presId="urn:microsoft.com/office/officeart/2024/layout/BulletTimeline"/>
    <dgm:cxn modelId="{CFF9DB2B-E8D5-4D7C-B02B-5531A61C7124}" type="presParOf" srcId="{A2F1A8FF-9EF8-452F-B6E3-B894194749D4}" destId="{6204AF0F-0543-4E42-B34E-9CA1C56CACA7}" srcOrd="4" destOrd="0" presId="urn:microsoft.com/office/officeart/2024/layout/BulletTimeline"/>
    <dgm:cxn modelId="{AB9E4B50-0790-430F-ABBA-EFADDDE8A1B7}" type="presParOf" srcId="{6204AF0F-0543-4E42-B34E-9CA1C56CACA7}" destId="{D9CF81FC-08D0-4796-8B55-11377E6D093B}" srcOrd="0" destOrd="0" presId="urn:microsoft.com/office/officeart/2024/layout/BulletTimeline"/>
    <dgm:cxn modelId="{C4FB7244-46D0-40EA-826C-FE32A338C871}" type="presParOf" srcId="{A2F1A8FF-9EF8-452F-B6E3-B894194749D4}" destId="{8413408E-E746-4272-AE8A-D1B47F7600C9}" srcOrd="5" destOrd="0" presId="urn:microsoft.com/office/officeart/2024/layout/BulletTimeline"/>
  </dgm:cxnLst>
  <dgm:bg>
    <a:solidFill>
      <a:schemeClr val="accent4">
        <a:lumMod val="20000"/>
        <a:lumOff val="80000"/>
      </a:schemeClr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BC3CFE-F5F3-41FC-A484-3554487FB7AF}">
      <dsp:nvSpPr>
        <dsp:cNvPr id="0" name=""/>
        <dsp:cNvSpPr/>
      </dsp:nvSpPr>
      <dsp:spPr>
        <a:xfrm>
          <a:off x="0" y="2138400"/>
          <a:ext cx="7171200" cy="43200"/>
        </a:xfrm>
        <a:prstGeom prst="rect">
          <a:avLst/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52F63E-114D-45EE-BB8A-7B761F2696B7}">
      <dsp:nvSpPr>
        <dsp:cNvPr id="0" name=""/>
        <dsp:cNvSpPr/>
      </dsp:nvSpPr>
      <dsp:spPr>
        <a:xfrm>
          <a:off x="6940800" y="1987200"/>
          <a:ext cx="259200" cy="345600"/>
        </a:xfrm>
        <a:prstGeom prst="chevron">
          <a:avLst>
            <a:gd name="adj" fmla="val 75000"/>
          </a:avLst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9FA2C4-0CBB-4C51-9214-80B59640B051}">
      <dsp:nvSpPr>
        <dsp:cNvPr id="0" name=""/>
        <dsp:cNvSpPr/>
      </dsp:nvSpPr>
      <dsp:spPr>
        <a:xfrm>
          <a:off x="552960" y="984960"/>
          <a:ext cx="5976000" cy="1002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coming to family</a:t>
          </a:r>
          <a:endParaRPr lang="en-US" sz="1500" kern="1200" dirty="0"/>
        </a:p>
      </dsp:txBody>
      <dsp:txXfrm>
        <a:off x="552960" y="984960"/>
        <a:ext cx="5976000" cy="1002240"/>
      </dsp:txXfrm>
    </dsp:sp>
    <dsp:sp modelId="{7F86C445-BAFA-4A65-822F-8CB4E136AAF5}">
      <dsp:nvSpPr>
        <dsp:cNvPr id="0" name=""/>
        <dsp:cNvSpPr/>
      </dsp:nvSpPr>
      <dsp:spPr>
        <a:xfrm>
          <a:off x="552960" y="466560"/>
          <a:ext cx="5976000" cy="518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Birth</a:t>
          </a:r>
        </a:p>
      </dsp:txBody>
      <dsp:txXfrm>
        <a:off x="552960" y="466560"/>
        <a:ext cx="5976000" cy="518400"/>
      </dsp:txXfrm>
    </dsp:sp>
    <dsp:sp modelId="{7F967ED5-A798-4910-BE42-DE5B8225AF2F}">
      <dsp:nvSpPr>
        <dsp:cNvPr id="0" name=""/>
        <dsp:cNvSpPr/>
      </dsp:nvSpPr>
      <dsp:spPr>
        <a:xfrm>
          <a:off x="259200" y="432000"/>
          <a:ext cx="34560" cy="1728000"/>
        </a:xfrm>
        <a:prstGeom prst="rect">
          <a:avLst/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CF81FC-08D0-4796-8B55-11377E6D093B}">
      <dsp:nvSpPr>
        <dsp:cNvPr id="0" name=""/>
        <dsp:cNvSpPr/>
      </dsp:nvSpPr>
      <dsp:spPr>
        <a:xfrm>
          <a:off x="186624" y="2070144"/>
          <a:ext cx="179712" cy="17971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layout/BulletTimeline">
  <dgm:title val=""/>
  <dgm:desc val=""/>
  <dgm:catLst>
    <dgm:cat type="process" pri="7450"/>
    <dgm:cat type="timeline" pri="100"/>
  </dgm:catLst>
  <dgm:sampData>
    <dgm:dataModel>
      <dgm:ptLst>
        <dgm:pt modelId="0" type="doc"/>
        <dgm:pt modelId="10">
          <dgm:prSet phldrT="Add an event" phldr="1"/>
        </dgm:pt>
        <dgm:pt modelId="11">
          <dgm:prSet phldrT="Write a description of the significance of this event" phldr="1"/>
        </dgm:pt>
        <dgm:pt modelId="20">
          <dgm:prSet phldrT="Add an event" phldr="1"/>
        </dgm:pt>
        <dgm:pt modelId="21">
          <dgm:prSet phldrT="Write a description of the significance of this event" phldr="1"/>
        </dgm:pt>
        <dgm:pt modelId="30">
          <dgm:prSet phldrT="Add an event" phldr="1"/>
        </dgm:pt>
        <dgm:pt modelId="31">
          <dgm:prSet phldrT="Write a description of the significance of this event" phldr="1"/>
        </dgm:pt>
        <dgm:pt modelId="40">
          <dgm:prSet phldrT="Add an event" phldr="1"/>
        </dgm:pt>
        <dgm:pt modelId="41">
          <dgm:prSet phldrT="Write a description of the significance of this event" phldr="1"/>
        </dgm:pt>
        <dgm:pt modelId="50">
          <dgm:prSet phldrT="Add an event" phldr="1"/>
        </dgm:pt>
        <dgm:pt modelId="51">
          <dgm:prSet phldrT="Write a description of the significance of this event" phldr="1"/>
        </dgm:pt>
      </dgm:ptLst>
      <dgm:cxnLst>
        <dgm:cxn modelId="100" srcId="0" destId="10" srcOrd="0" destOrd="0"/>
        <dgm:cxn modelId="12" srcId="10" destId="11" srcOrd="0" destOrd="0"/>
        <dgm:cxn modelId="101" srcId="0" destId="20" srcOrd="1" destOrd="0"/>
        <dgm:cxn modelId="22" srcId="20" destId="21" srcOrd="0" destOrd="0"/>
        <dgm:cxn modelId="102" srcId="0" destId="30" srcOrd="2" destOrd="0"/>
        <dgm:cxn modelId="32" srcId="30" destId="31" srcOrd="0" destOrd="0"/>
        <dgm:cxn modelId="103" srcId="0" destId="40" srcOrd="3" destOrd="0"/>
        <dgm:cxn modelId="42" srcId="40" destId="41" srcOrd="0" destOrd="0"/>
        <dgm:cxn modelId="104" srcId="0" destId="50" srcOrd="4" destOrd="0"/>
        <dgm:cxn modelId="52" srcId="50" destId="5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dir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 refType="h" fact="0.1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>
      <dgm:alg type="composite"/>
      <dgm:shape xmlns:r="http://schemas.openxmlformats.org/officeDocument/2006/relationships" r:blip="">
        <dgm:adjLst/>
      </dgm:shape>
      <dgm:presOf/>
      <dgm:choose name="DividerDirection">
        <dgm:if name="DividerLTR" func="var" arg="dir" op="equ" val="norm">
          <dgm:constrLst>
            <dgm:constr type="w" for="ch" forName="rectBar" refType="w" fact="0.996"/>
            <dgm:constr type="h" for="ch" forName="rectBar" refType="h" fact="0.1"/>
            <dgm:constr type="l" for="ch" forName="rectBar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r" for="ch" forName="chevronArrow" refType="w"/>
            <dgm:constr type="ctrY" for="ch" forName="chevronArrow" refType="h" fact="0.5"/>
          </dgm:constrLst>
        </dgm:if>
        <dgm:else name="DividerRTL">
          <dgm:constrLst>
            <dgm:constr type="w" for="ch" forName="rectBar" refType="w" fact="0.996"/>
            <dgm:constr type="h" for="ch" forName="rectBar" refType="h" fact="0.1"/>
            <dgm:constr type="r" for="ch" forName="rectBar" refType="w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l" for="ch" forName="chevronArrow"/>
            <dgm:constr type="ctrY" for="ch" forName="chevronArrow" refType="h" fact="0.5"/>
          </dgm:constrLst>
        </dgm:else>
      </dgm:choose>
      <dgm:ruleLst/>
      <dgm:layoutNode name="rectBar" styleLbl="dkBgShp">
        <dgm:alg type="sp"/>
        <dgm:shape xmlns:r="http://schemas.openxmlformats.org/officeDocument/2006/relationships" type="rect" r:blip="" zOrderOff="-1">
          <dgm:adjLst/>
          <dgm:extLst>
            <a:ext uri="{B698B0E9-8C71-41B9-8309-B3DCBF30829C}">
              <dgm1612:spPr xmlns:dgm1612="http://schemas.microsoft.com/office/drawing/2016/12/diagram">
                <a:gradFill rotWithShape="0">
                  <a:gsLst>
                    <a:gs pos="0">
                      <a:schemeClr val="accent1">
                        <a:tint val="76000"/>
                      </a:schemeClr>
                    </a:gs>
                    <a:gs pos="100000">
                      <a:schemeClr val="accent1">
                        <a:tint val="76000"/>
                      </a:schemeClr>
                    </a:gs>
                  </a:gsLst>
                  <a:lin ang="0" scaled="0"/>
                </a:gradFill>
              </dgm1612:spPr>
            </a:ext>
          </dgm:extLst>
        </dgm:shape>
        <dgm:presOf/>
        <dgm:constrLst/>
        <dgm:ruleLst/>
      </dgm:layoutNode>
      <dgm:layoutNode name="chevronArrow" styleLbl="dkBgShp">
        <dgm:alg type="sp"/>
        <dgm:choose name="ChevronDir">
          <dgm:if name="ChevronLTR" func="var" arg="dir" op="equ" val="norm">
            <dgm:shape xmlns:r="http://schemas.openxmlformats.org/officeDocument/2006/relationships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if>
          <dgm:else name="ChevronRTL">
            <dgm:shape xmlns:r="http://schemas.openxmlformats.org/officeDocument/2006/relationships" rot="180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else>
        </dgm:choose>
        <dgm:presOf/>
        <dgm:constrLst/>
        <dgm:ruleLst/>
      </dgm:layoutNode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>
            <dgm:param type="fallback" val="1D"/>
          </dgm:alg>
        </dgm:if>
        <dgm:else name="Name3">
          <dgm:alg type="lin">
            <dgm:param type="linDir" val="fromR"/>
            <dgm:param type="fallback" val="1D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L2TextContainer1" refType="w" fact="0.83"/>
                        <dgm:constr type="l" for="ch" forName="L2TextContainer1" refType="w" fact="0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w" fact="0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 fact="0"/>
                  <dgm:constr type="h" for="ch" forName="DropPin1" refType="h" fact="0"/>
                  <dgm:constr type="ctrX" for="ch" forName="DropPin1" refType="w" fact="0"/>
                  <dgm:constr type="ctrY" for="ch" forName="DropPin1" refType="h" fact="0"/>
                  <dgm:constr type="w" for="ch" forName="Ellipse1" refType="w" refFor="ch" refForName="DropPin1" fact="0"/>
                  <dgm:constr type="h" for="ch" forName="Ellipse1" refType="w" refFor="ch" refForName="DropPin1" fact="0"/>
                  <dgm:constr type="ctrX" for="ch" forName="Ellipse1" refType="ctrX" refFor="ch" refForName="DropPin1" fact="0"/>
                  <dgm:constr type="ctrY" for="ch" forName="Ellipse1" refType="ctrY" refFor="ch" refForName="DropPin1" fact="0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1" styleLbl="dkBgShp">
                <dgm:alg type="sp"/>
                <dgm:shape xmlns:r="http://schemas.openxmlformats.org/officeDocument/2006/relationships" type="rect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gradFill rotWithShape="0">
                          <a:gsLst>
                            <a:gs pos="0">
                              <a:schemeClr val="accent1">
                                <a:tint val="76000"/>
                              </a:schemeClr>
                            </a:gs>
                            <a:gs pos="100000">
                              <a:schemeClr val="accent1">
                                <a:tint val="76000"/>
                              </a:schemeClr>
                            </a:gs>
                          </a:gsLst>
                          <a:lin ang="0" scaled="0"/>
                        </a:gradFill>
                      </dgm1612:spPr>
                    </a:ext>
                  </dgm:extLst>
                </dgm:shape>
                <dgm:presOf/>
                <dgm:constrLst/>
              </dgm:layoutNode>
              <dgm:layoutNode name="ConnectorPoint1" moveWith="ConnectLine1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1" refType="w"/>
                  <dgm:constr type="h" for="ch" forName="Bullet1" refType="w"/>
                  <dgm:constr type="ctrX" for="ch" forName="Bullet1" refType="w" fact="0.5"/>
                  <dgm:constr type="ctrY" for="ch" forName="Bullet1" refType="h" fact="0.5"/>
                </dgm:constrLst>
                <dgm:layoutNode name="Bullet1" styleLbl="node1NoLn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h" fact="0.16"/>
                        <dgm:constr type="b" for="ch" forName="L2TextContainer" refType="h" fact="0.4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t" for="ch" forName="L1TextContainer" refType="h" fact="0.01"/>
                        <dgm:constr type="b" for="ch" forName="L1TextContainer" refType="h" fact="0.16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t" for="ch" forName="L1TextContainer" refType="h" fact="0.01"/>
                        <dgm:constr type="b" for="ch" forName="L1TextContainer" refType="h" fact="0.16"/>
                        <dgm:constr type="w" for="ch" forName="L2TextContainer" refType="w" fact="0.83"/>
                        <dgm:constr type="l" for="ch" forName="L2TextContainer" refType="w" fact="0"/>
                        <dgm:constr type="t" for="ch" forName="L2TextContainer" refType="h" fact="0.16"/>
                        <dgm:constr type="b" for="ch" forName="L2TextContainer" refType="h" fact="0.45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w" fact="0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 fact="0"/>
                  <dgm:constr type="h" for="ch" forName="DropPin" refType="h" fact="0"/>
                  <dgm:constr type="ctrX" for="ch" forName="DropPin" refType="w" fact="0"/>
                  <dgm:constr type="ctrY" for="ch" forName="DropPin" refType="h" fact="0"/>
                  <dgm:constr type="w" for="ch" forName="Ellipse" refType="w" refFor="ch" refForName="DropPin" fact="0"/>
                  <dgm:constr type="h" for="ch" forName="Ellipse" refType="w" refFor="ch" refForName="DropPin" fact="0"/>
                  <dgm:constr type="ctrX" for="ch" forName="Ellipse" refType="ctrX" refFor="ch" refForName="DropPin" fact="0"/>
                  <dgm:constr type="ctrY" for="ch" forName="Ellipse" refType="ctrY" refFor="ch" refForName="DropPin" fact="0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" styleLbl="dkBgShp">
                <dgm:alg type="sp"/>
                <dgm:shape xmlns:r="http://schemas.openxmlformats.org/officeDocument/2006/relationships" type="rect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gradFill rotWithShape="0">
                          <a:gsLst>
                            <a:gs pos="0">
                              <a:schemeClr val="accent1">
                                <a:tint val="76000"/>
                              </a:schemeClr>
                            </a:gs>
                            <a:gs pos="100000">
                              <a:schemeClr val="accent1">
                                <a:tint val="76000"/>
                              </a:schemeClr>
                            </a:gs>
                          </a:gsLst>
                          <a:lin ang="0" scaled="0"/>
                        </a:gradFill>
                      </dgm1612:spPr>
                    </a:ext>
                  </dgm:extLst>
                </dgm:shape>
                <dgm:presOf/>
                <dgm:constrLst/>
              </dgm:layoutNode>
              <dgm:layoutNode name="ConnectorPoint" moveWith="ConnectLine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" refType="w"/>
                  <dgm:constr type="h" for="ch" forName="Bullet" refType="w"/>
                  <dgm:constr type="ctrX" for="ch" forName="Bullet" refType="w" fact="0.5"/>
                  <dgm:constr type="ctrY" for="ch" forName="Bullet" refType="h" fact="0.5"/>
                </dgm:constrLst>
                <dgm:layoutNode name="Bullet" styleLbl="node1NoLn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6686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1333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ctr" defTabSz="767913" rtl="0" eaLnBrk="1" latinLnBrk="0" hangingPunct="1">
        <a:lnSpc>
          <a:spcPct val="90000"/>
        </a:lnSpc>
        <a:spcBef>
          <a:spcPct val="0"/>
        </a:spcBef>
        <a:buNone/>
        <a:defRPr sz="36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1978" indent="-191978" algn="l" defTabSz="767913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2351" kern="1200">
          <a:solidFill>
            <a:schemeClr val="tx1"/>
          </a:solidFill>
          <a:latin typeface="+mn-lt"/>
          <a:ea typeface="+mn-ea"/>
          <a:cs typeface="+mn-cs"/>
        </a:defRPr>
      </a:lvl1pPr>
      <a:lvl2pPr marL="575935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2016" kern="1200">
          <a:solidFill>
            <a:schemeClr val="tx1"/>
          </a:solidFill>
          <a:latin typeface="+mn-lt"/>
          <a:ea typeface="+mn-ea"/>
          <a:cs typeface="+mn-cs"/>
        </a:defRPr>
      </a:lvl2pPr>
      <a:lvl3pPr marL="95989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3pPr>
      <a:lvl4pPr marL="1343848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727805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211176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495718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879674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26363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1pPr>
      <a:lvl2pPr marL="383957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67913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3pPr>
      <a:lvl4pPr marL="1151870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535826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1919783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303739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687696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071652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92FD7CDA-0AB1-5FEB-10A5-B1B8F4AC8D1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59334531"/>
              </p:ext>
            </p:extLst>
          </p:nvPr>
        </p:nvGraphicFramePr>
        <p:xfrm>
          <a:off x="720000" y="720000"/>
          <a:ext cx="7200000" cy="432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09386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26A274EF-EF57-455B-9C9F-7EB5D5275ADE}" vid="{61F186A6-6420-4277-954D-28BA2D3E746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24x16minimal</Template>
  <TotalTime>0</TotalTime>
  <Words>4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Regina Henschel</dc:creator>
  <cp:lastModifiedBy>Regina Henschel</cp:lastModifiedBy>
  <cp:revision>2</cp:revision>
  <dcterms:created xsi:type="dcterms:W3CDTF">2026-08-30T21:13:56Z</dcterms:created>
  <dcterms:modified xsi:type="dcterms:W3CDTF">2026-08-30T21:16:34Z</dcterms:modified>
</cp:coreProperties>
</file>