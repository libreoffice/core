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87888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725266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629254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590849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56396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533242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494837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418027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302813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110789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3060863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291876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286115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8001000" cy="3725266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8001000" cy="326440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8001000" cy="230428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title"/>
          </p:nvPr>
        </p:nvSpPr>
        <p:spPr>
          <a:xfrm>
            <a:off x="838200" y="1825625"/>
            <a:ext cx="8001000" cy="1689811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11</cp:revision>
  <dcterms:created xsi:type="dcterms:W3CDTF">2024-10-22T16:56:41Z</dcterms:created>
  <dcterms:modified xsi:type="dcterms:W3CDTF">2024-10-23T12:56:43Z</dcterms:modified>
</cp:coreProperties>
</file>