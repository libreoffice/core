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4" Type="http://schemas.openxmlformats.org/officeDocument/2006/relationships/theme" Target="theme/theme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45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459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15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021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31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07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56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6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49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553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W01 six short lines, box 1.010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78885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W02 six short lines, box 0.970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25266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W03 six short lines, box 0.945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9254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W04 six short lines, box 0.935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0849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W05 six short lines, box 0.928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63965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W06 six short lines, box 0.920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33242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W07 six short lines, box 0.910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94837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W08 six short lines, box 0.890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18027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W09 six short lines, box 0.860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2813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W10 six short lines, box 0.800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72384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W11 six short lines, box 0.795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53182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W12 six short lines, box 0.760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18765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W13 six short lines, box 0.745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61158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X01 three wrapped lines, box 0.970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3725266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X02 three wrapped lines, box 0.850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3264408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X03 three wrapped lines, box 0.600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2304288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X04 three wrapped lines, box 0.440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1689811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268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Autofit and line spacing test: default 0.9</vt:lpstr>
      <vt:lpstr>Autofit and line spacing test: Single</vt:lpstr>
      <vt:lpstr>Autofit and line spacing test: 1.5</vt:lpstr>
      <vt:lpstr>Autofit and 20pt before-after, line spacing test: Double</vt:lpstr>
      <vt:lpstr>Autofit and 10pt before, line spacing test: Double</vt:lpstr>
      <vt:lpstr>Autofit and 0pt before-after, line spacing test: Double</vt:lpstr>
      <vt:lpstr>Autofit and 20pt before-after, line spacing test: Multiple 0.5</vt:lpstr>
      <vt:lpstr>Autofit and 0pt before-after, line spacing test: Multiple 0.5</vt:lpstr>
      <vt:lpstr>Autofit and 10pt before-after, line spacing test: Multiple 1.7</vt:lpstr>
      <vt:lpstr>Autofit and line spacing test: Exactly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Gábor Kelemen2010</dc:creator>
  <cp:lastModifiedBy>Gábor Kelemen2010</cp:lastModifiedBy>
  <cp:revision>11</cp:revision>
  <dcterms:created xsi:type="dcterms:W3CDTF">2024-10-22T16:56:41Z</dcterms:created>
  <dcterms:modified xsi:type="dcterms:W3CDTF">2024-10-23T12:56:43Z</dcterms:modified>
</cp:coreProperties>
</file>