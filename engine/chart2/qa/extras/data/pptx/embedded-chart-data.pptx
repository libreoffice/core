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charts/colors4.xml" ContentType="application/vnd.ms-office.chartcolor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4.xml" ContentType="application/vnd.ms-office.chartstyle+xml"/>
  <Override PartName="/ppt/charts/chart4.xml" ContentType="application/vnd.openxmlformats-officedocument.drawingml.char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munkalap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Munka1!$C$1</c:f>
              <c:strCache>
                <c:ptCount val="1"/>
                <c:pt idx="0">
                  <c:v>2. adatsor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Munka1!$D$1</c:f>
              <c:strCache>
                <c:ptCount val="1"/>
                <c:pt idx="0">
                  <c:v>3. adatsor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9143728"/>
        <c:axId val="299146864"/>
      </c:lineChart>
      <c:catAx>
        <c:axId val="29914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299146864"/>
        <c:crosses val="autoZero"/>
        <c:auto val="1"/>
        <c:lblAlgn val="ctr"/>
        <c:lblOffset val="100"/>
        <c:noMultiLvlLbl val="0"/>
      </c:catAx>
      <c:valAx>
        <c:axId val="29914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299143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Munka1!$C$1</c:f>
              <c:strCache>
                <c:ptCount val="1"/>
                <c:pt idx="0">
                  <c:v>2. adatsor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Munka1!$D$1</c:f>
              <c:strCache>
                <c:ptCount val="1"/>
                <c:pt idx="0">
                  <c:v>3. adatsor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9323840"/>
        <c:axId val="199324624"/>
      </c:barChart>
      <c:catAx>
        <c:axId val="199323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99324624"/>
        <c:crosses val="autoZero"/>
        <c:auto val="1"/>
        <c:lblAlgn val="ctr"/>
        <c:lblOffset val="100"/>
        <c:noMultiLvlLbl val="0"/>
      </c:catAx>
      <c:valAx>
        <c:axId val="199324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99323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Munka1!$C$1</c:f>
              <c:strCache>
                <c:ptCount val="1"/>
                <c:pt idx="0">
                  <c:v>2. adatsor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Munka1!$D$1</c:f>
              <c:strCache>
                <c:ptCount val="1"/>
                <c:pt idx="0">
                  <c:v>3. adatsor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Munka1!$A$2:$A$5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Munka1!$D$2:$D$5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0164552"/>
        <c:axId val="300161808"/>
      </c:barChart>
      <c:catAx>
        <c:axId val="300164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300161808"/>
        <c:crosses val="autoZero"/>
        <c:auto val="1"/>
        <c:lblAlgn val="ctr"/>
        <c:lblOffset val="100"/>
        <c:noMultiLvlLbl val="0"/>
      </c:catAx>
      <c:valAx>
        <c:axId val="30016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300164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Munka1!$B$1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Munka1!$A$2:$A$6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Munka1!$B$2:$B$6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Munka1!$C$1</c:f>
              <c:strCache>
                <c:ptCount val="1"/>
                <c:pt idx="0">
                  <c:v>2. adatsor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Munka1!$A$2:$A$6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Munka1!$C$2:$C$6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4107280"/>
        <c:axId val="194102184"/>
      </c:areaChart>
      <c:dateAx>
        <c:axId val="1941072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94102184"/>
        <c:crosses val="autoZero"/>
        <c:auto val="1"/>
        <c:lblOffset val="100"/>
        <c:baseTimeUnit val="days"/>
      </c:dateAx>
      <c:valAx>
        <c:axId val="194102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9410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520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065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87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807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061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386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041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494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01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497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595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4EF16-8F24-4046-ACA0-EB3E52437029}" type="datetimeFigureOut">
              <a:rPr lang="hu-HU" smtClean="0"/>
              <a:t>2019.09.26.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7C922-D0FB-40D4-B5CC-DCCE02F404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2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25212984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459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6701954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1970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1369995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149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15918364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192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A8E0EEA1FDF22B4AB9A41CD42CC14085" ma:contentTypeVersion="0" ma:contentTypeDescription="Új dokumentum létrehozása." ma:contentTypeScope="" ma:versionID="807449a18a82728f361d2ef66ef8a50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272c3706e31d85aa278778a1025862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92A2D7-366B-40B4-B5D2-8581403434BF}"/>
</file>

<file path=customXml/itemProps2.xml><?xml version="1.0" encoding="utf-8"?>
<ds:datastoreItem xmlns:ds="http://schemas.openxmlformats.org/officeDocument/2006/customXml" ds:itemID="{0A6F5804-8095-46FB-9F48-A25AD03B58D4}"/>
</file>

<file path=customXml/itemProps3.xml><?xml version="1.0" encoding="utf-8"?>
<ds:datastoreItem xmlns:ds="http://schemas.openxmlformats.org/officeDocument/2006/customXml" ds:itemID="{37B11D67-731F-4820-9A3C-BBBB1B8A1078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Office PowerPoint</Application>
  <PresentationFormat>Szélesvásznú</PresentationFormat>
  <Paragraphs>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Office-téma</vt:lpstr>
      <vt:lpstr>PowerPoint bemutató</vt:lpstr>
      <vt:lpstr>PowerPoint bemutató</vt:lpstr>
      <vt:lpstr>PowerPoint bemutató</vt:lpstr>
      <vt:lpstr>PowerPoint bemutató</vt:lpstr>
    </vt:vector>
  </TitlesOfParts>
  <Company>NISZ Nemzeti Infokommunikációs Szolgáltató Zrt.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Kelemen Gábor 2</dc:creator>
  <cp:lastModifiedBy>Kelemen Gábor 2</cp:lastModifiedBy>
  <cp:revision>6</cp:revision>
  <dcterms:created xsi:type="dcterms:W3CDTF">2019-09-26T07:17:50Z</dcterms:created>
  <dcterms:modified xsi:type="dcterms:W3CDTF">2019-09-26T07:30:15Z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0x010100A8E0EEA1FDF22B4AB9A41CD42CC14085</vt:lpwstr>
  </property>
</Properties>
</file>