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embeddings/oleObject2.bin" ContentType="application/vnd.openxmlformats-officedocument.oleObject"/>
  <Override PartName="/ppt/embeddings/oleObject1.bin" ContentType="application/vnd.openxmlformats-officedocument.spreadsheetml.sheet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media/image1.wmf" ContentType="image/x-wmf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oleObject1.bin"/><Relationship Id="rId2" Type="http://schemas.microsoft.com/office/2011/relationships/chartStyle" Target="style1.xml"/><Relationship Id="rId3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Calibri"/>
              </a:defRPr>
            </a:pPr>
            <a:r>
              <a:rPr sz="1862" b="0" u="none" strike="noStrike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alibri"/>
              </a:rPr>
              <a:t>Chart Title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1. adatsor</c:v>
                </c:pt>
              </c:strCache>
            </c:strRef>
          </c:tx>
          <c:spPr>
            <a:solidFill>
              <a:srgbClr val="5B9BD5"/>
            </a:solidFill>
            <a:ln cap="rnd" w="28440">
              <a:solidFill>
                <a:srgbClr val="5B9BD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2. adatsor</c:v>
                </c:pt>
              </c:strCache>
            </c:strRef>
          </c:tx>
          <c:spPr>
            <a:solidFill>
              <a:srgbClr val="ED7D31"/>
            </a:solidFill>
            <a:ln cap="rnd" w="28440">
              <a:solidFill>
                <a:srgbClr val="ED7D31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3. adatsor</c:v>
                </c:pt>
              </c:strCache>
            </c:strRef>
          </c:tx>
          <c:spPr>
            <a:solidFill>
              <a:srgbClr val="A5A5A5"/>
            </a:solidFill>
            <a:ln cap="rnd" w="28440">
              <a:solidFill>
                <a:srgbClr val="A5A5A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6440485"/>
        <c:axId val="68907017"/>
      </c:lineChart>
      <c:catAx>
        <c:axId val="64404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360">
            <a:solidFill>
              <a:schemeClr val="dk1">
                <a:lumMod val="15000"/>
                <a:lumOff val="85000"/>
              </a:schemeClr>
            </a:solidFill>
            <a:round/>
          </a:ln>
        </c:spPr>
        <c:txPr>
          <a:bodyPr/>
          <a:lstStyle/>
          <a:p>
            <a:pPr>
              <a:defRPr sz="1197" b="0" u="none" strike="noStrike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alibri"/>
              </a:defRPr>
            </a:pPr>
          </a:p>
        </c:txPr>
        <c:crossAx val="68907017"/>
        <c:crosses val="autoZero"/>
        <c:auto val="1"/>
        <c:lblAlgn val="ctr"/>
        <c:lblOffset val="100"/>
        <c:noMultiLvlLbl val="0"/>
      </c:catAx>
      <c:valAx>
        <c:axId val="68907017"/>
        <c:scaling>
          <c:orientation val="minMax"/>
        </c:scaling>
        <c:delete val="0"/>
        <c:axPos val="l"/>
        <c:majorGridlines>
          <c:spPr>
            <a:ln w="9360">
              <a:solidFill>
                <a:schemeClr val="dk1">
                  <a:lumMod val="15000"/>
                  <a:lumOff val="85000"/>
                </a:schemeClr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197" b="0" u="none" strike="noStrike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Calibri"/>
              </a:defRPr>
            </a:pPr>
          </a:p>
        </c:txPr>
        <c:crossAx val="644048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97" b="0" u="none" strike="noStrike">
              <a:solidFill>
                <a:schemeClr val="tx1">
                  <a:lumMod val="65000"/>
                  <a:lumOff val="35000"/>
                </a:schemeClr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>
      <a:schemeClr val="dk1">
        <a:lumMod val="65000"/>
        <a:lumOff val="35000"/>
      </a:schemeClr>
    </cs:fontRef>
    <a:defRPr sz="1330" b="0" u="none" strike="noStrike">
      <a:uFillTx/>
    </a:defRPr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ímd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ctr" defTabSz="914400" hangingPunct="1">
              <a:lnSpc>
                <a:spcPct val="90000"/>
              </a:lnSpc>
              <a:buNone/>
              <a:defRPr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ctr" defTabSz="914400" hangingPunct="1">
              <a:lnSpc>
                <a:spcPct val="90000"/>
              </a:lnSpc>
              <a:buNone/>
            </a:pPr>
            <a:r>
              <a:rPr lang="hu-H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Alcím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0" indent="0" algn="ctr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0" indent="0" algn="ctr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Alcím mintájának szerkesztése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Dátum helye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30369B65-9BB9-42D7-8B0F-F6302F2BDDCF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Élőláb helye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Dia számának helye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ABF7F23E-EE5B-4DDB-89C0-106DC565914C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ím és tartalo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ím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Dátum helye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28066181-BF95-49E5-947A-ED348920D15D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5" name="Élőláb helye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Dia számának helye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62AD9A29-0E51-4055-9254-8E5BB7D3DB64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zakaszfejlé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ím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Szöveg helye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Mintaszöveg szerkesztése</a:t>
            </a:r>
            <a:endParaRPr lang="hu-HU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9" name="Dátum helye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54966E4E-99C1-407F-8483-A3E7C538204A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0" name="Élőláb helye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Dia számának helye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2E58E0CD-8FD3-4348-B696-CB75797E16A1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2 tartalomrész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Tartalom helye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Tartalom helye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Dátum helye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A5AC24FE-9AFE-46CC-B42C-AD06B73A594A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6" name="Élőláb helye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7" name="Dia számának helye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5C29578B-7994-446D-8D2A-B495D4EA45A2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Összehasonlítá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ím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9" name="Szöveg helye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Tartalom helye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Szöveg helye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4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artalom helye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Dátum helye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F164E796-2361-4CE7-ADCE-33FF6DDD752E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4" name="Élőláb helye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Dia számának helye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795B6C1F-A6A1-457F-AB91-EE27E577D61C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sak cí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ím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Dátum helye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94849265-8AE0-40CF-9790-557948AB3C05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Élőláb helye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Dia számának helye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C7E5A402-E318-4060-942A-F73763E94008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Dátum helye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322AAF45-3B0F-4543-9C7A-02296E947A0A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1" name="Élőláb helye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Dia számának helye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E050B0AC-9CFA-4C7E-9C85-BDAED45F26AE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talomrész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ím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4" name="Tartalom helye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zöveg helye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Dátum helye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B4453A1A-6A3F-4CAC-9A5A-A7EE2918C445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7" name="Élőláb helye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Dia számának helye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6FB4DBBA-49DB-4CB3-9E64-2C1C26DCD9E4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ép képaláírás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ím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Kép helye 2"/>
          <p:cNvSpPr>
            <a:spLocks noGrp="1"/>
          </p:cNvSpPr>
          <p:nvPr>
            <p:ph type="pic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0" indent="0" algn="l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Szöveg helye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hu-H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Dátum helye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8C210761-95BF-4C0B-9A09-C81FA87AB414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3" name="Élőláb helye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4" name="Dia számának helye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F1656299-D2C1-4617-9E20-A51F0D7FAB07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Cím és függőlege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ím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Függőleges szöveg helye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Dátum helye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EF57F144-864E-46CA-BD6B-1E3495C86778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Élőláb helye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9" name="Dia számának helye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43E64C77-31A4-414A-B8A4-89D6CEB566EC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Függőleges cím és szöve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Függőleges cím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rmAutofit/>
          </a:bodyPr>
          <a:lstStyle>
            <a:lvl1pPr marL="0" indent="0" algn="l" defTabSz="914400" hangingPunct="1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l" defTabSz="914400" hangingPunct="1">
              <a:lnSpc>
                <a:spcPct val="90000"/>
              </a:lnSpc>
              <a:buNone/>
            </a:pPr>
            <a:r>
              <a:rPr lang="hu-H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Függőleges szöveg helye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Dátum helye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71744891-26A9-4A46-A094-D61A2C477315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3" name="Élőláb helye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Dia számának helye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9216EF54-1657-437C-BFC1-60CBF66C6B56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marL="0" indent="0" algn="ctr" defTabSz="914400" hangingPunct="1">
              <a:lnSpc>
                <a:spcPct val="90000"/>
              </a:lnSpc>
              <a:buNone/>
              <a:defRPr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marL="0" indent="0" algn="ctr" defTabSz="914400" hangingPunct="1">
              <a:lnSpc>
                <a:spcPct val="90000"/>
              </a:lnSpc>
              <a:buNone/>
            </a:pPr>
            <a:r>
              <a:rPr lang="hu-H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Mintacím szerkesztése</a:t>
            </a:r>
            <a:endParaRPr lang="hu-HU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Dátum helye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l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l" defTabSz="914400" hangingPunct="1">
              <a:lnSpc>
                <a:spcPct val="100000"/>
              </a:lnSpc>
              <a:buNone/>
            </a:pPr>
            <a:fld id="{B2F95EA8-FCA9-4835-B890-1621E3E2913D}" type="datetime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" name="Élőláb helye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ctr">
              <a:buNone/>
              <a:defRPr sz="1400" b="0" u="none" strike="noStrike">
                <a:effectLst/>
                <a:uFillTx/>
                <a:latin typeface="Calibri"/>
              </a:defRPr>
            </a:lvl1pPr>
          </a:lstStyle>
          <a:p>
            <a:pPr marL="0"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Dia számának helye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marL="0" indent="0" algn="r" defTabSz="914400" hangingPunct="1">
              <a:lnSpc>
                <a:spcPct val="100000"/>
              </a:lnSpc>
              <a:buNone/>
              <a:defRPr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marL="0" indent="0" algn="r" defTabSz="914400" hangingPunct="1">
              <a:lnSpc>
                <a:spcPct val="100000"/>
              </a:lnSpc>
              <a:buNone/>
            </a:pPr>
            <a:fld id="{CE9D7D13-9017-42FE-9DF8-7147C69BBE52}" type="slidenum">
              <a:rPr lang="hu-H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hu-HU" sz="1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" name="Tartalom helye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 hangingPunct="1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hu-H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Mintaszöveg szerkesztése</a:t>
            </a:r>
            <a:endParaRPr lang="hu-HU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Második szint</a:t>
            </a:r>
            <a:endParaRPr lang="hu-H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Harmadik szint</a:t>
            </a:r>
            <a:endParaRPr lang="hu-H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Negyedik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 hangingPunct="1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hu-H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Ötödik szint</a:t>
            </a:r>
            <a:endParaRPr lang="hu-H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>
        <a:defRPr lang="hu-HU" sz="6000" b="0" u="none" strike="noStrike">
          <a:solidFill>
            <a:schemeClr val="dk1"/>
          </a:solidFill>
          <a:uFillTx/>
          <a:latin typeface="Calibri Light"/>
        </a:defRPr>
      </a:lvl1pPr>
    </p:titleStyle>
    <p:bodyStyle>
      <a:lvl1pPr marL="228600" indent="-228600">
        <a:defRPr lang="hu-HU" sz="2800" b="0" u="none" strike="noStrike">
          <a:solidFill>
            <a:schemeClr val="dk1"/>
          </a:solidFill>
          <a:uFillTx/>
          <a:latin typeface="Calibri"/>
        </a:defRPr>
      </a:lvl1pPr>
      <a:lvl2pPr marL="685800" indent="-228600">
        <a:defRPr lang="hu-HU" sz="2400" b="0" u="none" strike="noStrike">
          <a:solidFill>
            <a:schemeClr val="dk1"/>
          </a:solidFill>
          <a:uFillTx/>
          <a:latin typeface="Calibri"/>
        </a:defRPr>
      </a:lvl2pPr>
      <a:lvl3pPr marL="1143000" indent="-228600">
        <a:defRPr lang="hu-HU" sz="2000" b="0" u="none" strike="noStrike">
          <a:solidFill>
            <a:schemeClr val="dk1"/>
          </a:solidFill>
          <a:uFillTx/>
          <a:latin typeface="Calibri"/>
        </a:defRPr>
      </a:lvl3pPr>
      <a:lvl4pPr marL="1600200" indent="-228600">
        <a:defRPr lang="hu-HU" sz="1800" b="0" u="none" strike="noStrike">
          <a:solidFill>
            <a:schemeClr val="dk1"/>
          </a:solidFill>
          <a:uFillTx/>
          <a:latin typeface="Calibri"/>
        </a:defRPr>
      </a:lvl4pPr>
      <a:lvl5pPr marL="2057400" indent="-228600">
        <a:defRPr lang="hu-HU" sz="1800" b="0" u="none" strike="noStrike">
          <a:solidFill>
            <a:schemeClr val="dk1"/>
          </a:solidFill>
          <a:uFillTx/>
          <a:latin typeface="Calibri"/>
        </a:defRPr>
      </a:lvl5pPr>
      <a:lvl6pPr marL="2514600" indent="-228600">
        <a:defRPr lang="hu-HU" sz="2000" b="0" u="none" strike="noStrike">
          <a:solidFill>
            <a:schemeClr val="dk1"/>
          </a:solidFill>
          <a:uFillTx/>
          <a:latin typeface="Calibri"/>
        </a:defRPr>
      </a:lvl6pPr>
      <a:lvl7pPr marL="2971800" indent="-228600">
        <a:defRPr lang="hu-HU" sz="2000" b="0" u="none" strike="noStrike">
          <a:solidFill>
            <a:schemeClr val="dk1"/>
          </a:solidFill>
          <a:uFillTx/>
          <a:latin typeface="Calibri"/>
        </a:defRPr>
      </a:lvl7pPr>
      <a:lvl8pPr marL="3429000" indent="-228600">
        <a:defRPr lang="hu-HU" sz="2000" b="0" u="none" strike="noStrike">
          <a:solidFill>
            <a:schemeClr val="dk1"/>
          </a:solidFill>
          <a:uFillTx/>
          <a:latin typeface="Calibri"/>
        </a:defRPr>
      </a:lvl8pPr>
      <a:lvl9pPr marL="3886200" indent="-228600">
        <a:defRPr lang="hu-HU" sz="2000" b="0" u="none" strike="noStrike">
          <a:solidFill>
            <a:schemeClr val="dk1"/>
          </a:solidFill>
          <a:uFillTx/>
          <a:latin typeface="Calibri"/>
        </a:defRPr>
      </a:lvl9pPr>
    </p:bodyStyle>
  </p:txStyles>
  <p:extLst>
    <p:ext uri="urn:com:collaboraoffice:names:experimental:ooxml:xmlns:coext:1.0">
      <coext:pageGuid xmlns:coext="urn:com:collaboraoffice:names:experimental:ooxml:xmlns:coext:1.0" val="{5FE3BEFE-21FB-4AB4-B748-AA163F5B987D}"/>
    </p:ext>
  </p:ext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1.wmf"/><Relationship Id="rId4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Diagram 7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6" name="Object 2"/>
          <p:cNvGraphicFramePr/>
          <p:nvPr/>
        </p:nvGraphicFramePr>
        <p:xfrm>
          <a:off x="1303560" y="1621080"/>
          <a:ext cx="406080" cy="439200"/>
        </p:xfrm>
        <a:graphic>
          <a:graphicData uri="http://schemas.openxmlformats.org/presentationml/2006/ole">
            <p:oleObj showAsIcon="1" progId="Package" r:id="rId2" spid="">
              <p:embed/>
              <p:pic>
                <p:nvPicPr>
                  <p:cNvPr id="67" name="Object 2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303560" y="1621080"/>
                    <a:ext cx="406080" cy="439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extLst>
    <p:ext uri="urn:com:collaboraoffice:names:experimental:ooxml:xmlns:coext:1.0">
      <coext:pageGuid xmlns:coext="urn:com:collaboraoffice:names:experimental:ooxml:xmlns:coext:1.0" val="{DC20A9EB-BFB6-4B02-9322-A7EAFB57010D}"/>
    </p:ext>
  </p:extLst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Collabora_Office/26.04.6.0$Linux_X86_64 LibreOffice_project/929782e30ab804fa4b705a53b92e53d0d999be7a</Application>
  <AppVersion>15.0000</AppVersion>
  <Words>2</Words>
  <Paragraphs>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2026-10-26T10:32:33Z</dcterms:created>
  <dc:creator/>
  <dc:description/>
  <dc:language>en-US</dc:language>
  <cp:lastModifiedBy/>
  <dcterms:modified xsi:type="dcterms:W3CDTF">2026-10-26T10:35:43Z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</vt:r8>
  </property>
</Properties>
</file>