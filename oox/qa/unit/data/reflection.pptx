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
  <Relationship Id="rId1" Type="http://schemas.openxmlformats.org/officeDocument/2006/relationships/officeDocument" Target="ppt/presentation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
<Relationships xmlns="http://schemas.openxmlformats.org/package/2006/relationships">
  <Relationship Id="rId1" Type="http://schemas.openxmlformats.org/officeDocument/2006/relationships/slideMaster" Target="slideMasters/slideMaster1.xml"/>
  <Relationship Id="rId2" Type="http://schemas.openxmlformats.org/officeDocument/2006/relationships/slide" Target="slides/slide1.xml"/>
</Relationships>
</file>

<file path=ppt/slideLayouts/_rels/slideLayout1.xml.rels><?xml version="1.0" encoding="UTF-8" standalone="yes"?>
<Relationships xmlns="http://schemas.openxmlformats.org/package/2006/relationships">
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theme" Target="../theme/theme1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ght reflection touching"/>
          <p:cNvSpPr/>
          <p:nvPr/>
        </p:nvSpPr>
        <p:spPr>
          <a:xfrm>
            <a:off x="500000" y="500000"/>
            <a:ext cx="1800000" cy="1200000"/>
          </a:xfrm>
          <a:prstGeom prst="rect">
            <a:avLst/>
          </a:prstGeom>
          <a:solidFill>
            <a:srgbClr val="4472C4"/>
          </a:solidFill>
          <a:effectLst>
            <a:reflection blurRad="6350" stA="50000" endA="300" endPos="35000" dir="5400000" sy="-100000" algn="bl" rotWithShape="0"/>
          </a:effectLst>
        </p:spPr>
      </p:sp>
      <p:sp>
        <p:nvSpPr>
          <p:cNvPr id="3" name="Half reflection 4pt offset"/>
          <p:cNvSpPr/>
          <p:nvPr/>
        </p:nvSpPr>
        <p:spPr>
          <a:xfrm>
            <a:off x="2800000" y="500000"/>
            <a:ext cx="1800000" cy="1200000"/>
          </a:xfrm>
          <a:prstGeom prst="rect">
            <a:avLst/>
          </a:prstGeom>
          <a:solidFill>
            <a:srgbClr val="4472C4"/>
          </a:solidFill>
          <a:effectLst>
            <a:reflection blurRad="6350" stA="50000" endA="300" endPos="55000" dist="50800" dir="5400000" sy="-100000" algn="bl" rotWithShape="0"/>
          </a:effectLst>
        </p:spPr>
      </p:sp>
      <p:sp>
        <p:nvSpPr>
          <p:cNvPr id="4" name="Reflection with defaults"/>
          <p:cNvSpPr/>
          <p:nvPr/>
        </p:nvSpPr>
        <p:spPr>
          <a:xfrm>
            <a:off x="5100000" y="500000"/>
            <a:ext cx="1800000" cy="1200000"/>
          </a:xfrm>
          <a:prstGeom prst="rect">
            <a:avLst/>
          </a:prstGeom>
          <a:solidFill>
            <a:srgbClr val="4472C4"/>
          </a:solidFill>
          <a:effectLst>
            <a:reflection/>
          </a:effectLst>
        </p:spPr>
      </p:sp>
      <p:sp>
        <p:nvSpPr>
          <p:cNvPr id="5" name="No reflection"/>
          <p:cNvSpPr/>
          <p:nvPr/>
        </p:nvSpPr>
        <p:spPr>
          <a:xfrm>
            <a:off x="500000" y="3500000"/>
            <a:ext cx="1800000" cy="1200000"/>
          </a:xfrm>
          <a:prstGeom prst="rect">
            <a:avLst/>
          </a:prstGeom>
          <a:solidFill>
            <a:srgbClr val="4472C4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