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20D6F-2C56-4FF5-B371-A58296634A37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66794-E0DD-4F64-9596-33BD5F435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82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20D6F-2C56-4FF5-B371-A58296634A37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66794-E0DD-4F64-9596-33BD5F435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34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000" y="1000000"/>
            <a:ext cx="6000000" cy="1500000"/>
          </a:xfrm>
          <a:prstGeom prst="rect">
            <a:avLst/>
          </a:prstGeom>
        </p:spPr>
        <p:txBody>
          <a:bodyPr wrap="square"/>
          <a:lstStyle>
            <a:lvl1pPr>
              <a:defRPr u="none">
                <a:uFillTx/>
              </a:defRPr>
            </a:lvl1pPr>
          </a:lstStyle>
          <a:p>
            <a:r>
              <a:rPr lang="en-US" u="sng">
                <a:uFill>
                  <a:solidFill>
                    <a:srgbClr val="FF0000"/>
                  </a:solidFill>
                </a:uFill>
              </a:rPr>
              <a:t>own uFill</a:t>
            </a:r>
          </a:p>
          <a:p>
            <a:r>
              <a:rPr lang="en-US" u="sng"/>
              <a:t>inherited uFillTx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modified xsi:type="dcterms:W3CDTF">2026-10-06T18:19:47Z</dcterms:modified>
</cp:coreProperties>
</file>