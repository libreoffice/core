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, clipp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317A3-2D6A-6429-C0BE-02887F23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9BEB6-24A9-7E6F-C93B-9C26C75D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E3D6C-FADC-8F98-B7CC-F0106A25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Marker 20"/>
          <p:cNvSpPr/>
          <p:nvPr/>
        </p:nvSpPr>
        <p:spPr>
          <a:xfrm>
            <a:off x="1800000" y="4150000"/>
            <a:ext cx="2700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This must stay visible</a:t>
            </a:r>
          </a:p>
        </p:txBody>
      </p:sp>
      <p:sp>
        <p:nvSpPr>
          <p:cNvPr id="21" name="Marker 21"/>
          <p:cNvSpPr/>
          <p:nvPr/>
        </p:nvSpPr>
        <p:spPr>
          <a:xfrm>
            <a:off x="6300000" y="3300000"/>
            <a:ext cx="2400000" cy="900000"/>
          </a:xfrm>
          <a:prstGeom prst="rect">
            <a:avLst/>
          </a:prstGeom>
          <a:solidFill>
            <a:srgbClr val="1F7A1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And partly this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00000" y="800000"/>
            <a:ext cx="9000000" cy="5000000"/>
          </a:xfrm>
          <a:custGeom>
            <a:avLst/>
            <a:gdLst/>
            <a:ahLst/>
            <a:cxnLst/>
            <a:rect l="0" t="0" r="r" b="b"/>
            <a:pathLst>
              <a:path w="9000000" h="5000000">
                <a:moveTo>
                  <a:pt x="0" y="0"/>
                </a:moveTo>
                <a:lnTo>
                  <a:pt x="9000000" y="0"/>
                </a:lnTo>
                <a:lnTo>
                  <a:pt x="9000000" y="5000000"/>
                </a:lnTo>
                <a:lnTo>
                  <a:pt x="0" y="5000000"/>
                </a:lnTo>
                <a:close/>
                <a:moveTo>
                  <a:pt x="400000" y="3200000"/>
                </a:moveTo>
                <a:lnTo>
                  <a:pt x="400000" y="4700000"/>
                </a:lnTo>
                <a:lnTo>
                  <a:pt x="3500000" y="4700000"/>
                </a:lnTo>
                <a:lnTo>
                  <a:pt x="3500000" y="3200000"/>
                </a:lnTo>
                <a:close/>
                <a:moveTo>
                  <a:pt x="6300000" y="2300000"/>
                </a:moveTo>
                <a:cubicBezTo>
                  <a:pt x="5305887" y="2300000"/>
                  <a:pt x="4500000" y="2792487"/>
                  <a:pt x="4500000" y="3400000"/>
                </a:cubicBezTo>
                <a:cubicBezTo>
                  <a:pt x="4500000" y="4007513"/>
                  <a:pt x="5305887" y="4500000"/>
                  <a:pt x="6300000" y="4500000"/>
                </a:cubicBezTo>
                <a:cubicBezTo>
                  <a:pt x="7294113" y="4500000"/>
                  <a:pt x="8100000" y="4007513"/>
                  <a:pt x="8100000" y="3400000"/>
                </a:cubicBezTo>
                <a:cubicBezTo>
                  <a:pt x="8100000" y="2792487"/>
                  <a:pt x="7294113" y="2300000"/>
                  <a:pt x="6300000" y="2300000"/>
                </a:cubicBezTo>
                <a:close/>
              </a:path>
              <a:path w="9000000" h="5000000">
                <a:moveTo>
                  <a:pt x="6300000" y="3100000"/>
                </a:moveTo>
                <a:quadBezTo>
                  <a:pt x="5557500" y="3806667"/>
                  <a:pt x="5200000" y="4700000"/>
                </a:quadBezTo>
                <a:quadBezTo>
                  <a:pt x="6300000" y="4886667"/>
                  <a:pt x="7400000" y="4700000"/>
                </a:quadBezTo>
                <a:quadBezTo>
                  <a:pt x="7042500" y="3806667"/>
                  <a:pt x="6300000" y="3100000"/>
                </a:quadBez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962E-FA9C-5FA4-478A-ECFB53C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385B-6C19-449A-5A36-53A6AEE8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3EE4-50C8-0513-003C-FC429A89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83BC-5931-FE15-2478-8649A043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EAC1-D4B8-A414-AC21-201FFFC1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2E56-1AAB-DF2C-9D66-7CF67082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158F3F-E31A-EA7D-E8A2-8F2D7E310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64017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2026-05-13T05:28:35Z</dcterms:created>
  <dcterms:modified xsi:type="dcterms:W3CDTF">2026-05-13T05:32:59Z</dcterms:modified>
</cp:coreProperties>
</file>