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">
    <p:spTree>
      <p:nvGrpSpPr>
        <p:cNvPr id="1" name=""/>
        <p:cNvGrpSpPr/>
        <p:nvPr/>
      </p:nvGrpSpPr>
      <p:grpSpPr/>
      <p:sp>
        <p:nvSpPr>
          <p:cNvPr id="2" name="Used"/>
          <p:cNvSpPr>
            <a:spLocks noGrp="1"/>
          </p:cNvSpPr>
          <p:nvPr>
            <p:ph type="body" idx="15"/>
          </p:nvPr>
        </p:nvSpPr>
        <p:spPr>
          <a:xfrm>
            <a:off x="2000000" y="3000000"/>
            <a:ext cx="180000" cy="180000"/>
          </a:xfrm>
          <a:prstGeom prst="ellipse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/>
              <a:t>Prompt one</a:t>
            </a:r>
          </a:p>
        </p:txBody>
      </p:sp>
      <p:sp>
        <p:nvSpPr>
          <p:cNvPr id="3" name="Unused"/>
          <p:cNvSpPr>
            <a:spLocks noGrp="1"/>
          </p:cNvSpPr>
          <p:nvPr>
            <p:ph type="body" idx="16"/>
          </p:nvPr>
        </p:nvSpPr>
        <p:spPr>
          <a:xfrm>
            <a:off x="6000000" y="3000000"/>
            <a:ext cx="180000" cy="180000"/>
          </a:xfrm>
          <a:prstGeom prst="ellipse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/>
              <a:t>Prompt two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/>
      </a:lvl1pPr>
    </p:titleStyle>
    <p:bodyStyle>
      <a:lvl1pPr>
        <a:defRPr sz="18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arrow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First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basoft_Template">
  <a:themeElements>
    <a:clrScheme name="Fabasoft_Colors">
      <a:dk1>
        <a:srgbClr val="000000"/>
      </a:dk1>
      <a:lt1>
        <a:srgbClr val="FFFFFF"/>
      </a:lt1>
      <a:dk2>
        <a:srgbClr val="333332"/>
      </a:dk2>
      <a:lt2>
        <a:srgbClr val="F2F1ED"/>
      </a:lt2>
      <a:accent1>
        <a:srgbClr val="266AF3"/>
      </a:accent1>
      <a:accent2>
        <a:srgbClr val="DDB64D"/>
      </a:accent2>
      <a:accent3>
        <a:srgbClr val="FFF266"/>
      </a:accent3>
      <a:accent4>
        <a:srgbClr val="E5DDC3"/>
      </a:accent4>
      <a:accent5>
        <a:srgbClr val="0F4061"/>
      </a:accent5>
      <a:accent6>
        <a:srgbClr val="397365"/>
      </a:accent6>
      <a:hlink>
        <a:srgbClr val="333332"/>
      </a:hlink>
      <a:folHlink>
        <a:srgbClr val="559384"/>
      </a:folHlink>
    </a:clrScheme>
    <a:fontScheme name="Fabasoft_Schrif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2F1ED"/>
        </a:solidFill>
        <a:ln>
          <a:noFill/>
        </a:ln>
      </a:spPr>
      <a:bodyPr lIns="108000" tIns="72000" rIns="108000" bIns="72000" rtlCol="0" anchor="t">
        <a:noAutofit/>
      </a:bodyPr>
      <a:lstStyle>
        <a:defPPr marL="180000" indent="-180000" algn="l">
          <a:spcBef>
            <a:spcPts val="600"/>
          </a:spcBef>
          <a:buClr>
            <a:srgbClr val="266AFE"/>
          </a:buClr>
          <a:buFont typeface="Arial" panose="020B0604020202020204" pitchFamily="34" charset="0"/>
          <a:buChar char="•"/>
          <a:defRPr sz="1400" dirty="0" err="1" smtClean="0">
            <a:solidFill>
              <a:schemeClr val="tx2"/>
            </a:solidFill>
            <a:latin typeface="Arial" pitchFamily="50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00000"/>
          </a:lnSpc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Light Blue">
      <a:srgbClr val="A5D0FF"/>
    </a:custClr>
    <a:custClr name="Light Green">
      <a:srgbClr val="559384"/>
    </a:custClr>
  </a:custClrLst>
</a:theme>
</file>