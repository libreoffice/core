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7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8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0B724-2033-C97A-B95D-A54AC5547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2400000" cy="600000"/>
          </a:xfrm>
        </p:spPr>
        <p:txBody>
          <a:bodyPr>
            <a:normAutofit/>
          </a:bodyPr>
          <a:lstStyle/>
          <a:p>
            <a:r>
              <a:rPr lang="fr-FR" dirty="0"/>
              <a:t>Original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152C89-7CDC-6561-5215-2C3EE6043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000" y="2400000"/>
            <a:ext cx="9600000" cy="2400000"/>
          </a:xfrm>
        </p:spPr>
        <p:txBody>
          <a:bodyPr>
            <a:normAutofit/>
          </a:bodyPr>
          <a:lstStyle/>
          <a:p>
            <a:r>
              <a:rPr lang="fr-FR" dirty="0"/>
              <a:t>Original subtitle</a:t>
            </a:r>
          </a:p>
        </p:txBody>
      </p:sp>
    </p:spTree>
    <p:extLst>
      <p:ext uri="{BB962C8B-B14F-4D97-AF65-F5344CB8AC3E}">
        <p14:creationId xmlns:p14="http://schemas.microsoft.com/office/powerpoint/2010/main" val="350670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