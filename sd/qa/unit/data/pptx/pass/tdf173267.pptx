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0" y="0"/>
          <a:ext cx="3000000" cy="500000"/>
        </p:xfrm>
        <a:graphic>
          <a:graphicData uri="http://schemas.openxmlformats.org/drawingml/2006/table">
            <a:tbl>
              <a:tblPr firstRow="1" bandRow="1">
                <a:tableStyleId>{4C22544A-7EE6-4342-B048-85BDC9FD1C3A}</a:tableStyleId>
              </a:tblPr>
              <a:tblGrid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