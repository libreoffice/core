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commentAuthors.xml><?xml version="1.0" encoding="utf-8"?>
<p:cmAuthorLst xmlns:p="http://schemas.openxmlformats.org/presentationml/2006/main">
  <p:cmAuthor id="0" name="A" initials="A" lastIdx="1" clrIdx="0"/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5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pos x="0" y="0"/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