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Slide1"/>
    <p:sldId id="257" r:id="rIdSlide2"/>
    <p:sldId id="258" r:id="rIdSlide3"/>
    <p:sldId id="259" r:id="rIdSlide4"/>
    <p:sldId id="260" r:id="rIdSlide5"/>
    <p:sldId id="261" r:id="rIdSlide6"/>
    <p:sldId id="262" r:id="rIdSlide7"/>
    <p:sldId id="263" r:id="rIdSlide8"/>
    <p:sldId id="264" r:id="rIdSlide9"/>
    <p:sldId id="265" r:id="rIdSlide10"/>
    <p:sldId id="266" r:id="rIdSlide11"/>
    <p:sldId id="267" r:id="rIdSlide12"/>
    <p:sldId id="268" r:id="rIdSlide13"/>
    <p:sldId id="269" r:id="rIdSlide14"/>
    <p:sldId id="270" r:id="rIdSlide15"/>
    <p:sldId id="271" r:id="rIdSlide16"/>
    <p:sldId id="272" r:id="rIdSlide17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7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66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15" Type="http://schemas.openxmlformats.org/officeDocument/2006/relationships/tableStyles" Target="tableStyles.xml"/><Relationship Id="rId14" Type="http://schemas.openxmlformats.org/officeDocument/2006/relationships/theme" Target="theme/theme1.xml"/><Relationship Id="rIdSlide1" Type="http://schemas.openxmlformats.org/officeDocument/2006/relationships/slide" Target="slides/slide1.xml"/><Relationship Id="rIdSlide2" Type="http://schemas.openxmlformats.org/officeDocument/2006/relationships/slide" Target="slides/slide2.xml"/><Relationship Id="rIdSlide3" Type="http://schemas.openxmlformats.org/officeDocument/2006/relationships/slide" Target="slides/slide3.xml"/><Relationship Id="rIdSlide4" Type="http://schemas.openxmlformats.org/officeDocument/2006/relationships/slide" Target="slides/slide4.xml"/><Relationship Id="rIdSlide5" Type="http://schemas.openxmlformats.org/officeDocument/2006/relationships/slide" Target="slides/slide5.xml"/><Relationship Id="rIdSlide6" Type="http://schemas.openxmlformats.org/officeDocument/2006/relationships/slide" Target="slides/slide6.xml"/><Relationship Id="rIdSlide7" Type="http://schemas.openxmlformats.org/officeDocument/2006/relationships/slide" Target="slides/slide7.xml"/><Relationship Id="rIdSlide8" Type="http://schemas.openxmlformats.org/officeDocument/2006/relationships/slide" Target="slides/slide8.xml"/><Relationship Id="rIdSlide9" Type="http://schemas.openxmlformats.org/officeDocument/2006/relationships/slide" Target="slides/slide9.xml"/><Relationship Id="rIdSlide10" Type="http://schemas.openxmlformats.org/officeDocument/2006/relationships/slide" Target="slides/slide10.xml"/><Relationship Id="rIdSlide11" Type="http://schemas.openxmlformats.org/officeDocument/2006/relationships/slide" Target="slides/slide11.xml"/><Relationship Id="rIdSlide12" Type="http://schemas.openxmlformats.org/officeDocument/2006/relationships/slide" Target="slides/slide12.xml"/><Relationship Id="rIdSlide13" Type="http://schemas.openxmlformats.org/officeDocument/2006/relationships/slide" Target="slides/slide13.xml"/><Relationship Id="rIdSlide14" Type="http://schemas.openxmlformats.org/officeDocument/2006/relationships/slide" Target="slides/slide14.xml"/><Relationship Id="rIdSlide15" Type="http://schemas.openxmlformats.org/officeDocument/2006/relationships/slide" Target="slides/slide15.xml"/><Relationship Id="rIdSlide16" Type="http://schemas.openxmlformats.org/officeDocument/2006/relationships/slide" Target="slides/slide16.xml"/><Relationship Id="rIdSlide17" Type="http://schemas.openxmlformats.org/officeDocument/2006/relationships/slide" Target="slides/slide1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47455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84595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46154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80214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54319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755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4071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5306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80569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33647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33499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85534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smtClean="0"/>
              <a:t>W01 six short lines, box 1.010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78885"/>
          </a:xfrm>
        </p:spPr>
        <p:txBody>
          <a:bodyPr lIns="0" tIns="0" rIns="0" bIns="0">
            <a:normAutofit fontScale="55000" lnSpcReduction="20000"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01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02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03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04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05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06</a:t>
            </a:r>
          </a:p>
        </p:txBody>
      </p:sp>
    </p:spTree>
    <p:extLst>
      <p:ext uri="{BB962C8B-B14F-4D97-AF65-F5344CB8AC3E}">
        <p14:creationId xmlns:p14="http://schemas.microsoft.com/office/powerpoint/2010/main" val="149312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smtClean="0"/>
              <a:t>W02 six short lines, box 0.970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725266"/>
          </a:xfrm>
        </p:spPr>
        <p:txBody>
          <a:bodyPr lIns="0" tIns="0" rIns="0" bIns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01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02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03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04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05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06</a:t>
            </a:r>
          </a:p>
        </p:txBody>
      </p:sp>
    </p:spTree>
    <p:extLst>
      <p:ext uri="{BB962C8B-B14F-4D97-AF65-F5344CB8AC3E}">
        <p14:creationId xmlns:p14="http://schemas.microsoft.com/office/powerpoint/2010/main" val="149312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smtClean="0"/>
              <a:t>W03 six short lines, box 0.945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29254"/>
          </a:xfrm>
        </p:spPr>
        <p:txBody>
          <a:bodyPr lIns="0" tIns="0" rIns="0" bIns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01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02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03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04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05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06</a:t>
            </a:r>
          </a:p>
        </p:txBody>
      </p:sp>
    </p:spTree>
    <p:extLst>
      <p:ext uri="{BB962C8B-B14F-4D97-AF65-F5344CB8AC3E}">
        <p14:creationId xmlns:p14="http://schemas.microsoft.com/office/powerpoint/2010/main" val="149312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smtClean="0"/>
              <a:t>W04 six short lines, box 0.935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90849"/>
          </a:xfrm>
        </p:spPr>
        <p:txBody>
          <a:bodyPr lIns="0" tIns="0" rIns="0" bIns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01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02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03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04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05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06</a:t>
            </a:r>
          </a:p>
        </p:txBody>
      </p:sp>
    </p:spTree>
    <p:extLst>
      <p:ext uri="{BB962C8B-B14F-4D97-AF65-F5344CB8AC3E}">
        <p14:creationId xmlns:p14="http://schemas.microsoft.com/office/powerpoint/2010/main" val="149312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smtClean="0"/>
              <a:t>W05 six short lines, box 0.928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63965"/>
          </a:xfrm>
        </p:spPr>
        <p:txBody>
          <a:bodyPr lIns="0" tIns="0" rIns="0" bIns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01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02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03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04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05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06</a:t>
            </a:r>
          </a:p>
        </p:txBody>
      </p:sp>
    </p:spTree>
    <p:extLst>
      <p:ext uri="{BB962C8B-B14F-4D97-AF65-F5344CB8AC3E}">
        <p14:creationId xmlns:p14="http://schemas.microsoft.com/office/powerpoint/2010/main" val="149312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smtClean="0"/>
              <a:t>W06 six short lines, box 0.920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33242"/>
          </a:xfrm>
        </p:spPr>
        <p:txBody>
          <a:bodyPr lIns="0" tIns="0" rIns="0" bIns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01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02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03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04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05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06</a:t>
            </a:r>
          </a:p>
        </p:txBody>
      </p:sp>
    </p:spTree>
    <p:extLst>
      <p:ext uri="{BB962C8B-B14F-4D97-AF65-F5344CB8AC3E}">
        <p14:creationId xmlns:p14="http://schemas.microsoft.com/office/powerpoint/2010/main" val="149312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smtClean="0"/>
              <a:t>W07 six short lines, box 0.910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94837"/>
          </a:xfrm>
        </p:spPr>
        <p:txBody>
          <a:bodyPr lIns="0" tIns="0" rIns="0" bIns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01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02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03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04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05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06</a:t>
            </a:r>
          </a:p>
        </p:txBody>
      </p:sp>
    </p:spTree>
    <p:extLst>
      <p:ext uri="{BB962C8B-B14F-4D97-AF65-F5344CB8AC3E}">
        <p14:creationId xmlns:p14="http://schemas.microsoft.com/office/powerpoint/2010/main" val="149312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smtClean="0"/>
              <a:t>W08 six short lines, box 0.890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18027"/>
          </a:xfrm>
        </p:spPr>
        <p:txBody>
          <a:bodyPr lIns="0" tIns="0" rIns="0" bIns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01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02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03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04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05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06</a:t>
            </a:r>
          </a:p>
        </p:txBody>
      </p:sp>
    </p:spTree>
    <p:extLst>
      <p:ext uri="{BB962C8B-B14F-4D97-AF65-F5344CB8AC3E}">
        <p14:creationId xmlns:p14="http://schemas.microsoft.com/office/powerpoint/2010/main" val="149312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smtClean="0"/>
              <a:t>W09 six short lines, box 0.860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02813"/>
          </a:xfrm>
        </p:spPr>
        <p:txBody>
          <a:bodyPr lIns="0" tIns="0" rIns="0" bIns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01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02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03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04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05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06</a:t>
            </a:r>
          </a:p>
        </p:txBody>
      </p:sp>
    </p:spTree>
    <p:extLst>
      <p:ext uri="{BB962C8B-B14F-4D97-AF65-F5344CB8AC3E}">
        <p14:creationId xmlns:p14="http://schemas.microsoft.com/office/powerpoint/2010/main" val="149312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smtClean="0"/>
              <a:t>W10 six short lines, box 0.800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072384"/>
          </a:xfrm>
        </p:spPr>
        <p:txBody>
          <a:bodyPr lIns="0" tIns="0" rIns="0" bIns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01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02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03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04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05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06</a:t>
            </a:r>
          </a:p>
        </p:txBody>
      </p:sp>
    </p:spTree>
    <p:extLst>
      <p:ext uri="{BB962C8B-B14F-4D97-AF65-F5344CB8AC3E}">
        <p14:creationId xmlns:p14="http://schemas.microsoft.com/office/powerpoint/2010/main" val="149312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smtClean="0"/>
              <a:t>W11 six short lines, box 0.795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053182"/>
          </a:xfrm>
        </p:spPr>
        <p:txBody>
          <a:bodyPr lIns="0" tIns="0" rIns="0" bIns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01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02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03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04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05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06</a:t>
            </a:r>
          </a:p>
        </p:txBody>
      </p:sp>
    </p:spTree>
    <p:extLst>
      <p:ext uri="{BB962C8B-B14F-4D97-AF65-F5344CB8AC3E}">
        <p14:creationId xmlns:p14="http://schemas.microsoft.com/office/powerpoint/2010/main" val="149312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smtClean="0"/>
              <a:t>W12 six short lines, box 0.760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918765"/>
          </a:xfrm>
        </p:spPr>
        <p:txBody>
          <a:bodyPr lIns="0" tIns="0" rIns="0" bIns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01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02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03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04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05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06</a:t>
            </a:r>
          </a:p>
        </p:txBody>
      </p:sp>
    </p:spTree>
    <p:extLst>
      <p:ext uri="{BB962C8B-B14F-4D97-AF65-F5344CB8AC3E}">
        <p14:creationId xmlns:p14="http://schemas.microsoft.com/office/powerpoint/2010/main" val="149312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smtClean="0"/>
              <a:t>W13 six short lines, box 0.745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861158"/>
          </a:xfrm>
        </p:spPr>
        <p:txBody>
          <a:bodyPr lIns="0" tIns="0" rIns="0" bIns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01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02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03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04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05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Line 06</a:t>
            </a:r>
          </a:p>
        </p:txBody>
      </p:sp>
    </p:spTree>
    <p:extLst>
      <p:ext uri="{BB962C8B-B14F-4D97-AF65-F5344CB8AC3E}">
        <p14:creationId xmlns:p14="http://schemas.microsoft.com/office/powerpoint/2010/main" val="1493121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smtClean="0"/>
              <a:t>X01 three wrapped lines, box 0.970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8001000" cy="3725266"/>
          </a:xfrm>
        </p:spPr>
        <p:txBody>
          <a:bodyPr lIns="0" tIns="0" rIns="0" bIns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abcd efgh ijkl mnop qrst uvwx yzab cdef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ghij klmn opqr stuv wxyz abcd efgh ijkl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mnop qrst uvwx yzab cdef ghij klmn opqr</a:t>
            </a:r>
          </a:p>
        </p:txBody>
      </p:sp>
    </p:spTree>
    <p:extLst>
      <p:ext uri="{BB962C8B-B14F-4D97-AF65-F5344CB8AC3E}">
        <p14:creationId xmlns:p14="http://schemas.microsoft.com/office/powerpoint/2010/main" val="1493121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smtClean="0"/>
              <a:t>X02 three wrapped lines, box 0.850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8001000" cy="3264408"/>
          </a:xfrm>
        </p:spPr>
        <p:txBody>
          <a:bodyPr lIns="0" tIns="0" rIns="0" bIns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abcd efgh ijkl mnop qrst uvwx yzab cdef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ghij klmn opqr stuv wxyz abcd efgh ijkl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mnop qrst uvwx yzab cdef ghij klmn opqr</a:t>
            </a:r>
          </a:p>
        </p:txBody>
      </p:sp>
    </p:spTree>
    <p:extLst>
      <p:ext uri="{BB962C8B-B14F-4D97-AF65-F5344CB8AC3E}">
        <p14:creationId xmlns:p14="http://schemas.microsoft.com/office/powerpoint/2010/main" val="1493121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smtClean="0"/>
              <a:t>X03 three wrapped lines, box 0.600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8001000" cy="2304288"/>
          </a:xfrm>
        </p:spPr>
        <p:txBody>
          <a:bodyPr lIns="0" tIns="0" rIns="0" bIns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abcd efgh ijkl mnop qrst uvwx yzab cdef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ghij klmn opqr stuv wxyz abcd efgh ijkl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mnop qrst uvwx yzab cdef ghij klmn opqr</a:t>
            </a:r>
          </a:p>
        </p:txBody>
      </p:sp>
    </p:spTree>
    <p:extLst>
      <p:ext uri="{BB962C8B-B14F-4D97-AF65-F5344CB8AC3E}">
        <p14:creationId xmlns:p14="http://schemas.microsoft.com/office/powerpoint/2010/main" val="1493121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smtClean="0"/>
              <a:t>X04 three wrapped lines, box 0.440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8001000" cy="1689811"/>
          </a:xfrm>
        </p:spPr>
        <p:txBody>
          <a:bodyPr lIns="0" tIns="0" rIns="0" bIns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abcd efgh ijkl mnop qrst uvwx yzab cdef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ghij klmn opqr stuv wxyz abcd efgh ijkl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Courier New"/>
              </a:rPr>
              <a:t>mnop qrst uvwx yzab cdef ghij klmn opqr</a:t>
            </a:r>
          </a:p>
        </p:txBody>
      </p:sp>
    </p:spTree>
    <p:extLst>
      <p:ext uri="{BB962C8B-B14F-4D97-AF65-F5344CB8AC3E}">
        <p14:creationId xmlns:p14="http://schemas.microsoft.com/office/powerpoint/2010/main" val="149312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268</Words>
  <Application>Microsoft Office PowerPoint</Application>
  <PresentationFormat>Widescreen</PresentationFormat>
  <Paragraphs>74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Autofit and line spacing test: default 0.9</vt:lpstr>
      <vt:lpstr>Autofit and line spacing test: Single</vt:lpstr>
      <vt:lpstr>Autofit and line spacing test: 1.5</vt:lpstr>
      <vt:lpstr>Autofit and 20pt before-after, line spacing test: Double</vt:lpstr>
      <vt:lpstr>Autofit and 10pt before, line spacing test: Double</vt:lpstr>
      <vt:lpstr>Autofit and 0pt before-after, line spacing test: Double</vt:lpstr>
      <vt:lpstr>Autofit and 20pt before-after, line spacing test: Multiple 0.5</vt:lpstr>
      <vt:lpstr>Autofit and 0pt before-after, line spacing test: Multiple 0.5</vt:lpstr>
      <vt:lpstr>Autofit and 10pt before-after, line spacing test: Multiple 1.7</vt:lpstr>
      <vt:lpstr>Autofit and line spacing test: Exactly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Gábor Kelemen2010</dc:creator>
  <cp:lastModifiedBy>Gábor Kelemen2010</cp:lastModifiedBy>
  <cp:revision>11</cp:revision>
  <dcterms:created xsi:type="dcterms:W3CDTF">2024-10-22T16:56:41Z</dcterms:created>
  <dcterms:modified xsi:type="dcterms:W3CDTF">2024-10-23T12:56:43Z</dcterms:modified>
</cp:coreProperties>
</file>