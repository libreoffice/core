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</p:sldIdLst>
  <p:sldSz cx="9144000" cy="5143500"/>
  <p:notesSz cx="51435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 descr="Alt text on the group" title="Title on the group"/>
          <p:cNvGrpSpPr/>
          <p:nvPr/>
        </p:nvGrpSpPr>
        <p:grpSpPr>
          <a:xfrm>
            <a:off x="500000" y="400000"/>
            <a:ext cx="3000000" cy="1200000"/>
            <a:chOff x="500000" y="400000"/>
            <a:chExt cx="3000000" cy="1200000"/>
          </a:xfrm>
        </p:grpSpPr>
        <p:sp>
          <p:nvSpPr>
            <p:cNvPr id="3" name="Rect 3"/>
            <p:cNvSpPr/>
            <p:nvPr/>
          </p:nvSpPr>
          <p:spPr>
            <a:xfrm>
              <a:off x="500000" y="400000"/>
              <a:ext cx="3000000" cy="500000"/>
            </a:xfrm>
            <a:prstGeom prst="rect">
              <a:avLst/>
            </a:prstGeom>
            <a:solidFill>
              <a:srgbClr val="DDEEFF"/>
            </a:solidFill>
          </p:spPr>
          <p:txBody>
            <a:bodyPr/>
            <a:lstStyle/>
            <a:p>
              <a:r>
                <a:rPr lang="en-US"/>
                <a:t>First child</a:t>
              </a:r>
            </a:p>
          </p:txBody>
        </p:sp>
        <p:sp>
          <p:nvSpPr>
            <p:cNvPr id="4" name="Rect 4"/>
            <p:cNvSpPr/>
            <p:nvPr/>
          </p:nvSpPr>
          <p:spPr>
            <a:xfrm>
              <a:off x="500000" y="1100000"/>
              <a:ext cx="3000000" cy="500000"/>
            </a:xfrm>
            <a:prstGeom prst="rect">
              <a:avLst/>
            </a:prstGeom>
            <a:solidFill>
              <a:srgbClr val="DDEEFF"/>
            </a:solidFill>
          </p:spPr>
          <p:txBody>
            <a:bodyPr/>
            <a:lstStyle/>
            <a:p>
              <a:r>
                <a:rPr lang="en-US"/>
                <a:t>Second child</a:t>
              </a:r>
            </a:p>
          </p:txBody>
        </p:sp>
      </p:grpSp>
      <p:cxnSp>
        <p:nvCxnSpPr>
          <p:cNvPr id="5" name="Line 5" descr="Alt text on the line" title="Title on the line"/>
          <p:cNvCxnSpPr/>
          <p:nvPr/>
        </p:nvCxnSpPr>
        <p:spPr>
          <a:xfrm>
            <a:off x="500000" y="2200000"/>
            <a:ext cx="4000000" cy="0"/>
          </a:xfrm>
          <a:prstGeom prst="line">
            <a:avLst/>
          </a:prstGeom>
          <a:ln w="38100">
            <a:solidFill>
              <a:srgbClr val="C00000"/>
            </a:solidFill>
          </a:ln>
        </p:spPr>
      </p:cxnSp>
      <p:sp>
        <p:nvSpPr>
          <p:cNvPr id="6" name="Rect 6" descr="Alt text on the rectangle (control)" title="Title on the rectangle (control)"/>
          <p:cNvSpPr/>
          <p:nvPr/>
        </p:nvSpPr>
        <p:spPr>
          <a:xfrm>
            <a:off x="500000" y="2600000"/>
            <a:ext cx="1000000" cy="500000"/>
          </a:xfrm>
          <a:prstGeom prst="rect">
            <a:avLst/>
          </a:prstGeom>
          <a:solidFill>
            <a:srgbClr val="C00000"/>
          </a:solidFill>
        </p:spPr>
      </p:sp>
    </p:spTree>
  </p:cSld>
</p:sld>
</file>

<file path=ppt/theme/theme1.xml><?xml version="1.0" encoding="utf-8"?>
<a:theme xmlns:a="http://schemas.openxmlformats.org/drawingml/2006/main" name="T">
  <a:themeElements>
    <a:clrScheme name="T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>
  <dc:title>Group and connector alt text</dc:title>
  <dc:language>en-US</dc:language>
</cp:coreProperties>
</file>