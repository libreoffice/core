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34095-B134-E29C-9F40-5858AD087F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7A1FE4-E4C9-E353-B774-308B0D6136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7FA87D-33A8-EDE9-25DD-9B19E56D8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2D649-5A95-F747-9F20-B64160165BD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D676BE-12CD-4934-A7E7-F6AAC5DA7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A344E-8A1D-7530-3EDF-3EAF9A982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9CED1-CAFE-4640-A21F-0675D76FF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81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BC95A-B87E-BFBA-E7EA-BE1FA9309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5688B-4A40-DFBA-F26C-353A41E6C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28B5A-5AA0-E493-7AE8-C64F00132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2D649-5A95-F747-9F20-B64160165BD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31F716-DB6D-1CC7-6D7A-0E8688A20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74B1D4-D1D6-1EC0-973E-AFF3EE70A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9CED1-CAFE-4640-A21F-0675D76FF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266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FE3F4-34B6-A45F-FF45-174B276A6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5821C5-CD19-EE40-5CBC-1B50630DEB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AEEFB-D9C6-4471-9F09-C2556B019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2D649-5A95-F747-9F20-B64160165BD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2B42D2-8A6E-A45E-74B3-88358D290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212BB4-790E-C5A9-546B-C427962A5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9CED1-CAFE-4640-A21F-0675D76FF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226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BBB2B-01D8-178A-80DE-29A16E1ED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1593C-3128-9BD5-0BE0-87B94C1B37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4F0A42-96D0-7FD9-FCB7-64F83A9B9C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0432A3-EDBC-47FB-DB9A-353047039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2D649-5A95-F747-9F20-B64160165BD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D0F354-052A-0869-A32F-740240BCD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4109B9-583E-4CD3-0BBA-288845668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9CED1-CAFE-4640-A21F-0675D76FF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583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2AAD5-A323-DBEF-26AD-F0DA4BB75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485D6D-7916-F0CA-48C2-D7F5EC3B67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4721E0-EE90-FB60-37D3-B745E8162F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E10F7A-2472-3E59-4342-B7667993DF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2E26F6-D6B0-D139-790F-44A7807B6C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36430D-F4AF-022A-CB71-4F2984670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2D649-5A95-F747-9F20-B64160165BD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D80009-9FDC-FF8C-F525-64D93F6CB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560FF3-123F-52BE-E7B7-4D1EDBB4B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9CED1-CAFE-4640-A21F-0675D76FF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913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749FC-5905-6181-51E5-AF9E21562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BB1521-1356-835A-FA56-BFB1E8937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2D649-5A95-F747-9F20-B64160165BD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018864-47E2-B9E1-3539-F1B5D8F05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01AC09-9C2D-4EFF-964F-833289F4D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9CED1-CAFE-4640-A21F-0675D76FF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92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D39F15-4C1D-758E-1BF5-47078E32B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2D649-5A95-F747-9F20-B64160165BD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B8DEE9-C224-A073-94C7-E375770C6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A7AE4F-5FA5-EEA6-A77B-C51C3A873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9CED1-CAFE-4640-A21F-0675D76FF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396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BD508-9AF8-FBEF-D193-65095DEE4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2BF02-4B27-E432-906D-FE15C11306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22C1EA-7A24-E549-D3E8-9337D380AD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1A0A58-C363-C81A-C994-CBD91F0BE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2D649-5A95-F747-9F20-B64160165BD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08EF93-6426-6073-2A94-65B697EA1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9C30B4-7B8B-F2BF-8814-3C261D194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9CED1-CAFE-4640-A21F-0675D76FF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487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79098-E0C9-B211-5E42-9E3E562F4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9F4947-80DD-0123-2628-093DFBA48FA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D88054-FF9C-F9A0-D29E-8EDBCE3430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7B5644-E45D-20E4-C41E-28A440D99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2D649-5A95-F747-9F20-B64160165BD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FB4670-5D00-BD81-266F-CDFBA1903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4A8FF0-9F15-876F-079D-47E4EA1D1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9CED1-CAFE-4640-A21F-0675D76FF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533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4A6BA-633B-F929-BC5A-14FCA60F8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01392B-9F8A-D239-8E98-BEC1355A98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8C4E4-6EBE-9EDF-9C40-0427A7FDC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2D649-5A95-F747-9F20-B64160165BD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95367B-8ACF-D6AB-5D7C-13A9E2479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951886-0683-718C-ECDE-82401C6A6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9CED1-CAFE-4640-A21F-0675D76FF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316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54ED3C-617A-8CAC-427B-C730D429F2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C932BE-BC23-D9DC-7088-9C42D60BF7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D88F7E-FF84-FE9A-2AAA-2BD50B3BD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2D649-5A95-F747-9F20-B64160165BD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16AAC-D130-2B37-085E-7732E5ED0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73E8DE-F628-B9E4-24D2-30244B355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9CED1-CAFE-4640-A21F-0675D76FF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872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99BB04-5595-E509-4F9C-96E13DD28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53A275-9492-4ABB-F4BC-BAAE43D12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2370AB-FCB3-8E3D-5972-B2618FAAFC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D2D649-5A95-F747-9F20-B64160165BD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CFFCAD-70BE-73A8-B359-E541D56822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EB8255-48C8-7589-3DBD-18BA7F5F92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19CED1-CAFE-4640-A21F-0675D76FF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735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 A"/>
          <p:cNvSpPr txBox="1"/>
          <p:nvPr/>
        </p:nvSpPr>
        <p:spPr>
          <a:xfrm>
            <a:off x="200000" y="150000"/>
            <a:ext cx="2300000" cy="165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800" b="1" dirty="0"/>
              <a:t>A: startAt=2 on every item</a:t>
            </a:r>
          </a:p>
          <a:p>
            <a:pPr marL="342900" indent="-342900">
              <a:buFont typeface="+mj-lt"/>
              <a:buAutoNum type="arabicPeriod" startAt="2"/>
            </a:pPr>
            <a:r>
              <a:rPr lang="en-US" sz="1000" dirty="0"/>
              <a:t>A1</a:t>
            </a:r>
          </a:p>
          <a:p>
            <a:pPr marL="342900" indent="-342900">
              <a:buFont typeface="+mj-lt"/>
              <a:buAutoNum type="arabicPeriod" startAt="2"/>
            </a:pPr>
            <a:r>
              <a:rPr lang="en-US" sz="1000" dirty="0"/>
              <a:t>A2</a:t>
            </a:r>
          </a:p>
          <a:p>
            <a:pPr marL="342900" indent="-342900">
              <a:buFont typeface="+mj-lt"/>
              <a:buAutoNum type="arabicPeriod" startAt="2"/>
            </a:pPr>
            <a:r>
              <a:rPr lang="en-US" sz="1000" dirty="0"/>
              <a:t>A3</a:t>
            </a:r>
          </a:p>
          <a:p>
            <a:pPr marL="342900" indent="-342900">
              <a:buFont typeface="+mj-lt"/>
              <a:buAutoNum type="arabicPeriod" startAt="2"/>
            </a:pPr>
            <a:r>
              <a:rPr lang="en-US" sz="1000" dirty="0"/>
              <a:t>A4</a:t>
            </a:r>
          </a:p>
        </p:txBody>
      </p:sp>
      <p:sp>
        <p:nvSpPr>
          <p:cNvPr id="3" name="Case B"/>
          <p:cNvSpPr txBox="1"/>
          <p:nvPr/>
        </p:nvSpPr>
        <p:spPr>
          <a:xfrm>
            <a:off x="2580000" y="150000"/>
            <a:ext cx="2300000" cy="165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800" b="1" dirty="0"/>
              <a:t>B: no startAt, then startAt=5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000" dirty="0"/>
              <a:t>B1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000" dirty="0"/>
              <a:t>B2</a:t>
            </a:r>
          </a:p>
          <a:p>
            <a:pPr marL="342900" indent="-342900">
              <a:buFont typeface="+mj-lt"/>
              <a:buAutoNum type="arabicPeriod" startAt="5"/>
            </a:pPr>
            <a:r>
              <a:rPr lang="en-US" sz="1000" dirty="0"/>
              <a:t>B3</a:t>
            </a:r>
          </a:p>
          <a:p>
            <a:pPr marL="342900" indent="-342900">
              <a:buFont typeface="+mj-lt"/>
              <a:buAutoNum type="arabicPeriod" startAt="5"/>
            </a:pPr>
            <a:r>
              <a:rPr lang="en-US" sz="1000" dirty="0"/>
              <a:t>B4</a:t>
            </a:r>
          </a:p>
        </p:txBody>
      </p:sp>
      <p:sp>
        <p:nvSpPr>
          <p:cNvPr id="4" name="Case C"/>
          <p:cNvSpPr txBox="1"/>
          <p:nvPr/>
        </p:nvSpPr>
        <p:spPr>
          <a:xfrm>
            <a:off x="4960000" y="150000"/>
            <a:ext cx="2300000" cy="165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800" b="1" dirty="0"/>
              <a:t>C: startAt=2, then startAt=4</a:t>
            </a:r>
          </a:p>
          <a:p>
            <a:pPr marL="342900" indent="-342900">
              <a:buFont typeface="+mj-lt"/>
              <a:buAutoNum type="arabicPeriod" startAt="2"/>
            </a:pPr>
            <a:r>
              <a:rPr lang="en-US" sz="1000" dirty="0"/>
              <a:t>C1</a:t>
            </a:r>
          </a:p>
          <a:p>
            <a:pPr marL="342900" indent="-342900">
              <a:buFont typeface="+mj-lt"/>
              <a:buAutoNum type="arabicPeriod" startAt="2"/>
            </a:pPr>
            <a:r>
              <a:rPr lang="en-US" sz="1000" dirty="0"/>
              <a:t>C2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000" dirty="0"/>
              <a:t>C3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000" dirty="0"/>
              <a:t>C4</a:t>
            </a:r>
          </a:p>
        </p:txBody>
      </p:sp>
      <p:sp>
        <p:nvSpPr>
          <p:cNvPr id="5" name="Case D"/>
          <p:cNvSpPr txBox="1"/>
          <p:nvPr/>
        </p:nvSpPr>
        <p:spPr>
          <a:xfrm>
            <a:off x="7340000" y="150000"/>
            <a:ext cx="2300000" cy="165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800" b="1" dirty="0"/>
              <a:t>D: no startAt, then explicit startAt=1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000" dirty="0"/>
              <a:t>D1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000" dirty="0"/>
              <a:t>D2</a:t>
            </a:r>
          </a:p>
          <a:p>
            <a:pPr marL="342900" indent="-342900">
              <a:buFont typeface="+mj-lt"/>
              <a:buAutoNum type="arabicPeriod" startAt="1"/>
            </a:pPr>
            <a:r>
              <a:rPr lang="en-US" sz="1000" dirty="0"/>
              <a:t>D3</a:t>
            </a:r>
          </a:p>
          <a:p>
            <a:pPr marL="342900" indent="-342900">
              <a:buFont typeface="+mj-lt"/>
              <a:buAutoNum type="arabicPeriod" startAt="1"/>
            </a:pPr>
            <a:r>
              <a:rPr lang="en-US" sz="1000" dirty="0"/>
              <a:t>D4</a:t>
            </a:r>
          </a:p>
        </p:txBody>
      </p:sp>
      <p:sp>
        <p:nvSpPr>
          <p:cNvPr id="6" name="Case E"/>
          <p:cNvSpPr txBox="1"/>
          <p:nvPr/>
        </p:nvSpPr>
        <p:spPr>
          <a:xfrm>
            <a:off x="9720000" y="150000"/>
            <a:ext cx="2300000" cy="165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800" b="1" dirty="0"/>
              <a:t>E: plain paragraph between</a:t>
            </a:r>
          </a:p>
          <a:p>
            <a:pPr marL="342900" indent="-342900">
              <a:buFont typeface="+mj-lt"/>
              <a:buAutoNum type="arabicPeriod" startAt="2"/>
            </a:pPr>
            <a:r>
              <a:rPr lang="en-US" sz="1000" dirty="0"/>
              <a:t>E1</a:t>
            </a:r>
          </a:p>
          <a:p>
            <a:pPr marL="342900" indent="-342900">
              <a:buFont typeface="+mj-lt"/>
              <a:buAutoNum type="arabicPeriod" startAt="2"/>
            </a:pPr>
            <a:r>
              <a:rPr lang="en-US" sz="1000" dirty="0"/>
              <a:t>E2</a:t>
            </a:r>
          </a:p>
          <a:p>
            <a:pPr marL="0" indent="0"/>
            <a:r>
              <a:rPr lang="en-US" sz="1000" dirty="0"/>
              <a:t>E3</a:t>
            </a:r>
          </a:p>
          <a:p>
            <a:pPr marL="342900" indent="-342900">
              <a:buFont typeface="+mj-lt"/>
              <a:buAutoNum type="arabicPeriod" startAt="2"/>
            </a:pPr>
            <a:r>
              <a:rPr lang="en-US" sz="1000" dirty="0"/>
              <a:t>E4</a:t>
            </a:r>
          </a:p>
          <a:p>
            <a:pPr marL="342900" indent="-342900">
              <a:buFont typeface="+mj-lt"/>
              <a:buAutoNum type="arabicPeriod" startAt="2"/>
            </a:pPr>
            <a:r>
              <a:rPr lang="en-US" sz="1000" dirty="0"/>
              <a:t>E5</a:t>
            </a:r>
          </a:p>
        </p:txBody>
      </p:sp>
      <p:sp>
        <p:nvSpPr>
          <p:cNvPr id="7" name="Case F"/>
          <p:cNvSpPr txBox="1"/>
          <p:nvPr/>
        </p:nvSpPr>
        <p:spPr>
          <a:xfrm>
            <a:off x="200000" y="1830000"/>
            <a:ext cx="2300000" cy="165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800" b="1" dirty="0"/>
              <a:t>F: buNone paragraph between</a:t>
            </a:r>
          </a:p>
          <a:p>
            <a:pPr marL="342900" indent="-342900">
              <a:buFont typeface="+mj-lt"/>
              <a:buAutoNum type="arabicPeriod" startAt="2"/>
            </a:pPr>
            <a:r>
              <a:rPr lang="en-US" sz="1000" dirty="0"/>
              <a:t>F1</a:t>
            </a:r>
          </a:p>
          <a:p>
            <a:pPr marL="342900" indent="-342900">
              <a:buFont typeface="+mj-lt"/>
              <a:buAutoNum type="arabicPeriod" startAt="2"/>
            </a:pPr>
            <a:r>
              <a:rPr lang="en-US" sz="1000" dirty="0"/>
              <a:t>F2</a:t>
            </a:r>
          </a:p>
          <a:p>
            <a:pPr marL="342900" indent="0">
              <a:buNone/>
            </a:pPr>
            <a:r>
              <a:rPr lang="en-US" sz="1000" dirty="0"/>
              <a:t>F3</a:t>
            </a:r>
          </a:p>
          <a:p>
            <a:pPr marL="342900" indent="-342900">
              <a:buFont typeface="+mj-lt"/>
              <a:buAutoNum type="arabicPeriod" startAt="2"/>
            </a:pPr>
            <a:r>
              <a:rPr lang="en-US" sz="1000" dirty="0"/>
              <a:t>F4</a:t>
            </a:r>
          </a:p>
          <a:p>
            <a:pPr marL="342900" indent="-342900">
              <a:buFont typeface="+mj-lt"/>
              <a:buAutoNum type="arabicPeriod" startAt="2"/>
            </a:pPr>
            <a:r>
              <a:rPr lang="en-US" sz="1000" dirty="0"/>
              <a:t>F5</a:t>
            </a:r>
          </a:p>
        </p:txBody>
      </p:sp>
      <p:sp>
        <p:nvSpPr>
          <p:cNvPr id="8" name="Case G"/>
          <p:cNvSpPr txBox="1"/>
          <p:nvPr/>
        </p:nvSpPr>
        <p:spPr>
          <a:xfrm>
            <a:off x="2580000" y="1830000"/>
            <a:ext cx="2300000" cy="165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800" b="1" dirty="0"/>
              <a:t>G: type change arabic -&gt; roman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000" dirty="0"/>
              <a:t>G1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000" dirty="0"/>
              <a:t>G2</a:t>
            </a:r>
          </a:p>
          <a:p>
            <a:pPr marL="342900" indent="-342900">
              <a:buFont typeface="+mj-lt"/>
              <a:buAutoNum type="romanUcPeriod"/>
            </a:pPr>
            <a:r>
              <a:rPr lang="en-US" sz="1000" dirty="0"/>
              <a:t>G3</a:t>
            </a:r>
          </a:p>
          <a:p>
            <a:pPr marL="342900" indent="-342900">
              <a:buFont typeface="+mj-lt"/>
              <a:buAutoNum type="romanUcPeriod"/>
            </a:pPr>
            <a:r>
              <a:rPr lang="en-US" sz="1000" dirty="0"/>
              <a:t>G4</a:t>
            </a:r>
          </a:p>
        </p:txBody>
      </p:sp>
      <p:sp>
        <p:nvSpPr>
          <p:cNvPr id="9" name="Case H"/>
          <p:cNvSpPr txBox="1"/>
          <p:nvPr/>
        </p:nvSpPr>
        <p:spPr>
          <a:xfrm>
            <a:off x="4960000" y="1830000"/>
            <a:ext cx="2300000" cy="165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800" b="1" dirty="0"/>
              <a:t>H: nested, outer startAt=3</a:t>
            </a:r>
          </a:p>
          <a:p>
            <a:pPr marL="342900" indent="-342900">
              <a:buFont typeface="+mj-lt"/>
              <a:buAutoNum type="arabicPeriod" startAt="3"/>
            </a:pPr>
            <a:r>
              <a:rPr lang="en-US" sz="1000" dirty="0"/>
              <a:t>H1</a:t>
            </a:r>
          </a:p>
          <a:p>
            <a:pPr marL="342900" indent="-342900">
              <a:buFont typeface="+mj-lt"/>
              <a:buAutoNum type="arabicPeriod" startAt="3"/>
            </a:pPr>
            <a:r>
              <a:rPr lang="en-US" sz="1000" dirty="0"/>
              <a:t>H2</a:t>
            </a:r>
          </a:p>
          <a:p>
            <a:pPr marL="685800" lvl="1" indent="-342900">
              <a:buFont typeface="+mj-lt"/>
              <a:buAutoNum type="alphaLcPeriod"/>
            </a:pPr>
            <a:r>
              <a:rPr lang="en-US" sz="1000" dirty="0"/>
              <a:t>H3</a:t>
            </a:r>
          </a:p>
          <a:p>
            <a:pPr marL="685800" lvl="1" indent="-342900">
              <a:buFont typeface="+mj-lt"/>
              <a:buAutoNum type="alphaLcPeriod"/>
            </a:pPr>
            <a:r>
              <a:rPr lang="en-US" sz="1000" dirty="0"/>
              <a:t>H4</a:t>
            </a:r>
          </a:p>
          <a:p>
            <a:pPr marL="342900" indent="-342900">
              <a:buFont typeface="+mj-lt"/>
              <a:buAutoNum type="arabicPeriod" startAt="3"/>
            </a:pPr>
            <a:r>
              <a:rPr lang="en-US" sz="1000" dirty="0"/>
              <a:t>H5</a:t>
            </a:r>
          </a:p>
          <a:p>
            <a:pPr marL="685800" lvl="1" indent="-342900">
              <a:buFont typeface="+mj-lt"/>
              <a:buAutoNum type="alphaLcPeriod"/>
            </a:pPr>
            <a:r>
              <a:rPr lang="en-US" sz="1000" dirty="0"/>
              <a:t>H6</a:t>
            </a:r>
          </a:p>
          <a:p>
            <a:pPr marL="342900" indent="-342900">
              <a:buFont typeface="+mj-lt"/>
              <a:buAutoNum type="arabicPeriod" startAt="3"/>
            </a:pPr>
            <a:r>
              <a:rPr lang="en-US" sz="1000" dirty="0"/>
              <a:t>H7</a:t>
            </a:r>
          </a:p>
        </p:txBody>
      </p:sp>
      <p:sp>
        <p:nvSpPr>
          <p:cNvPr id="10" name="Case I"/>
          <p:cNvSpPr txBox="1"/>
          <p:nvPr/>
        </p:nvSpPr>
        <p:spPr>
          <a:xfrm>
            <a:off x="7340000" y="1830000"/>
            <a:ext cx="2300000" cy="165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800" b="1" dirty="0"/>
              <a:t>I: nested, inner startAt=2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000" dirty="0"/>
              <a:t>I1</a:t>
            </a:r>
          </a:p>
          <a:p>
            <a:pPr marL="685800" lvl="1" indent="-342900">
              <a:buFont typeface="+mj-lt"/>
              <a:buAutoNum type="arabicPeriod" startAt="2"/>
            </a:pPr>
            <a:r>
              <a:rPr lang="en-US" sz="1000" dirty="0"/>
              <a:t>I2</a:t>
            </a:r>
          </a:p>
          <a:p>
            <a:pPr marL="685800" lvl="1" indent="-342900">
              <a:buFont typeface="+mj-lt"/>
              <a:buAutoNum type="arabicPeriod" startAt="2"/>
            </a:pPr>
            <a:r>
              <a:rPr lang="en-US" sz="1000" dirty="0"/>
              <a:t>I3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000" dirty="0"/>
              <a:t>I4</a:t>
            </a:r>
          </a:p>
          <a:p>
            <a:pPr marL="685800" lvl="1" indent="-342900">
              <a:buFont typeface="+mj-lt"/>
              <a:buAutoNum type="arabicPeriod" startAt="2"/>
            </a:pPr>
            <a:r>
              <a:rPr lang="en-US" sz="1000" dirty="0"/>
              <a:t>I5</a:t>
            </a:r>
          </a:p>
          <a:p>
            <a:pPr marL="685800" lvl="1" indent="-342900">
              <a:buFont typeface="+mj-lt"/>
              <a:buAutoNum type="arabicPeriod" startAt="2"/>
            </a:pPr>
            <a:r>
              <a:rPr lang="en-US" sz="1000" dirty="0"/>
              <a:t>I6</a:t>
            </a:r>
          </a:p>
        </p:txBody>
      </p:sp>
      <p:sp>
        <p:nvSpPr>
          <p:cNvPr id="11" name="Case J"/>
          <p:cNvSpPr txBox="1"/>
          <p:nvPr/>
        </p:nvSpPr>
        <p:spPr>
          <a:xfrm>
            <a:off x="9720000" y="1830000"/>
            <a:ext cx="2300000" cy="165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800" b="1" dirty="0"/>
              <a:t>J: unnumbered level 1 between</a:t>
            </a:r>
          </a:p>
          <a:p>
            <a:pPr marL="342900" indent="-342900">
              <a:buFont typeface="+mj-lt"/>
              <a:buAutoNum type="arabicPeriod" startAt="2"/>
            </a:pPr>
            <a:r>
              <a:rPr lang="en-US" sz="1000" dirty="0"/>
              <a:t>J1</a:t>
            </a:r>
          </a:p>
          <a:p>
            <a:pPr marL="342900" indent="-342900">
              <a:buFont typeface="+mj-lt"/>
              <a:buAutoNum type="arabicPeriod" startAt="2"/>
            </a:pPr>
            <a:r>
              <a:rPr lang="en-US" sz="1000" dirty="0"/>
              <a:t>J2</a:t>
            </a:r>
          </a:p>
          <a:p>
            <a:pPr marL="342900" lvl="1" indent="0"/>
            <a:r>
              <a:rPr lang="en-US" sz="1000" dirty="0"/>
              <a:t>J3</a:t>
            </a:r>
          </a:p>
          <a:p>
            <a:pPr marL="342900" indent="-342900">
              <a:buFont typeface="+mj-lt"/>
              <a:buAutoNum type="arabicPeriod" startAt="2"/>
            </a:pPr>
            <a:r>
              <a:rPr lang="en-US" sz="1000" dirty="0"/>
              <a:t>J4</a:t>
            </a:r>
          </a:p>
          <a:p>
            <a:pPr marL="342900" indent="-342900">
              <a:buFont typeface="+mj-lt"/>
              <a:buAutoNum type="arabicPeriod" startAt="2"/>
            </a:pPr>
            <a:r>
              <a:rPr lang="en-US" sz="1000" dirty="0"/>
              <a:t>J5</a:t>
            </a:r>
          </a:p>
        </p:txBody>
      </p:sp>
      <p:sp>
        <p:nvSpPr>
          <p:cNvPr id="12" name="Case K"/>
          <p:cNvSpPr txBox="1"/>
          <p:nvPr/>
        </p:nvSpPr>
        <p:spPr>
          <a:xfrm>
            <a:off x="200000" y="3510000"/>
            <a:ext cx="2300000" cy="165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800" b="1" dirty="0"/>
              <a:t>K: plain level 1 inside inner list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000" dirty="0"/>
              <a:t>K1</a:t>
            </a:r>
          </a:p>
          <a:p>
            <a:pPr marL="685800" lvl="1" indent="-342900">
              <a:buFont typeface="+mj-lt"/>
              <a:buAutoNum type="alphaLcPeriod"/>
            </a:pPr>
            <a:r>
              <a:rPr lang="en-US" sz="1000" dirty="0"/>
              <a:t>K2</a:t>
            </a:r>
          </a:p>
          <a:p>
            <a:pPr marL="685800" lvl="1" indent="-342900">
              <a:buFont typeface="+mj-lt"/>
              <a:buAutoNum type="alphaLcPeriod"/>
            </a:pPr>
            <a:r>
              <a:rPr lang="en-US" sz="1000" dirty="0"/>
              <a:t>K3</a:t>
            </a:r>
          </a:p>
          <a:p>
            <a:pPr marL="342900" lvl="1" indent="0"/>
            <a:r>
              <a:rPr lang="en-US" sz="1000" dirty="0"/>
              <a:t>K4</a:t>
            </a:r>
          </a:p>
          <a:p>
            <a:pPr marL="685800" lvl="1" indent="-342900">
              <a:buFont typeface="+mj-lt"/>
              <a:buAutoNum type="alphaLcPeriod"/>
            </a:pPr>
            <a:r>
              <a:rPr lang="en-US" sz="1000" dirty="0"/>
              <a:t>K5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000" dirty="0"/>
              <a:t>K6</a:t>
            </a:r>
          </a:p>
        </p:txBody>
      </p:sp>
      <p:sp>
        <p:nvSpPr>
          <p:cNvPr id="13" name="Case L"/>
          <p:cNvSpPr txBox="1"/>
          <p:nvPr/>
        </p:nvSpPr>
        <p:spPr>
          <a:xfrm>
            <a:off x="2580000" y="3510000"/>
            <a:ext cx="2300000" cy="165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800" b="1" dirty="0"/>
              <a:t>L: startAt differs by level only</a:t>
            </a:r>
          </a:p>
          <a:p>
            <a:pPr marL="342900" indent="-342900">
              <a:buFont typeface="+mj-lt"/>
              <a:buAutoNum type="arabicPeriod" startAt="2"/>
            </a:pPr>
            <a:r>
              <a:rPr lang="en-US" sz="1000" dirty="0"/>
              <a:t>L1</a:t>
            </a:r>
          </a:p>
          <a:p>
            <a:pPr marL="685800" lvl="1" indent="-342900">
              <a:buFont typeface="+mj-lt"/>
              <a:buAutoNum type="arabicPeriod" startAt="2"/>
            </a:pPr>
            <a:r>
              <a:rPr lang="en-US" sz="1000" dirty="0"/>
              <a:t>L2</a:t>
            </a:r>
          </a:p>
          <a:p>
            <a:pPr marL="342900" indent="-342900">
              <a:buFont typeface="+mj-lt"/>
              <a:buAutoNum type="arabicPeriod" startAt="2"/>
            </a:pPr>
            <a:r>
              <a:rPr lang="en-US" sz="1000" dirty="0"/>
              <a:t>L3</a:t>
            </a:r>
          </a:p>
          <a:p>
            <a:pPr marL="685800" lvl="1" indent="-342900">
              <a:buFont typeface="+mj-lt"/>
              <a:buAutoNum type="arabicPeriod" startAt="2"/>
            </a:pPr>
            <a:r>
              <a:rPr lang="en-US" sz="1000" dirty="0"/>
              <a:t>L4</a:t>
            </a:r>
          </a:p>
          <a:p>
            <a:pPr marL="685800" lvl="1" indent="-342900">
              <a:buFont typeface="+mj-lt"/>
              <a:buAutoNum type="arabicPeriod" startAt="2"/>
            </a:pPr>
            <a:r>
              <a:rPr lang="en-US" sz="1000" dirty="0"/>
              <a:t>L5</a:t>
            </a:r>
          </a:p>
        </p:txBody>
      </p:sp>
      <p:sp>
        <p:nvSpPr>
          <p:cNvPr id="14" name="Case M"/>
          <p:cNvSpPr txBox="1"/>
          <p:nvPr/>
        </p:nvSpPr>
        <p:spPr>
          <a:xfrm>
            <a:off x="4960000" y="3510000"/>
            <a:ext cx="2300000" cy="165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800" b="1" dirty="0"/>
              <a:t>M: no-pPr paragraph between</a:t>
            </a:r>
          </a:p>
          <a:p>
            <a:pPr marL="342900" indent="-342900">
              <a:buFont typeface="+mj-lt"/>
              <a:buAutoNum type="arabicPeriod" startAt="2"/>
            </a:pPr>
            <a:r>
              <a:rPr lang="en-US" sz="1000" dirty="0"/>
              <a:t>M1</a:t>
            </a:r>
          </a:p>
          <a:p>
            <a:pPr marL="342900" indent="-342900">
              <a:buFont typeface="+mj-lt"/>
              <a:buAutoNum type="arabicPeriod" startAt="2"/>
            </a:pPr>
            <a:r>
              <a:rPr lang="en-US" sz="1000" dirty="0"/>
              <a:t>M2</a:t>
            </a:r>
          </a:p>
          <a:p>
            <a:r>
              <a:rPr lang="en-US" sz="1000" dirty="0"/>
              <a:t>M3</a:t>
            </a:r>
          </a:p>
          <a:p>
            <a:pPr marL="342900" indent="-342900">
              <a:buFont typeface="+mj-lt"/>
              <a:buAutoNum type="arabicPeriod" startAt="2"/>
            </a:pPr>
            <a:r>
              <a:rPr lang="en-US" sz="1000" dirty="0"/>
              <a:t>M4</a:t>
            </a:r>
          </a:p>
          <a:p>
            <a:pPr marL="342900" indent="-342900">
              <a:buFont typeface="+mj-lt"/>
              <a:buAutoNum type="arabicPeriod" startAt="2"/>
            </a:pPr>
            <a:r>
              <a:rPr lang="en-US" sz="1000" dirty="0"/>
              <a:t>M5</a:t>
            </a:r>
          </a:p>
        </p:txBody>
      </p:sp>
      <p:sp>
        <p:nvSpPr>
          <p:cNvPr id="15" name="Case N"/>
          <p:cNvSpPr txBox="1"/>
          <p:nvPr/>
        </p:nvSpPr>
        <p:spPr>
          <a:xfrm>
            <a:off x="7340000" y="3510000"/>
            <a:ext cx="2300000" cy="165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800" b="1" dirty="0"/>
              <a:t>N: startAt=2, then no startAt</a:t>
            </a:r>
          </a:p>
          <a:p>
            <a:pPr marL="342900" indent="-342900">
              <a:buFont typeface="+mj-lt"/>
              <a:buAutoNum type="arabicPeriod" startAt="2"/>
            </a:pPr>
            <a:r>
              <a:rPr lang="en-US" sz="1000" dirty="0"/>
              <a:t>N1</a:t>
            </a:r>
          </a:p>
          <a:p>
            <a:pPr marL="342900" indent="-342900">
              <a:buFont typeface="+mj-lt"/>
              <a:buAutoNum type="arabicPeriod" startAt="2"/>
            </a:pPr>
            <a:r>
              <a:rPr lang="en-US" sz="1000" dirty="0"/>
              <a:t>N2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000" dirty="0"/>
              <a:t>N3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000" dirty="0"/>
              <a:t>N4</a:t>
            </a:r>
          </a:p>
        </p:txBody>
      </p:sp>
      <p:sp>
        <p:nvSpPr>
          <p:cNvPr id="16" name="Case O"/>
          <p:cNvSpPr txBox="1"/>
          <p:nvPr/>
        </p:nvSpPr>
        <p:spPr>
          <a:xfrm>
            <a:off x="9720000" y="3510000"/>
            <a:ext cx="2300000" cy="165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800" b="1" dirty="0"/>
              <a:t>O: startAt=5, then startAt=2</a:t>
            </a:r>
          </a:p>
          <a:p>
            <a:pPr marL="342900" indent="-342900">
              <a:buFont typeface="+mj-lt"/>
              <a:buAutoNum type="arabicPeriod" startAt="5"/>
            </a:pPr>
            <a:r>
              <a:rPr lang="en-US" sz="1000" dirty="0"/>
              <a:t>O1</a:t>
            </a:r>
          </a:p>
          <a:p>
            <a:pPr marL="342900" indent="-342900">
              <a:buFont typeface="+mj-lt"/>
              <a:buAutoNum type="arabicPeriod" startAt="5"/>
            </a:pPr>
            <a:r>
              <a:rPr lang="en-US" sz="1000" dirty="0"/>
              <a:t>O2</a:t>
            </a:r>
          </a:p>
          <a:p>
            <a:pPr marL="342900" indent="-342900">
              <a:buFont typeface="+mj-lt"/>
              <a:buAutoNum type="arabicPeriod" startAt="2"/>
            </a:pPr>
            <a:r>
              <a:rPr lang="en-US" sz="1000" dirty="0"/>
              <a:t>O3</a:t>
            </a:r>
          </a:p>
          <a:p>
            <a:pPr marL="342900" indent="-342900">
              <a:buFont typeface="+mj-lt"/>
              <a:buAutoNum type="arabicPeriod" startAt="2"/>
            </a:pPr>
            <a:r>
              <a:rPr lang="en-US" sz="1000" dirty="0"/>
              <a:t>O4</a:t>
            </a:r>
          </a:p>
        </p:txBody>
      </p:sp>
      <p:sp>
        <p:nvSpPr>
          <p:cNvPr id="17" name="Case R"/>
          <p:cNvSpPr txBox="1"/>
          <p:nvPr/>
        </p:nvSpPr>
        <p:spPr>
          <a:xfrm>
            <a:off x="200000" y="5190000"/>
            <a:ext cx="2300000" cy="165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800" b="1" dirty="0"/>
              <a:t>R: no-pPr paragraph, no startAt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000" dirty="0"/>
              <a:t>R1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000" dirty="0"/>
              <a:t>R2</a:t>
            </a:r>
          </a:p>
          <a:p>
            <a:r>
              <a:rPr lang="en-US" sz="1000" dirty="0"/>
              <a:t>R3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000" dirty="0"/>
              <a:t>R4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000" dirty="0"/>
              <a:t>R5</a:t>
            </a:r>
          </a:p>
        </p:txBody>
      </p:sp>
    </p:spTree>
    <p:extLst>
      <p:ext uri="{BB962C8B-B14F-4D97-AF65-F5344CB8AC3E}">
        <p14:creationId xmlns:p14="http://schemas.microsoft.com/office/powerpoint/2010/main" val="3099664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Macintosh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2026-09-24T21:01:42Z</dcterms:created>
  <dcterms:modified xsi:type="dcterms:W3CDTF">2026-09-24T21:02:18Z</dcterms:modified>
</cp:coreProperties>
</file>