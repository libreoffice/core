
<file path=[Content_Types].xml><?xml version="1.0" encoding="utf-8"?>
<Types xmlns="http://schemas.openxmlformats.org/package/2006/content-types"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</p:sldIdLst>
  <p:sldSz cx="9144000" cy="6858000" type="screen4x3"/>
  <p:notesSz cx="6794500" cy="9906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BABD5D"/>
    <a:srgbClr val="8B4973"/>
    <a:srgbClr val="76A39E"/>
    <a:srgbClr val="1A171B"/>
    <a:srgbClr val="C6C7C8"/>
    <a:srgbClr val="99C1DA"/>
    <a:srgbClr val="D1D2D3"/>
    <a:srgbClr val="66A3C8"/>
    <a:srgbClr val="00738D"/>
    <a:srgbClr val="3384B5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6196" autoAdjust="0"/>
    <p:restoredTop sz="99171" autoAdjust="0"/>
  </p:normalViewPr>
  <p:slideViewPr>
    <p:cSldViewPr snapToObjects="1">
      <p:cViewPr varScale="1">
        <p:scale>
          <a:sx n="128" d="100"/>
          <a:sy n="128" d="100"/>
        </p:scale>
        <p:origin x="-102" y="-150"/>
      </p:cViewPr>
      <p:guideLst>
        <p:guide orient="horz" pos="799"/>
        <p:guide pos="521"/>
        <p:guide pos="5465"/>
      </p:guideLst>
    </p:cSldViewPr>
  </p:slideViewPr>
  <p:outlineViewPr>
    <p:cViewPr>
      <p:scale>
        <a:sx n="33" d="100"/>
        <a:sy n="33" d="100"/>
      </p:scale>
      <p:origin x="0" y="122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888"/>
    </p:cViewPr>
  </p:sorterViewPr>
  <p:notesViewPr>
    <p:cSldViewPr snapToObjects="1" showGuides="1">
      <p:cViewPr>
        <p:scale>
          <a:sx n="66" d="100"/>
          <a:sy n="66" d="100"/>
        </p:scale>
        <p:origin x="-3154" y="86"/>
      </p:cViewPr>
      <p:guideLst>
        <p:guide orient="horz" pos="3116"/>
        <p:guide pos="214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318"/>
            <a:ext cx="9144000" cy="706090"/>
          </a:xfrm>
        </p:spPr>
        <p:txBody>
          <a:bodyPr/>
          <a:lstStyle>
            <a:lvl1pPr marL="717550" indent="0"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CH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468313" y="1166813"/>
            <a:ext cx="8207375" cy="4824412"/>
          </a:xfrm>
        </p:spPr>
        <p:txBody>
          <a:bodyPr>
            <a:noAutofit/>
          </a:bodyPr>
          <a:lstStyle>
            <a:lvl1pPr marL="538163" indent="-273600">
              <a:spcAft>
                <a:spcPts val="800"/>
              </a:spcAft>
              <a:defRPr/>
            </a:lvl1pPr>
            <a:lvl2pPr marL="803275" indent="-273600">
              <a:spcAft>
                <a:spcPts val="600"/>
              </a:spcAft>
              <a:defRPr/>
            </a:lvl2pPr>
            <a:lvl3pPr marL="1074738" indent="-273600">
              <a:spcAft>
                <a:spcPts val="400"/>
              </a:spcAft>
              <a:tabLst/>
              <a:defRPr/>
            </a:lvl3pPr>
            <a:lvl4pPr marL="1341438" indent="-273600">
              <a:spcAft>
                <a:spcPts val="400"/>
              </a:spcAft>
              <a:defRPr/>
            </a:lvl4pPr>
            <a:lvl5pPr marL="1616075" indent="-274638">
              <a:spcAft>
                <a:spcPts val="400"/>
              </a:spcAft>
              <a:defRPr/>
            </a:lvl5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CH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-36512" y="6073864"/>
            <a:ext cx="91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14248" y="6488062"/>
            <a:ext cx="4112096" cy="253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2521887" y="6355040"/>
            <a:ext cx="4090397" cy="115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6CB3B594-2801-4864-9089-E42463258A4B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4"/>
          </p:nvPr>
        </p:nvSpPr>
        <p:spPr>
          <a:xfrm>
            <a:off x="6689725" y="1"/>
            <a:ext cx="2454275" cy="706438"/>
          </a:xfrm>
        </p:spPr>
        <p:txBody>
          <a:bodyPr/>
          <a:lstStyle>
            <a:lvl1pPr marL="264563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="" xmlns:p14="http://schemas.microsoft.com/office/powerpoint/2010/main" val="325515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0" y="318"/>
            <a:ext cx="9144000" cy="70609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32400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4820" y="1174656"/>
            <a:ext cx="8229600" cy="4896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marL="812801" lvl="0" indent="-274638" algn="l" defTabSz="914400" rtl="0" eaLnBrk="1" latinLnBrk="0" hangingPunct="1">
              <a:spcBef>
                <a:spcPts val="0"/>
              </a:spcBef>
              <a:spcAft>
                <a:spcPts val="2000"/>
              </a:spcAft>
              <a:buClr>
                <a:schemeClr val="bg2"/>
              </a:buClr>
              <a:buFont typeface="Wingdings" pitchFamily="2" charset="2"/>
              <a:buChar char="n"/>
            </a:pPr>
            <a:endParaRPr lang="de-CH" dirty="0"/>
          </a:p>
        </p:txBody>
      </p:sp>
      <p:sp>
        <p:nvSpPr>
          <p:cNvPr id="5" name="Foliennummernplatzhalter 5"/>
          <p:cNvSpPr txBox="1">
            <a:spLocks/>
          </p:cNvSpPr>
          <p:nvPr userDrawn="1"/>
        </p:nvSpPr>
        <p:spPr>
          <a:xfrm>
            <a:off x="6948264" y="6338076"/>
            <a:ext cx="1727424" cy="98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 smtClean="0"/>
              <a:t>March 2013</a:t>
            </a:r>
            <a:endParaRPr lang="de-CH" dirty="0"/>
          </a:p>
        </p:txBody>
      </p:sp>
    </p:spTree>
    <p:extLst>
      <p:ext uri="{BB962C8B-B14F-4D97-AF65-F5344CB8AC3E}">
        <p14:creationId xmlns="" xmlns:p14="http://schemas.microsoft.com/office/powerpoint/2010/main" val="336971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lvl1pPr marL="763588" indent="0" algn="l" defTabSz="914400" rtl="0" eaLnBrk="1" latinLnBrk="0" hangingPunct="1">
        <a:spcBef>
          <a:spcPct val="0"/>
        </a:spcBef>
        <a:buNone/>
        <a:defRPr sz="2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538163" indent="-273600" algn="l" defTabSz="914400" rtl="0" eaLnBrk="1" latinLnBrk="0" hangingPunct="1">
        <a:spcBef>
          <a:spcPts val="600"/>
        </a:spcBef>
        <a:spcAft>
          <a:spcPts val="800"/>
        </a:spcAft>
        <a:buClr>
          <a:schemeClr val="accent1"/>
        </a:buClr>
        <a:buSzPct val="94000"/>
        <a:buFont typeface="Wingdings" pitchFamily="2" charset="2"/>
        <a:buChar char="n"/>
        <a:tabLst/>
        <a:defRPr sz="17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273600" algn="l" defTabSz="914400" rtl="0" eaLnBrk="1" latinLnBrk="0" hangingPunct="1">
        <a:spcBef>
          <a:spcPts val="0"/>
        </a:spcBef>
        <a:spcAft>
          <a:spcPts val="600"/>
        </a:spcAft>
        <a:buClr>
          <a:schemeClr val="bg2"/>
        </a:buClr>
        <a:buSzPct val="94000"/>
        <a:buFont typeface="Wingdings" pitchFamily="2" charset="2"/>
        <a:buChar char="n"/>
        <a:tabLst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076325" indent="-273050" algn="l" defTabSz="914400" rtl="0" eaLnBrk="1" latinLnBrk="0" hangingPunct="1">
        <a:spcBef>
          <a:spcPts val="0"/>
        </a:spcBef>
        <a:spcAft>
          <a:spcPts val="400"/>
        </a:spcAft>
        <a:buClr>
          <a:schemeClr val="bg2"/>
        </a:buClr>
        <a:buSzPct val="80000"/>
        <a:buFont typeface="Wingdings" pitchFamily="2" charset="2"/>
        <a:buChar char="n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41438" indent="-273600" algn="l" defTabSz="914400" rtl="0" eaLnBrk="1" latinLnBrk="0" hangingPunct="1">
        <a:spcBef>
          <a:spcPts val="0"/>
        </a:spcBef>
        <a:spcAft>
          <a:spcPts val="400"/>
        </a:spcAft>
        <a:buClr>
          <a:schemeClr val="bg2"/>
        </a:buClr>
        <a:buSzPct val="80000"/>
        <a:buFont typeface="Wingdings" pitchFamily="2" charset="2"/>
        <a:buChar char="n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274638" algn="l" defTabSz="914400" rtl="0" eaLnBrk="1" latinLnBrk="0" hangingPunct="1">
        <a:spcBef>
          <a:spcPts val="0"/>
        </a:spcBef>
        <a:spcAft>
          <a:spcPts val="400"/>
        </a:spcAft>
        <a:buClr>
          <a:schemeClr val="bg2"/>
        </a:buClr>
        <a:buSzPct val="80000"/>
        <a:buFont typeface="Wingdings" pitchFamily="2" charset="2"/>
        <a:buChar char="n"/>
        <a:defRPr lang="de-CH" sz="15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341437" indent="0" algn="l" defTabSz="914400" rtl="0" eaLnBrk="1" latinLnBrk="0" hangingPunct="1">
        <a:spcBef>
          <a:spcPct val="20000"/>
        </a:spcBef>
        <a:buClr>
          <a:schemeClr val="bg2"/>
        </a:buClr>
        <a:buFont typeface="Wingdings" pitchFamily="2" charset="2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B3B594-2801-4864-9089-E42463258A4B}" type="slidenum">
              <a:rPr lang="de-CH" smtClean="0"/>
              <a:pPr/>
              <a:t>1</a:t>
            </a:fld>
            <a:endParaRPr lang="de-CH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4728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SR_Vorlage">
  <a:themeElements>
    <a:clrScheme name="HSR-Farben">
      <a:dk1>
        <a:sysClr val="windowText" lastClr="000000"/>
      </a:dk1>
      <a:lt1>
        <a:sysClr val="window" lastClr="FFFFFF"/>
      </a:lt1>
      <a:dk2>
        <a:srgbClr val="0065A3"/>
      </a:dk2>
      <a:lt2>
        <a:srgbClr val="C6C7C8"/>
      </a:lt2>
      <a:accent1>
        <a:srgbClr val="0065A3"/>
      </a:accent1>
      <a:accent2>
        <a:srgbClr val="6E1C50"/>
      </a:accent2>
      <a:accent3>
        <a:srgbClr val="548C86"/>
      </a:accent3>
      <a:accent4>
        <a:srgbClr val="7B6951"/>
      </a:accent4>
      <a:accent5>
        <a:srgbClr val="00738D"/>
      </a:accent5>
      <a:accent6>
        <a:srgbClr val="BABD5D"/>
      </a:accent6>
      <a:hlink>
        <a:srgbClr val="0065A3"/>
      </a:hlink>
      <a:folHlink>
        <a:srgbClr val="6E1C5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285750" indent="-285750">
          <a:buClr>
            <a:schemeClr val="tx2"/>
          </a:buClr>
          <a:buSzPct val="90000"/>
          <a:buFont typeface="Wingdings" pitchFamily="2" charset="2"/>
          <a:buChar char="n"/>
          <a:defRPr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HSR_Vorlage</Template>
  <TotalTime>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HSR_Vorlage</vt:lpstr>
      <vt:lpstr>Slide 1</vt:lpstr>
    </vt:vector>
  </TitlesOfParts>
  <Company>HSR Technikum Rapperswil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numbers are rising</dc:title>
  <dc:creator/>
  <cp:lastModifiedBy>misto</cp:lastModifiedBy>
  <cp:revision>111</cp:revision>
  <cp:lastPrinted>2013-04-05T08:17:21Z</cp:lastPrinted>
  <dcterms:created xsi:type="dcterms:W3CDTF">2012-01-12T07:00:55Z</dcterms:created>
  <dcterms:modified xsi:type="dcterms:W3CDTF">2013-05-29T06:44:12Z</dcterms:modified>
</cp:coreProperties>
</file>