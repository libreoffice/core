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audio" Target="http://192.0.2.1:12345/animation.wav" TargetMode="Externa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0"/>
                  </p:stCondLst>
                </p:cTn>
                <p:tgtEl>
                  <p:sndTgt r:embed="rId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Minimal">
  <a:themeElements>
    <a:clrScheme name="Minimal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inimal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Minim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