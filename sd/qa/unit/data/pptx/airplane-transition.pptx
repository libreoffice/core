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5849-5128-641F-3E01-326E0ADAA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F3597-E876-B345-D63A-1D4D3DFBA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37D76-B36E-6E06-C0BC-6413BE6E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1714-AF78-08C2-31A7-63D3AD0B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DC633-BC08-8F6C-AE5C-E7ADB286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5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CB87-797D-8AC6-E979-2805E4FA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6FD2-16AD-DA53-47AC-DBDBDA9C2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E7D3-E140-0C05-FF5B-A0CD9E5E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2C8FF-581D-4B98-1F9C-302FC91C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53517-ABAC-670F-932B-769BCCD8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94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23CD-76B8-3386-3678-A6049A66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0E1DB-EFD5-8998-35C1-5A944A23F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EDBA-DD4C-1A54-3ECB-0774CC49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40352-DE81-041E-D93A-5F59D0D6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C9A0E-CB1F-9276-093E-44B3E663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2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B6C8-0398-0DD2-BCFB-277F51FB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17344-38A7-25F9-6536-E2712ABD2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45790-2C45-9949-C6E2-E036CE977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62635-432E-5A2A-E81B-E6CA6CBE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8E6C6-58C4-533D-3D87-AFF765A1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BFCF1-1E1B-1778-E471-DFD5809B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5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40FA-8446-9D9E-BF8E-ED40BC37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42651-3CE2-6EA8-9CD6-5861A5785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B1376-2997-4A2F-FAA5-32112B2C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CA83E-0A89-1245-A1B5-CABA31C76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5A4C8-8BA6-50CD-515E-C6B6E1FFF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2690F-DFE1-5BFB-DC1B-F6D20B1F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6BAD3B-8B63-F3DC-DDED-D675C66B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8F971-2AFC-B1DA-B231-56E473D3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3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4B0-627D-4564-6D1E-24054A4C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FF7AF-900F-B19C-0607-D9DC9D8B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D39BB-C51E-9639-9FDF-8661E801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4B7C9-387D-08B5-7D41-408593B9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2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AFCFA-3DBB-8195-F6DA-3ACDC80A1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F6E6A-1FA5-C55A-6A60-6097EAA0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62EE0-8EC7-0AFD-4C57-606498F5B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01E1-CF38-7785-9337-731986B5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BC2C9-E5FE-5324-99FF-B28C88E13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5B344-C794-0FC7-AD53-92782AA14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27230-FD3B-68F5-26E7-B346299E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5B1A-67B6-41F0-D0C2-CD691253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A598E-4403-7081-0FF0-84A8757C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9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4571-73A0-69EF-5F31-1D483DF0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53CBE-5F01-FFE2-4074-5B1ADDCBD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94BB2-B57C-A3C2-E181-5988FBBB5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6CAA2-609E-E0B4-C81F-83F31A70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B0BC1-A5C5-15DC-D11A-019166CD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44AD6-290A-DED3-57A2-B6822526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3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B338-7F5C-E7A0-B890-E33F4A9E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A9038-7003-A144-2AA0-403F549D7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97B7B-35E5-55B6-28D1-C159117B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3EAEF-22FD-7D00-36F8-83CBEBA5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C68F9-CA90-5DC8-725D-50DE4786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6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1D844-170E-94DD-5E2C-86B8A7550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7446C-2A2A-7CE9-98F0-EE0A5A1EF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17985-5EF5-643E-705B-9E353684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9A214-2A59-1068-404E-93122949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F0F1D-F98E-B2DB-335B-B3ADD07D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3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29CC9-0EA5-57CB-A645-F3FCD360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0FA9-0998-B553-304E-D203D1F0A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B4469-FDCD-A8DA-939D-4E447F3C9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181CA-A972-4667-ADDF-AC785738439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95781-F82D-7075-57E4-09F42C68B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0F610-F85B-2076-A40B-E9B04FA3A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4392-850F-4A4D-91F8-BBD727EF9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AC34-4A3C-C751-8710-4E4482F4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B1E2-158C-A518-B3B0-8B37F613E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786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2</cp:revision>
  <dcterms:created xsi:type="dcterms:W3CDTF">2026-10-02T14:58:52Z</dcterms:created>
  <dcterms:modified xsi:type="dcterms:W3CDTF">2026-10-02T15:02:21Z</dcterms:modified>
</cp:coreProperties>
</file>