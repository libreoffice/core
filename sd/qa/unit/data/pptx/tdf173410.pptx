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11111111-2222-3333-4444-555555555555}">
  <a:tblStyle styleId="{11111111-2222-3333-4444-555555555555}" styleName="tdf173410">
    <a:wholeTbl>
      <a:tcStyle>
        <a:tcBdr/>
        <a:fill>
          <a:solidFill>
            <a:srgbClr val="FFFFFF"/>
          </a:solidFill>
        </a:fill>
      </a:tcStyle>
    </a:wholeTbl>
    <a:lastCol>
      <a:tcStyle>
        <a:tcBdr/>
        <a:fill>
          <a:solidFill>
            <a:srgbClr val="FF00FF"/>
          </a:solidFill>
        </a:fill>
      </a:tcStyle>
    </a:lastCol>
    <a:firstCol>
      <a:tcStyle>
        <a:tcBdr/>
        <a:fill>
          <a:solidFill>
            <a:srgbClr val="FFFF00"/>
          </a:solidFill>
        </a:fill>
      </a:tcStyle>
    </a:firstCol>
    <a:lastRow>
      <a:tcStyle>
        <a:tcBdr/>
        <a:fill>
          <a:solidFill>
            <a:srgbClr val="0000FF"/>
          </a:solidFill>
        </a:fill>
      </a:tcStyle>
    </a:lastRow>
    <a:seCell>
      <a:tcStyle>
        <a:tcBdr/>
        <a:fill>
          <a:solidFill>
            <a:srgbClr val="FF0000"/>
          </a:solidFill>
        </a:fill>
      </a:tcStyle>
    </a:seCell>
    <a:swCell>
      <a:tcStyle>
        <a:tcBdr/>
        <a:fill>
          <a:solidFill>
            <a:srgbClr val="FF0000"/>
          </a:solidFill>
        </a:fill>
      </a:tcStyle>
    </a:swCell>
    <a:firstRow>
      <a:tcStyle>
        <a:tcBdr/>
        <a:fill>
          <a:solidFill>
            <a:srgbClr val="00FF00"/>
          </a:solidFill>
        </a:fill>
      </a:tcStyle>
    </a:firstRow>
    <a:neCell>
      <a:tcStyle>
        <a:tcBdr/>
        <a:fill>
          <a:solidFill>
            <a:srgbClr val="FF0000"/>
          </a:solidFill>
        </a:fill>
      </a:tcStyle>
    </a:neCell>
    <a:nwCell>
      <a:tcStyle>
        <a:tcBdr/>
        <a:fill>
          <a:solidFill>
            <a:srgbClr val="FF0000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274320"/>
          <a:ext cx="5486400" cy="2194560"/>
        </p:xfrm>
        <a:graphic>
          <a:graphicData uri="http://schemas.openxmlformats.org/drawingml/2006/table">
            <a:tbl>
              <a:tblPr firstRow="1" lastRow="1" firstCol="0" lastCol="0">
                <a:tableStyleId>{11111111-2222-3333-4444-555555555555}</a:tableStyleId>
              </a:tblPr>
              <a:tblGrid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3474720"/>
          <a:ext cx="5486400" cy="2194560"/>
        </p:xfrm>
        <a:graphic>
          <a:graphicData uri="http://schemas.openxmlformats.org/drawingml/2006/table">
            <a:tbl>
              <a:tblPr firstRow="1" lastRow="1" firstCol="1" lastCol="1">
                <a:tableStyleId>{11111111-2222-3333-4444-555555555555}</a:tableStyleId>
              </a:tblPr>
              <a:tblGrid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r>
                        <a:t>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0,2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