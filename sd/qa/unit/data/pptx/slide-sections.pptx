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703" r:id="rId2"/>
    <p:sldMasterId id="2147483705" r:id="rId3"/>
  </p:sldMasterIdLst>
  <p:notesMasterIdLst>
    <p:notesMasterId r:id="rId11"/>
  </p:notesMasterIdLst>
  <p:sldIdLst>
    <p:sldId id="401" r:id="rId4"/>
    <p:sldId id="377" r:id="rId5"/>
    <p:sldId id="366" r:id="rId6"/>
    <p:sldId id="402" r:id="rId7"/>
    <p:sldId id="403" r:id="rId8"/>
    <p:sldId id="404" r:id="rId9"/>
    <p:sldId id="30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0F38008-1855-4575-B10E-A14737D1CCA5}">
          <p14:sldIdLst>
            <p14:sldId id="401"/>
            <p14:sldId id="377"/>
            <p14:sldId id="366"/>
          </p14:sldIdLst>
        </p14:section>
        <p14:section name="section-demo" id="{FEA1F2CF-F007-4C26-B56C-A8CD6CB4CA90}">
          <p14:sldIdLst>
            <p14:sldId id="402"/>
            <p14:sldId id="403"/>
            <p14:sldId id="404"/>
            <p14:sldId id="3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95A6"/>
    <a:srgbClr val="CEBA8B"/>
    <a:srgbClr val="D0BA94"/>
    <a:srgbClr val="941651"/>
    <a:srgbClr val="A26700"/>
    <a:srgbClr val="FF9BA4"/>
    <a:srgbClr val="805AAB"/>
    <a:srgbClr val="254470"/>
    <a:srgbClr val="3BC7E2"/>
    <a:srgbClr val="FFD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9228D1-C855-0608-AC45-E17F1C941B22}" v="2" dt="2026-04-01T11:50:04.689"/>
    <p1510:client id="{E97C15B9-972F-EF5D-F40C-22A9D4343466}" v="2" dt="2026-03-31T19:18:19.1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1" autoAdjust="0"/>
    <p:restoredTop sz="96292" autoAdjust="0"/>
  </p:normalViewPr>
  <p:slideViewPr>
    <p:cSldViewPr snapToGrid="0" showGuides="1">
      <p:cViewPr varScale="1">
        <p:scale>
          <a:sx n="105" d="100"/>
          <a:sy n="105" d="100"/>
        </p:scale>
        <p:origin x="82" y="4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nam Lashkari" userId="6aba46b2e5600382" providerId="Windows Live" clId="Web-{CD9228D1-C855-0608-AC45-E17F1C941B22}"/>
    <pc:docChg chg="addSection modSection">
      <pc:chgData name="Pranam Lashkari" userId="6aba46b2e5600382" providerId="Windows Live" clId="Web-{CD9228D1-C855-0608-AC45-E17F1C941B22}" dt="2026-04-01T11:50:04.689" v="1"/>
      <pc:docMkLst>
        <pc:docMk/>
      </pc:docMkLst>
    </pc:docChg>
  </pc:docChgLst>
  <pc:docChgLst>
    <pc:chgData name="Pranam Lashkari" userId="6aba46b2e5600382" providerId="Windows Live" clId="Web-{E97C15B9-972F-EF5D-F40C-22A9D4343466}"/>
    <pc:docChg chg="addSection delSection">
      <pc:chgData name="Pranam Lashkari" userId="6aba46b2e5600382" providerId="Windows Live" clId="Web-{E97C15B9-972F-EF5D-F40C-22A9D4343466}" dt="2026-03-31T19:18:19.138" v="1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4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399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537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583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832CF-8DA7-94D3-CF52-307473F07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184FF5-1A3B-5BA4-542C-B90AA10E7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214481-BE04-C89F-8B28-A2991979FB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814344-97F0-84AA-2CAD-7348A385F3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9964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85CD5-2091-FAFD-588A-D63881A73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626F4-3A6A-247F-F51E-78178E4B49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F5733F-5F49-9DF5-08FF-676DAD6764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075C2-D5B1-8B1B-B67F-A536B3720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7460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8A6EF-6AA4-F803-DD9A-8BE1057F9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2E532F-D149-42B0-D767-BC0A98263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2D9A16-A51B-4DA2-5761-7B62772CE8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D3CE2-1B3F-BDE2-02FA-FEFC37078D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378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8D2766-C49B-4C1A-9FEE-6F146754B0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9326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869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892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F0C052-A5D5-A3A7-5015-B8AD6BFA38B5}"/>
              </a:ext>
            </a:extLst>
          </p:cNvPr>
          <p:cNvSpPr txBox="1"/>
          <p:nvPr userDrawn="1"/>
        </p:nvSpPr>
        <p:spPr>
          <a:xfrm>
            <a:off x="667330" y="550033"/>
            <a:ext cx="2107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alpha val="40157"/>
                  </a:schemeClr>
                </a:solidFill>
                <a:latin typeface="+mj-lt"/>
              </a:rPr>
              <a:t>Designed</a:t>
            </a:r>
            <a:r>
              <a:rPr lang="en-US" dirty="0">
                <a:solidFill>
                  <a:schemeClr val="bg1">
                    <a:alpha val="40157"/>
                  </a:schemeClr>
                </a:solidFill>
              </a:rPr>
              <a:t> with       by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3BDC3D9-4956-070F-F72D-978CD8717498}"/>
              </a:ext>
            </a:extLst>
          </p:cNvPr>
          <p:cNvGrpSpPr/>
          <p:nvPr userDrawn="1"/>
        </p:nvGrpSpPr>
        <p:grpSpPr>
          <a:xfrm>
            <a:off x="757647" y="1021854"/>
            <a:ext cx="5325710" cy="549583"/>
            <a:chOff x="757647" y="1021854"/>
            <a:chExt cx="5325710" cy="549583"/>
          </a:xfrm>
        </p:grpSpPr>
        <p:sp>
          <p:nvSpPr>
            <p:cNvPr id="7" name="Shape">
              <a:extLst>
                <a:ext uri="{FF2B5EF4-FFF2-40B4-BE49-F238E27FC236}">
                  <a16:creationId xmlns:a16="http://schemas.microsoft.com/office/drawing/2014/main" id="{F1B15682-086B-6549-3383-789D334FDAC4}"/>
                </a:ext>
              </a:extLst>
            </p:cNvPr>
            <p:cNvSpPr/>
            <p:nvPr userDrawn="1"/>
          </p:nvSpPr>
          <p:spPr>
            <a:xfrm>
              <a:off x="757647" y="1022945"/>
              <a:ext cx="4193833" cy="5484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662"/>
                  </a:moveTo>
                  <a:lnTo>
                    <a:pt x="882" y="2662"/>
                  </a:lnTo>
                  <a:cubicBezTo>
                    <a:pt x="1028" y="2662"/>
                    <a:pt x="1163" y="2791"/>
                    <a:pt x="1280" y="3049"/>
                  </a:cubicBezTo>
                  <a:cubicBezTo>
                    <a:pt x="1398" y="3307"/>
                    <a:pt x="1500" y="3693"/>
                    <a:pt x="1584" y="4165"/>
                  </a:cubicBezTo>
                  <a:cubicBezTo>
                    <a:pt x="1668" y="4638"/>
                    <a:pt x="1730" y="5239"/>
                    <a:pt x="1775" y="5969"/>
                  </a:cubicBezTo>
                  <a:cubicBezTo>
                    <a:pt x="1820" y="6656"/>
                    <a:pt x="1842" y="7472"/>
                    <a:pt x="1842" y="8374"/>
                  </a:cubicBezTo>
                  <a:cubicBezTo>
                    <a:pt x="1842" y="9447"/>
                    <a:pt x="1814" y="10392"/>
                    <a:pt x="1763" y="11165"/>
                  </a:cubicBezTo>
                  <a:cubicBezTo>
                    <a:pt x="1707" y="11938"/>
                    <a:pt x="1634" y="12625"/>
                    <a:pt x="1544" y="13140"/>
                  </a:cubicBezTo>
                  <a:cubicBezTo>
                    <a:pt x="1455" y="13656"/>
                    <a:pt x="1348" y="14042"/>
                    <a:pt x="1224" y="14300"/>
                  </a:cubicBezTo>
                  <a:cubicBezTo>
                    <a:pt x="1101" y="14557"/>
                    <a:pt x="972" y="14686"/>
                    <a:pt x="837" y="14686"/>
                  </a:cubicBezTo>
                  <a:lnTo>
                    <a:pt x="590" y="14686"/>
                  </a:lnTo>
                  <a:lnTo>
                    <a:pt x="590" y="21299"/>
                  </a:lnTo>
                  <a:lnTo>
                    <a:pt x="0" y="21299"/>
                  </a:lnTo>
                  <a:lnTo>
                    <a:pt x="0" y="2662"/>
                  </a:lnTo>
                  <a:close/>
                  <a:moveTo>
                    <a:pt x="584" y="11251"/>
                  </a:moveTo>
                  <a:lnTo>
                    <a:pt x="798" y="11251"/>
                  </a:lnTo>
                  <a:cubicBezTo>
                    <a:pt x="854" y="11251"/>
                    <a:pt x="910" y="11208"/>
                    <a:pt x="966" y="11122"/>
                  </a:cubicBezTo>
                  <a:cubicBezTo>
                    <a:pt x="1022" y="11036"/>
                    <a:pt x="1067" y="10864"/>
                    <a:pt x="1106" y="10650"/>
                  </a:cubicBezTo>
                  <a:cubicBezTo>
                    <a:pt x="1146" y="10435"/>
                    <a:pt x="1179" y="10177"/>
                    <a:pt x="1202" y="9834"/>
                  </a:cubicBezTo>
                  <a:cubicBezTo>
                    <a:pt x="1224" y="9490"/>
                    <a:pt x="1241" y="9104"/>
                    <a:pt x="1241" y="8588"/>
                  </a:cubicBezTo>
                  <a:cubicBezTo>
                    <a:pt x="1241" y="7730"/>
                    <a:pt x="1202" y="7085"/>
                    <a:pt x="1129" y="6656"/>
                  </a:cubicBezTo>
                  <a:cubicBezTo>
                    <a:pt x="1050" y="6227"/>
                    <a:pt x="955" y="6012"/>
                    <a:pt x="826" y="6012"/>
                  </a:cubicBezTo>
                  <a:lnTo>
                    <a:pt x="590" y="6012"/>
                  </a:lnTo>
                  <a:lnTo>
                    <a:pt x="590" y="11251"/>
                  </a:lnTo>
                  <a:close/>
                  <a:moveTo>
                    <a:pt x="2179" y="21256"/>
                  </a:moveTo>
                  <a:lnTo>
                    <a:pt x="2179" y="7085"/>
                  </a:lnTo>
                  <a:lnTo>
                    <a:pt x="2628" y="7085"/>
                  </a:lnTo>
                  <a:lnTo>
                    <a:pt x="2685" y="9576"/>
                  </a:lnTo>
                  <a:cubicBezTo>
                    <a:pt x="2707" y="9233"/>
                    <a:pt x="2735" y="8889"/>
                    <a:pt x="2769" y="8546"/>
                  </a:cubicBezTo>
                  <a:cubicBezTo>
                    <a:pt x="2802" y="8202"/>
                    <a:pt x="2842" y="7901"/>
                    <a:pt x="2887" y="7644"/>
                  </a:cubicBezTo>
                  <a:cubicBezTo>
                    <a:pt x="2932" y="7386"/>
                    <a:pt x="2988" y="7171"/>
                    <a:pt x="3044" y="7043"/>
                  </a:cubicBezTo>
                  <a:cubicBezTo>
                    <a:pt x="3106" y="6871"/>
                    <a:pt x="3173" y="6828"/>
                    <a:pt x="3246" y="6828"/>
                  </a:cubicBezTo>
                  <a:cubicBezTo>
                    <a:pt x="3302" y="6828"/>
                    <a:pt x="3353" y="6871"/>
                    <a:pt x="3403" y="7000"/>
                  </a:cubicBezTo>
                  <a:cubicBezTo>
                    <a:pt x="3448" y="7128"/>
                    <a:pt x="3488" y="7214"/>
                    <a:pt x="3516" y="7386"/>
                  </a:cubicBezTo>
                  <a:lnTo>
                    <a:pt x="3426" y="10779"/>
                  </a:lnTo>
                  <a:cubicBezTo>
                    <a:pt x="3398" y="10650"/>
                    <a:pt x="3364" y="10564"/>
                    <a:pt x="3319" y="10435"/>
                  </a:cubicBezTo>
                  <a:cubicBezTo>
                    <a:pt x="3274" y="10349"/>
                    <a:pt x="3224" y="10306"/>
                    <a:pt x="3156" y="10306"/>
                  </a:cubicBezTo>
                  <a:cubicBezTo>
                    <a:pt x="3038" y="10306"/>
                    <a:pt x="2937" y="10607"/>
                    <a:pt x="2859" y="11208"/>
                  </a:cubicBezTo>
                  <a:cubicBezTo>
                    <a:pt x="2780" y="11809"/>
                    <a:pt x="2741" y="12840"/>
                    <a:pt x="2741" y="14257"/>
                  </a:cubicBezTo>
                  <a:lnTo>
                    <a:pt x="2741" y="21342"/>
                  </a:lnTo>
                  <a:lnTo>
                    <a:pt x="2179" y="21342"/>
                  </a:lnTo>
                  <a:close/>
                  <a:moveTo>
                    <a:pt x="5279" y="15416"/>
                  </a:moveTo>
                  <a:lnTo>
                    <a:pt x="4083" y="15416"/>
                  </a:lnTo>
                  <a:lnTo>
                    <a:pt x="4083" y="15545"/>
                  </a:lnTo>
                  <a:cubicBezTo>
                    <a:pt x="4083" y="16533"/>
                    <a:pt x="4134" y="17263"/>
                    <a:pt x="4235" y="17692"/>
                  </a:cubicBezTo>
                  <a:cubicBezTo>
                    <a:pt x="4336" y="18165"/>
                    <a:pt x="4459" y="18379"/>
                    <a:pt x="4611" y="18379"/>
                  </a:cubicBezTo>
                  <a:cubicBezTo>
                    <a:pt x="4718" y="18379"/>
                    <a:pt x="4807" y="18293"/>
                    <a:pt x="4886" y="18165"/>
                  </a:cubicBezTo>
                  <a:cubicBezTo>
                    <a:pt x="4965" y="17993"/>
                    <a:pt x="5032" y="17821"/>
                    <a:pt x="5088" y="17606"/>
                  </a:cubicBezTo>
                  <a:lnTo>
                    <a:pt x="5195" y="20612"/>
                  </a:lnTo>
                  <a:cubicBezTo>
                    <a:pt x="5128" y="20870"/>
                    <a:pt x="5038" y="21085"/>
                    <a:pt x="4931" y="21299"/>
                  </a:cubicBezTo>
                  <a:cubicBezTo>
                    <a:pt x="4824" y="21514"/>
                    <a:pt x="4695" y="21600"/>
                    <a:pt x="4538" y="21600"/>
                  </a:cubicBezTo>
                  <a:cubicBezTo>
                    <a:pt x="4398" y="21600"/>
                    <a:pt x="4268" y="21471"/>
                    <a:pt x="4145" y="21171"/>
                  </a:cubicBezTo>
                  <a:cubicBezTo>
                    <a:pt x="4021" y="20870"/>
                    <a:pt x="3909" y="20441"/>
                    <a:pt x="3819" y="19839"/>
                  </a:cubicBezTo>
                  <a:cubicBezTo>
                    <a:pt x="3724" y="19238"/>
                    <a:pt x="3651" y="18508"/>
                    <a:pt x="3594" y="17606"/>
                  </a:cubicBezTo>
                  <a:cubicBezTo>
                    <a:pt x="3538" y="16705"/>
                    <a:pt x="3510" y="15631"/>
                    <a:pt x="3510" y="14343"/>
                  </a:cubicBezTo>
                  <a:cubicBezTo>
                    <a:pt x="3510" y="13226"/>
                    <a:pt x="3533" y="12196"/>
                    <a:pt x="3578" y="11251"/>
                  </a:cubicBezTo>
                  <a:cubicBezTo>
                    <a:pt x="3622" y="10306"/>
                    <a:pt x="3684" y="9533"/>
                    <a:pt x="3768" y="8846"/>
                  </a:cubicBezTo>
                  <a:cubicBezTo>
                    <a:pt x="3853" y="8159"/>
                    <a:pt x="3948" y="7644"/>
                    <a:pt x="4066" y="7300"/>
                  </a:cubicBezTo>
                  <a:cubicBezTo>
                    <a:pt x="4178" y="6957"/>
                    <a:pt x="4308" y="6742"/>
                    <a:pt x="4448" y="6742"/>
                  </a:cubicBezTo>
                  <a:cubicBezTo>
                    <a:pt x="4701" y="6742"/>
                    <a:pt x="4903" y="7343"/>
                    <a:pt x="5060" y="8503"/>
                  </a:cubicBezTo>
                  <a:cubicBezTo>
                    <a:pt x="5212" y="9662"/>
                    <a:pt x="5290" y="11380"/>
                    <a:pt x="5290" y="13527"/>
                  </a:cubicBezTo>
                  <a:lnTo>
                    <a:pt x="5290" y="15416"/>
                  </a:lnTo>
                  <a:close/>
                  <a:moveTo>
                    <a:pt x="4695" y="12453"/>
                  </a:moveTo>
                  <a:cubicBezTo>
                    <a:pt x="4695" y="12110"/>
                    <a:pt x="4690" y="11809"/>
                    <a:pt x="4678" y="11466"/>
                  </a:cubicBezTo>
                  <a:cubicBezTo>
                    <a:pt x="4667" y="11165"/>
                    <a:pt x="4650" y="10864"/>
                    <a:pt x="4628" y="10607"/>
                  </a:cubicBezTo>
                  <a:cubicBezTo>
                    <a:pt x="4605" y="10349"/>
                    <a:pt x="4577" y="10177"/>
                    <a:pt x="4544" y="10006"/>
                  </a:cubicBezTo>
                  <a:cubicBezTo>
                    <a:pt x="4510" y="9877"/>
                    <a:pt x="4465" y="9791"/>
                    <a:pt x="4420" y="9791"/>
                  </a:cubicBezTo>
                  <a:cubicBezTo>
                    <a:pt x="4330" y="9791"/>
                    <a:pt x="4257" y="10049"/>
                    <a:pt x="4195" y="10521"/>
                  </a:cubicBezTo>
                  <a:cubicBezTo>
                    <a:pt x="4134" y="10993"/>
                    <a:pt x="4100" y="11637"/>
                    <a:pt x="4089" y="12496"/>
                  </a:cubicBezTo>
                  <a:lnTo>
                    <a:pt x="4695" y="12453"/>
                  </a:lnTo>
                  <a:close/>
                  <a:moveTo>
                    <a:pt x="6773" y="10693"/>
                  </a:moveTo>
                  <a:cubicBezTo>
                    <a:pt x="6706" y="10435"/>
                    <a:pt x="6633" y="10220"/>
                    <a:pt x="6554" y="10091"/>
                  </a:cubicBezTo>
                  <a:cubicBezTo>
                    <a:pt x="6476" y="9963"/>
                    <a:pt x="6402" y="9877"/>
                    <a:pt x="6329" y="9877"/>
                  </a:cubicBezTo>
                  <a:cubicBezTo>
                    <a:pt x="6262" y="9877"/>
                    <a:pt x="6206" y="9963"/>
                    <a:pt x="6167" y="10134"/>
                  </a:cubicBezTo>
                  <a:cubicBezTo>
                    <a:pt x="6127" y="10306"/>
                    <a:pt x="6105" y="10564"/>
                    <a:pt x="6105" y="10864"/>
                  </a:cubicBezTo>
                  <a:cubicBezTo>
                    <a:pt x="6105" y="11208"/>
                    <a:pt x="6127" y="11466"/>
                    <a:pt x="6167" y="11723"/>
                  </a:cubicBezTo>
                  <a:cubicBezTo>
                    <a:pt x="6206" y="11938"/>
                    <a:pt x="6285" y="12196"/>
                    <a:pt x="6402" y="12453"/>
                  </a:cubicBezTo>
                  <a:lnTo>
                    <a:pt x="6520" y="12711"/>
                  </a:lnTo>
                  <a:cubicBezTo>
                    <a:pt x="6672" y="13054"/>
                    <a:pt x="6790" y="13570"/>
                    <a:pt x="6869" y="14257"/>
                  </a:cubicBezTo>
                  <a:cubicBezTo>
                    <a:pt x="6947" y="14944"/>
                    <a:pt x="6987" y="15803"/>
                    <a:pt x="6987" y="16876"/>
                  </a:cubicBezTo>
                  <a:cubicBezTo>
                    <a:pt x="6987" y="17563"/>
                    <a:pt x="6970" y="18208"/>
                    <a:pt x="6930" y="18809"/>
                  </a:cubicBezTo>
                  <a:cubicBezTo>
                    <a:pt x="6891" y="19410"/>
                    <a:pt x="6835" y="19882"/>
                    <a:pt x="6768" y="20312"/>
                  </a:cubicBezTo>
                  <a:cubicBezTo>
                    <a:pt x="6695" y="20741"/>
                    <a:pt x="6610" y="21042"/>
                    <a:pt x="6515" y="21256"/>
                  </a:cubicBezTo>
                  <a:cubicBezTo>
                    <a:pt x="6414" y="21471"/>
                    <a:pt x="6307" y="21600"/>
                    <a:pt x="6183" y="21600"/>
                  </a:cubicBezTo>
                  <a:cubicBezTo>
                    <a:pt x="6054" y="21600"/>
                    <a:pt x="5936" y="21514"/>
                    <a:pt x="5835" y="21342"/>
                  </a:cubicBezTo>
                  <a:cubicBezTo>
                    <a:pt x="5734" y="21171"/>
                    <a:pt x="5639" y="20913"/>
                    <a:pt x="5554" y="20569"/>
                  </a:cubicBezTo>
                  <a:lnTo>
                    <a:pt x="5678" y="17435"/>
                  </a:lnTo>
                  <a:cubicBezTo>
                    <a:pt x="5751" y="17735"/>
                    <a:pt x="5830" y="17950"/>
                    <a:pt x="5914" y="18165"/>
                  </a:cubicBezTo>
                  <a:cubicBezTo>
                    <a:pt x="5993" y="18336"/>
                    <a:pt x="6077" y="18465"/>
                    <a:pt x="6161" y="18465"/>
                  </a:cubicBezTo>
                  <a:cubicBezTo>
                    <a:pt x="6256" y="18465"/>
                    <a:pt x="6329" y="18336"/>
                    <a:pt x="6369" y="18122"/>
                  </a:cubicBezTo>
                  <a:cubicBezTo>
                    <a:pt x="6408" y="17907"/>
                    <a:pt x="6431" y="17649"/>
                    <a:pt x="6431" y="17349"/>
                  </a:cubicBezTo>
                  <a:cubicBezTo>
                    <a:pt x="6431" y="17177"/>
                    <a:pt x="6425" y="17005"/>
                    <a:pt x="6419" y="16876"/>
                  </a:cubicBezTo>
                  <a:cubicBezTo>
                    <a:pt x="6408" y="16748"/>
                    <a:pt x="6397" y="16619"/>
                    <a:pt x="6369" y="16490"/>
                  </a:cubicBezTo>
                  <a:cubicBezTo>
                    <a:pt x="6346" y="16361"/>
                    <a:pt x="6313" y="16275"/>
                    <a:pt x="6268" y="16146"/>
                  </a:cubicBezTo>
                  <a:cubicBezTo>
                    <a:pt x="6223" y="16017"/>
                    <a:pt x="6172" y="15889"/>
                    <a:pt x="6105" y="15760"/>
                  </a:cubicBezTo>
                  <a:lnTo>
                    <a:pt x="5987" y="15502"/>
                  </a:lnTo>
                  <a:cubicBezTo>
                    <a:pt x="5835" y="15116"/>
                    <a:pt x="5723" y="14600"/>
                    <a:pt x="5656" y="13956"/>
                  </a:cubicBezTo>
                  <a:cubicBezTo>
                    <a:pt x="5588" y="13312"/>
                    <a:pt x="5549" y="12410"/>
                    <a:pt x="5549" y="11294"/>
                  </a:cubicBezTo>
                  <a:cubicBezTo>
                    <a:pt x="5549" y="10650"/>
                    <a:pt x="5566" y="10049"/>
                    <a:pt x="5599" y="9490"/>
                  </a:cubicBezTo>
                  <a:cubicBezTo>
                    <a:pt x="5633" y="8932"/>
                    <a:pt x="5684" y="8460"/>
                    <a:pt x="5745" y="8073"/>
                  </a:cubicBezTo>
                  <a:cubicBezTo>
                    <a:pt x="5807" y="7687"/>
                    <a:pt x="5886" y="7343"/>
                    <a:pt x="5976" y="7128"/>
                  </a:cubicBezTo>
                  <a:cubicBezTo>
                    <a:pt x="6066" y="6914"/>
                    <a:pt x="6172" y="6785"/>
                    <a:pt x="6290" y="6785"/>
                  </a:cubicBezTo>
                  <a:cubicBezTo>
                    <a:pt x="6408" y="6785"/>
                    <a:pt x="6520" y="6871"/>
                    <a:pt x="6622" y="7043"/>
                  </a:cubicBezTo>
                  <a:cubicBezTo>
                    <a:pt x="6723" y="7214"/>
                    <a:pt x="6812" y="7429"/>
                    <a:pt x="6897" y="7730"/>
                  </a:cubicBezTo>
                  <a:lnTo>
                    <a:pt x="6773" y="10693"/>
                  </a:lnTo>
                  <a:close/>
                  <a:moveTo>
                    <a:pt x="8992" y="15416"/>
                  </a:moveTo>
                  <a:lnTo>
                    <a:pt x="7795" y="15416"/>
                  </a:lnTo>
                  <a:lnTo>
                    <a:pt x="7795" y="15545"/>
                  </a:lnTo>
                  <a:cubicBezTo>
                    <a:pt x="7795" y="16533"/>
                    <a:pt x="7846" y="17263"/>
                    <a:pt x="7947" y="17692"/>
                  </a:cubicBezTo>
                  <a:cubicBezTo>
                    <a:pt x="8048" y="18165"/>
                    <a:pt x="8172" y="18379"/>
                    <a:pt x="8323" y="18379"/>
                  </a:cubicBezTo>
                  <a:cubicBezTo>
                    <a:pt x="8430" y="18379"/>
                    <a:pt x="8520" y="18293"/>
                    <a:pt x="8598" y="18165"/>
                  </a:cubicBezTo>
                  <a:cubicBezTo>
                    <a:pt x="8677" y="17993"/>
                    <a:pt x="8744" y="17821"/>
                    <a:pt x="8801" y="17606"/>
                  </a:cubicBezTo>
                  <a:lnTo>
                    <a:pt x="8907" y="20612"/>
                  </a:lnTo>
                  <a:cubicBezTo>
                    <a:pt x="8840" y="20870"/>
                    <a:pt x="8750" y="21085"/>
                    <a:pt x="8643" y="21299"/>
                  </a:cubicBezTo>
                  <a:cubicBezTo>
                    <a:pt x="8537" y="21514"/>
                    <a:pt x="8407" y="21600"/>
                    <a:pt x="8250" y="21600"/>
                  </a:cubicBezTo>
                  <a:cubicBezTo>
                    <a:pt x="8110" y="21600"/>
                    <a:pt x="7981" y="21471"/>
                    <a:pt x="7857" y="21171"/>
                  </a:cubicBezTo>
                  <a:cubicBezTo>
                    <a:pt x="7734" y="20870"/>
                    <a:pt x="7621" y="20441"/>
                    <a:pt x="7531" y="19839"/>
                  </a:cubicBezTo>
                  <a:cubicBezTo>
                    <a:pt x="7436" y="19238"/>
                    <a:pt x="7363" y="18508"/>
                    <a:pt x="7307" y="17606"/>
                  </a:cubicBezTo>
                  <a:cubicBezTo>
                    <a:pt x="7251" y="16705"/>
                    <a:pt x="7222" y="15631"/>
                    <a:pt x="7222" y="14343"/>
                  </a:cubicBezTo>
                  <a:cubicBezTo>
                    <a:pt x="7222" y="13226"/>
                    <a:pt x="7245" y="12196"/>
                    <a:pt x="7290" y="11251"/>
                  </a:cubicBezTo>
                  <a:cubicBezTo>
                    <a:pt x="7335" y="10306"/>
                    <a:pt x="7397" y="9533"/>
                    <a:pt x="7481" y="8846"/>
                  </a:cubicBezTo>
                  <a:cubicBezTo>
                    <a:pt x="7565" y="8159"/>
                    <a:pt x="7661" y="7644"/>
                    <a:pt x="7778" y="7300"/>
                  </a:cubicBezTo>
                  <a:cubicBezTo>
                    <a:pt x="7891" y="6957"/>
                    <a:pt x="8020" y="6742"/>
                    <a:pt x="8160" y="6742"/>
                  </a:cubicBezTo>
                  <a:cubicBezTo>
                    <a:pt x="8413" y="6742"/>
                    <a:pt x="8615" y="7343"/>
                    <a:pt x="8773" y="8503"/>
                  </a:cubicBezTo>
                  <a:cubicBezTo>
                    <a:pt x="8924" y="9662"/>
                    <a:pt x="9003" y="11380"/>
                    <a:pt x="9003" y="13527"/>
                  </a:cubicBezTo>
                  <a:lnTo>
                    <a:pt x="9003" y="15416"/>
                  </a:lnTo>
                  <a:close/>
                  <a:moveTo>
                    <a:pt x="8413" y="12453"/>
                  </a:moveTo>
                  <a:cubicBezTo>
                    <a:pt x="8413" y="12110"/>
                    <a:pt x="8407" y="11809"/>
                    <a:pt x="8396" y="11466"/>
                  </a:cubicBezTo>
                  <a:cubicBezTo>
                    <a:pt x="8385" y="11165"/>
                    <a:pt x="8368" y="10864"/>
                    <a:pt x="8346" y="10607"/>
                  </a:cubicBezTo>
                  <a:cubicBezTo>
                    <a:pt x="8323" y="10349"/>
                    <a:pt x="8295" y="10177"/>
                    <a:pt x="8261" y="10006"/>
                  </a:cubicBezTo>
                  <a:cubicBezTo>
                    <a:pt x="8228" y="9834"/>
                    <a:pt x="8183" y="9791"/>
                    <a:pt x="8138" y="9791"/>
                  </a:cubicBezTo>
                  <a:cubicBezTo>
                    <a:pt x="8048" y="9791"/>
                    <a:pt x="7975" y="10049"/>
                    <a:pt x="7913" y="10521"/>
                  </a:cubicBezTo>
                  <a:cubicBezTo>
                    <a:pt x="7851" y="10993"/>
                    <a:pt x="7818" y="11637"/>
                    <a:pt x="7807" y="12496"/>
                  </a:cubicBezTo>
                  <a:lnTo>
                    <a:pt x="8413" y="12453"/>
                  </a:lnTo>
                  <a:close/>
                  <a:moveTo>
                    <a:pt x="9913" y="21256"/>
                  </a:moveTo>
                  <a:lnTo>
                    <a:pt x="9340" y="21256"/>
                  </a:lnTo>
                  <a:lnTo>
                    <a:pt x="9340" y="7085"/>
                  </a:lnTo>
                  <a:lnTo>
                    <a:pt x="9783" y="7085"/>
                  </a:lnTo>
                  <a:lnTo>
                    <a:pt x="9851" y="8846"/>
                  </a:lnTo>
                  <a:cubicBezTo>
                    <a:pt x="9935" y="8202"/>
                    <a:pt x="10025" y="7687"/>
                    <a:pt x="10126" y="7300"/>
                  </a:cubicBezTo>
                  <a:cubicBezTo>
                    <a:pt x="10227" y="6914"/>
                    <a:pt x="10339" y="6742"/>
                    <a:pt x="10463" y="6742"/>
                  </a:cubicBezTo>
                  <a:cubicBezTo>
                    <a:pt x="10671" y="6742"/>
                    <a:pt x="10828" y="7171"/>
                    <a:pt x="10940" y="8030"/>
                  </a:cubicBezTo>
                  <a:cubicBezTo>
                    <a:pt x="11053" y="8889"/>
                    <a:pt x="11109" y="10177"/>
                    <a:pt x="11109" y="11852"/>
                  </a:cubicBezTo>
                  <a:lnTo>
                    <a:pt x="11109" y="21214"/>
                  </a:lnTo>
                  <a:lnTo>
                    <a:pt x="10536" y="21214"/>
                  </a:lnTo>
                  <a:lnTo>
                    <a:pt x="10536" y="12281"/>
                  </a:lnTo>
                  <a:cubicBezTo>
                    <a:pt x="10536" y="11594"/>
                    <a:pt x="10514" y="11036"/>
                    <a:pt x="10474" y="10650"/>
                  </a:cubicBezTo>
                  <a:cubicBezTo>
                    <a:pt x="10429" y="10263"/>
                    <a:pt x="10368" y="10048"/>
                    <a:pt x="10289" y="10048"/>
                  </a:cubicBezTo>
                  <a:cubicBezTo>
                    <a:pt x="10227" y="10048"/>
                    <a:pt x="10160" y="10177"/>
                    <a:pt x="10092" y="10478"/>
                  </a:cubicBezTo>
                  <a:cubicBezTo>
                    <a:pt x="10025" y="10736"/>
                    <a:pt x="9963" y="11122"/>
                    <a:pt x="9913" y="11551"/>
                  </a:cubicBezTo>
                  <a:lnTo>
                    <a:pt x="9913" y="21256"/>
                  </a:lnTo>
                  <a:close/>
                  <a:moveTo>
                    <a:pt x="12687" y="10220"/>
                  </a:moveTo>
                  <a:lnTo>
                    <a:pt x="12215" y="10220"/>
                  </a:lnTo>
                  <a:lnTo>
                    <a:pt x="12215" y="16189"/>
                  </a:lnTo>
                  <a:cubicBezTo>
                    <a:pt x="12215" y="16833"/>
                    <a:pt x="12232" y="17306"/>
                    <a:pt x="12271" y="17563"/>
                  </a:cubicBezTo>
                  <a:cubicBezTo>
                    <a:pt x="12311" y="17821"/>
                    <a:pt x="12361" y="17950"/>
                    <a:pt x="12429" y="17950"/>
                  </a:cubicBezTo>
                  <a:cubicBezTo>
                    <a:pt x="12479" y="17950"/>
                    <a:pt x="12530" y="17907"/>
                    <a:pt x="12580" y="17821"/>
                  </a:cubicBezTo>
                  <a:cubicBezTo>
                    <a:pt x="12631" y="17735"/>
                    <a:pt x="12670" y="17649"/>
                    <a:pt x="12698" y="17478"/>
                  </a:cubicBezTo>
                  <a:lnTo>
                    <a:pt x="12783" y="20441"/>
                  </a:lnTo>
                  <a:cubicBezTo>
                    <a:pt x="12738" y="20612"/>
                    <a:pt x="12670" y="20784"/>
                    <a:pt x="12586" y="20956"/>
                  </a:cubicBezTo>
                  <a:cubicBezTo>
                    <a:pt x="12496" y="21128"/>
                    <a:pt x="12401" y="21213"/>
                    <a:pt x="12305" y="21213"/>
                  </a:cubicBezTo>
                  <a:cubicBezTo>
                    <a:pt x="12064" y="21213"/>
                    <a:pt x="11895" y="20870"/>
                    <a:pt x="11800" y="20140"/>
                  </a:cubicBezTo>
                  <a:cubicBezTo>
                    <a:pt x="11699" y="19453"/>
                    <a:pt x="11654" y="18379"/>
                    <a:pt x="11654" y="16919"/>
                  </a:cubicBezTo>
                  <a:lnTo>
                    <a:pt x="11654" y="10220"/>
                  </a:lnTo>
                  <a:lnTo>
                    <a:pt x="11362" y="10220"/>
                  </a:lnTo>
                  <a:lnTo>
                    <a:pt x="11362" y="7085"/>
                  </a:lnTo>
                  <a:lnTo>
                    <a:pt x="11654" y="7085"/>
                  </a:lnTo>
                  <a:lnTo>
                    <a:pt x="11654" y="2791"/>
                  </a:lnTo>
                  <a:lnTo>
                    <a:pt x="12221" y="2791"/>
                  </a:lnTo>
                  <a:lnTo>
                    <a:pt x="12221" y="7085"/>
                  </a:lnTo>
                  <a:lnTo>
                    <a:pt x="12693" y="7085"/>
                  </a:lnTo>
                  <a:lnTo>
                    <a:pt x="12693" y="10220"/>
                  </a:lnTo>
                  <a:close/>
                  <a:moveTo>
                    <a:pt x="13069" y="8331"/>
                  </a:moveTo>
                  <a:cubicBezTo>
                    <a:pt x="13176" y="7858"/>
                    <a:pt x="13294" y="7472"/>
                    <a:pt x="13428" y="7214"/>
                  </a:cubicBezTo>
                  <a:cubicBezTo>
                    <a:pt x="13563" y="6914"/>
                    <a:pt x="13698" y="6785"/>
                    <a:pt x="13833" y="6785"/>
                  </a:cubicBezTo>
                  <a:cubicBezTo>
                    <a:pt x="14063" y="6785"/>
                    <a:pt x="14243" y="7214"/>
                    <a:pt x="14383" y="8073"/>
                  </a:cubicBezTo>
                  <a:cubicBezTo>
                    <a:pt x="14524" y="8932"/>
                    <a:pt x="14591" y="10263"/>
                    <a:pt x="14591" y="12110"/>
                  </a:cubicBezTo>
                  <a:lnTo>
                    <a:pt x="14591" y="21299"/>
                  </a:lnTo>
                  <a:lnTo>
                    <a:pt x="14153" y="21299"/>
                  </a:lnTo>
                  <a:lnTo>
                    <a:pt x="14102" y="19882"/>
                  </a:lnTo>
                  <a:lnTo>
                    <a:pt x="14085" y="19882"/>
                  </a:lnTo>
                  <a:cubicBezTo>
                    <a:pt x="14035" y="20398"/>
                    <a:pt x="13962" y="20827"/>
                    <a:pt x="13872" y="21128"/>
                  </a:cubicBezTo>
                  <a:cubicBezTo>
                    <a:pt x="13782" y="21471"/>
                    <a:pt x="13676" y="21600"/>
                    <a:pt x="13552" y="21600"/>
                  </a:cubicBezTo>
                  <a:cubicBezTo>
                    <a:pt x="13445" y="21600"/>
                    <a:pt x="13355" y="21471"/>
                    <a:pt x="13277" y="21256"/>
                  </a:cubicBezTo>
                  <a:cubicBezTo>
                    <a:pt x="13198" y="21042"/>
                    <a:pt x="13131" y="20698"/>
                    <a:pt x="13080" y="20312"/>
                  </a:cubicBezTo>
                  <a:cubicBezTo>
                    <a:pt x="13030" y="19925"/>
                    <a:pt x="12990" y="19453"/>
                    <a:pt x="12962" y="18895"/>
                  </a:cubicBezTo>
                  <a:cubicBezTo>
                    <a:pt x="12934" y="18336"/>
                    <a:pt x="12923" y="17778"/>
                    <a:pt x="12923" y="17177"/>
                  </a:cubicBezTo>
                  <a:cubicBezTo>
                    <a:pt x="12923" y="16361"/>
                    <a:pt x="12945" y="15631"/>
                    <a:pt x="12996" y="15073"/>
                  </a:cubicBezTo>
                  <a:cubicBezTo>
                    <a:pt x="13041" y="14472"/>
                    <a:pt x="13108" y="13999"/>
                    <a:pt x="13187" y="13613"/>
                  </a:cubicBezTo>
                  <a:cubicBezTo>
                    <a:pt x="13266" y="13226"/>
                    <a:pt x="13361" y="12969"/>
                    <a:pt x="13473" y="12797"/>
                  </a:cubicBezTo>
                  <a:cubicBezTo>
                    <a:pt x="13580" y="12625"/>
                    <a:pt x="13698" y="12539"/>
                    <a:pt x="13822" y="12539"/>
                  </a:cubicBezTo>
                  <a:lnTo>
                    <a:pt x="14012" y="12539"/>
                  </a:lnTo>
                  <a:lnTo>
                    <a:pt x="14012" y="11766"/>
                  </a:lnTo>
                  <a:cubicBezTo>
                    <a:pt x="14012" y="11251"/>
                    <a:pt x="13990" y="10821"/>
                    <a:pt x="13939" y="10564"/>
                  </a:cubicBezTo>
                  <a:cubicBezTo>
                    <a:pt x="13889" y="10263"/>
                    <a:pt x="13822" y="10134"/>
                    <a:pt x="13732" y="10134"/>
                  </a:cubicBezTo>
                  <a:cubicBezTo>
                    <a:pt x="13653" y="10134"/>
                    <a:pt x="13580" y="10220"/>
                    <a:pt x="13501" y="10392"/>
                  </a:cubicBezTo>
                  <a:cubicBezTo>
                    <a:pt x="13428" y="10564"/>
                    <a:pt x="13344" y="10864"/>
                    <a:pt x="13254" y="11251"/>
                  </a:cubicBezTo>
                  <a:lnTo>
                    <a:pt x="13069" y="8331"/>
                  </a:lnTo>
                  <a:close/>
                  <a:moveTo>
                    <a:pt x="14024" y="15116"/>
                  </a:moveTo>
                  <a:lnTo>
                    <a:pt x="13895" y="15159"/>
                  </a:lnTo>
                  <a:cubicBezTo>
                    <a:pt x="13822" y="15159"/>
                    <a:pt x="13760" y="15245"/>
                    <a:pt x="13715" y="15330"/>
                  </a:cubicBezTo>
                  <a:cubicBezTo>
                    <a:pt x="13664" y="15416"/>
                    <a:pt x="13625" y="15545"/>
                    <a:pt x="13597" y="15717"/>
                  </a:cubicBezTo>
                  <a:cubicBezTo>
                    <a:pt x="13569" y="15846"/>
                    <a:pt x="13546" y="16060"/>
                    <a:pt x="13535" y="16232"/>
                  </a:cubicBezTo>
                  <a:cubicBezTo>
                    <a:pt x="13524" y="16447"/>
                    <a:pt x="13518" y="16662"/>
                    <a:pt x="13518" y="16876"/>
                  </a:cubicBezTo>
                  <a:cubicBezTo>
                    <a:pt x="13518" y="17478"/>
                    <a:pt x="13541" y="17907"/>
                    <a:pt x="13591" y="18122"/>
                  </a:cubicBezTo>
                  <a:cubicBezTo>
                    <a:pt x="13636" y="18336"/>
                    <a:pt x="13692" y="18465"/>
                    <a:pt x="13754" y="18465"/>
                  </a:cubicBezTo>
                  <a:cubicBezTo>
                    <a:pt x="13816" y="18465"/>
                    <a:pt x="13872" y="18336"/>
                    <a:pt x="13923" y="18036"/>
                  </a:cubicBezTo>
                  <a:cubicBezTo>
                    <a:pt x="13973" y="17778"/>
                    <a:pt x="14007" y="17478"/>
                    <a:pt x="14029" y="17134"/>
                  </a:cubicBezTo>
                  <a:lnTo>
                    <a:pt x="14029" y="15116"/>
                  </a:lnTo>
                  <a:close/>
                  <a:moveTo>
                    <a:pt x="16192" y="10220"/>
                  </a:moveTo>
                  <a:lnTo>
                    <a:pt x="15720" y="10220"/>
                  </a:lnTo>
                  <a:lnTo>
                    <a:pt x="15720" y="16189"/>
                  </a:lnTo>
                  <a:cubicBezTo>
                    <a:pt x="15720" y="16833"/>
                    <a:pt x="15737" y="17306"/>
                    <a:pt x="15776" y="17563"/>
                  </a:cubicBezTo>
                  <a:cubicBezTo>
                    <a:pt x="15815" y="17821"/>
                    <a:pt x="15866" y="17950"/>
                    <a:pt x="15933" y="17950"/>
                  </a:cubicBezTo>
                  <a:cubicBezTo>
                    <a:pt x="15984" y="17950"/>
                    <a:pt x="16034" y="17907"/>
                    <a:pt x="16085" y="17821"/>
                  </a:cubicBezTo>
                  <a:cubicBezTo>
                    <a:pt x="16135" y="17735"/>
                    <a:pt x="16175" y="17649"/>
                    <a:pt x="16203" y="17478"/>
                  </a:cubicBezTo>
                  <a:lnTo>
                    <a:pt x="16287" y="20441"/>
                  </a:lnTo>
                  <a:cubicBezTo>
                    <a:pt x="16242" y="20612"/>
                    <a:pt x="16175" y="20784"/>
                    <a:pt x="16090" y="20956"/>
                  </a:cubicBezTo>
                  <a:cubicBezTo>
                    <a:pt x="16001" y="21128"/>
                    <a:pt x="15905" y="21213"/>
                    <a:pt x="15810" y="21213"/>
                  </a:cubicBezTo>
                  <a:cubicBezTo>
                    <a:pt x="15568" y="21213"/>
                    <a:pt x="15400" y="20870"/>
                    <a:pt x="15304" y="20140"/>
                  </a:cubicBezTo>
                  <a:cubicBezTo>
                    <a:pt x="15203" y="19453"/>
                    <a:pt x="15158" y="18379"/>
                    <a:pt x="15158" y="16919"/>
                  </a:cubicBezTo>
                  <a:lnTo>
                    <a:pt x="15158" y="10220"/>
                  </a:lnTo>
                  <a:lnTo>
                    <a:pt x="14866" y="10220"/>
                  </a:lnTo>
                  <a:lnTo>
                    <a:pt x="14866" y="7085"/>
                  </a:lnTo>
                  <a:lnTo>
                    <a:pt x="15158" y="7085"/>
                  </a:lnTo>
                  <a:lnTo>
                    <a:pt x="15158" y="2791"/>
                  </a:lnTo>
                  <a:lnTo>
                    <a:pt x="15725" y="2791"/>
                  </a:lnTo>
                  <a:lnTo>
                    <a:pt x="15725" y="7085"/>
                  </a:lnTo>
                  <a:lnTo>
                    <a:pt x="16197" y="7085"/>
                  </a:lnTo>
                  <a:lnTo>
                    <a:pt x="16197" y="10220"/>
                  </a:lnTo>
                  <a:close/>
                  <a:moveTo>
                    <a:pt x="16871" y="4294"/>
                  </a:moveTo>
                  <a:cubicBezTo>
                    <a:pt x="16776" y="4294"/>
                    <a:pt x="16697" y="4080"/>
                    <a:pt x="16646" y="3650"/>
                  </a:cubicBezTo>
                  <a:cubicBezTo>
                    <a:pt x="16596" y="3221"/>
                    <a:pt x="16568" y="2705"/>
                    <a:pt x="16568" y="2147"/>
                  </a:cubicBezTo>
                  <a:cubicBezTo>
                    <a:pt x="16568" y="1546"/>
                    <a:pt x="16596" y="1031"/>
                    <a:pt x="16646" y="644"/>
                  </a:cubicBezTo>
                  <a:cubicBezTo>
                    <a:pt x="16697" y="215"/>
                    <a:pt x="16776" y="0"/>
                    <a:pt x="16866" y="0"/>
                  </a:cubicBezTo>
                  <a:cubicBezTo>
                    <a:pt x="16961" y="0"/>
                    <a:pt x="17034" y="215"/>
                    <a:pt x="17085" y="601"/>
                  </a:cubicBezTo>
                  <a:cubicBezTo>
                    <a:pt x="17135" y="1031"/>
                    <a:pt x="17163" y="1546"/>
                    <a:pt x="17163" y="2147"/>
                  </a:cubicBezTo>
                  <a:cubicBezTo>
                    <a:pt x="17163" y="2748"/>
                    <a:pt x="17135" y="3264"/>
                    <a:pt x="17085" y="3693"/>
                  </a:cubicBezTo>
                  <a:cubicBezTo>
                    <a:pt x="17045" y="4122"/>
                    <a:pt x="16972" y="4294"/>
                    <a:pt x="16871" y="4294"/>
                  </a:cubicBezTo>
                  <a:close/>
                  <a:moveTo>
                    <a:pt x="16585" y="21256"/>
                  </a:moveTo>
                  <a:lnTo>
                    <a:pt x="16585" y="7085"/>
                  </a:lnTo>
                  <a:lnTo>
                    <a:pt x="17158" y="7085"/>
                  </a:lnTo>
                  <a:lnTo>
                    <a:pt x="17158" y="21256"/>
                  </a:lnTo>
                  <a:lnTo>
                    <a:pt x="16585" y="21256"/>
                  </a:lnTo>
                  <a:close/>
                  <a:moveTo>
                    <a:pt x="19477" y="14085"/>
                  </a:moveTo>
                  <a:cubicBezTo>
                    <a:pt x="19477" y="15245"/>
                    <a:pt x="19455" y="16275"/>
                    <a:pt x="19404" y="17220"/>
                  </a:cubicBezTo>
                  <a:cubicBezTo>
                    <a:pt x="19354" y="18165"/>
                    <a:pt x="19286" y="18938"/>
                    <a:pt x="19196" y="19582"/>
                  </a:cubicBezTo>
                  <a:cubicBezTo>
                    <a:pt x="19106" y="20226"/>
                    <a:pt x="19005" y="20741"/>
                    <a:pt x="18887" y="21085"/>
                  </a:cubicBezTo>
                  <a:cubicBezTo>
                    <a:pt x="18769" y="21428"/>
                    <a:pt x="18640" y="21600"/>
                    <a:pt x="18505" y="21600"/>
                  </a:cubicBezTo>
                  <a:cubicBezTo>
                    <a:pt x="18371" y="21600"/>
                    <a:pt x="18241" y="21428"/>
                    <a:pt x="18124" y="21128"/>
                  </a:cubicBezTo>
                  <a:cubicBezTo>
                    <a:pt x="18006" y="20784"/>
                    <a:pt x="17905" y="20355"/>
                    <a:pt x="17820" y="19711"/>
                  </a:cubicBezTo>
                  <a:cubicBezTo>
                    <a:pt x="17736" y="19109"/>
                    <a:pt x="17669" y="18336"/>
                    <a:pt x="17618" y="17435"/>
                  </a:cubicBezTo>
                  <a:cubicBezTo>
                    <a:pt x="17568" y="16533"/>
                    <a:pt x="17545" y="15502"/>
                    <a:pt x="17545" y="14386"/>
                  </a:cubicBezTo>
                  <a:cubicBezTo>
                    <a:pt x="17545" y="13183"/>
                    <a:pt x="17568" y="12110"/>
                    <a:pt x="17618" y="11165"/>
                  </a:cubicBezTo>
                  <a:cubicBezTo>
                    <a:pt x="17669" y="10220"/>
                    <a:pt x="17736" y="9404"/>
                    <a:pt x="17826" y="8760"/>
                  </a:cubicBezTo>
                  <a:cubicBezTo>
                    <a:pt x="17916" y="8116"/>
                    <a:pt x="18017" y="7601"/>
                    <a:pt x="18135" y="7257"/>
                  </a:cubicBezTo>
                  <a:cubicBezTo>
                    <a:pt x="18253" y="6914"/>
                    <a:pt x="18382" y="6742"/>
                    <a:pt x="18517" y="6742"/>
                  </a:cubicBezTo>
                  <a:cubicBezTo>
                    <a:pt x="18651" y="6742"/>
                    <a:pt x="18781" y="6914"/>
                    <a:pt x="18899" y="7214"/>
                  </a:cubicBezTo>
                  <a:cubicBezTo>
                    <a:pt x="19017" y="7515"/>
                    <a:pt x="19118" y="7987"/>
                    <a:pt x="19202" y="8631"/>
                  </a:cubicBezTo>
                  <a:cubicBezTo>
                    <a:pt x="19286" y="9233"/>
                    <a:pt x="19354" y="10006"/>
                    <a:pt x="19404" y="10907"/>
                  </a:cubicBezTo>
                  <a:cubicBezTo>
                    <a:pt x="19455" y="11809"/>
                    <a:pt x="19477" y="12883"/>
                    <a:pt x="19477" y="14085"/>
                  </a:cubicBezTo>
                  <a:close/>
                  <a:moveTo>
                    <a:pt x="18893" y="14214"/>
                  </a:moveTo>
                  <a:cubicBezTo>
                    <a:pt x="18893" y="13441"/>
                    <a:pt x="18882" y="12797"/>
                    <a:pt x="18865" y="12239"/>
                  </a:cubicBezTo>
                  <a:cubicBezTo>
                    <a:pt x="18842" y="11680"/>
                    <a:pt x="18814" y="11251"/>
                    <a:pt x="18781" y="10907"/>
                  </a:cubicBezTo>
                  <a:cubicBezTo>
                    <a:pt x="18747" y="10564"/>
                    <a:pt x="18702" y="10306"/>
                    <a:pt x="18657" y="10134"/>
                  </a:cubicBezTo>
                  <a:cubicBezTo>
                    <a:pt x="18612" y="9963"/>
                    <a:pt x="18562" y="9920"/>
                    <a:pt x="18517" y="9920"/>
                  </a:cubicBezTo>
                  <a:cubicBezTo>
                    <a:pt x="18466" y="9920"/>
                    <a:pt x="18421" y="10006"/>
                    <a:pt x="18376" y="10134"/>
                  </a:cubicBezTo>
                  <a:cubicBezTo>
                    <a:pt x="18331" y="10263"/>
                    <a:pt x="18292" y="10521"/>
                    <a:pt x="18258" y="10821"/>
                  </a:cubicBezTo>
                  <a:cubicBezTo>
                    <a:pt x="18225" y="11165"/>
                    <a:pt x="18197" y="11594"/>
                    <a:pt x="18174" y="12153"/>
                  </a:cubicBezTo>
                  <a:cubicBezTo>
                    <a:pt x="18152" y="12711"/>
                    <a:pt x="18146" y="13355"/>
                    <a:pt x="18146" y="14214"/>
                  </a:cubicBezTo>
                  <a:cubicBezTo>
                    <a:pt x="18146" y="15631"/>
                    <a:pt x="18185" y="16705"/>
                    <a:pt x="18264" y="17349"/>
                  </a:cubicBezTo>
                  <a:cubicBezTo>
                    <a:pt x="18343" y="18036"/>
                    <a:pt x="18432" y="18336"/>
                    <a:pt x="18528" y="18336"/>
                  </a:cubicBezTo>
                  <a:cubicBezTo>
                    <a:pt x="18578" y="18336"/>
                    <a:pt x="18623" y="18250"/>
                    <a:pt x="18668" y="18122"/>
                  </a:cubicBezTo>
                  <a:cubicBezTo>
                    <a:pt x="18713" y="17993"/>
                    <a:pt x="18753" y="17735"/>
                    <a:pt x="18786" y="17435"/>
                  </a:cubicBezTo>
                  <a:cubicBezTo>
                    <a:pt x="18820" y="17091"/>
                    <a:pt x="18848" y="16662"/>
                    <a:pt x="18871" y="16146"/>
                  </a:cubicBezTo>
                  <a:cubicBezTo>
                    <a:pt x="18882" y="15631"/>
                    <a:pt x="18893" y="14987"/>
                    <a:pt x="18893" y="14214"/>
                  </a:cubicBezTo>
                  <a:close/>
                  <a:moveTo>
                    <a:pt x="20404" y="21256"/>
                  </a:moveTo>
                  <a:lnTo>
                    <a:pt x="19831" y="21256"/>
                  </a:lnTo>
                  <a:lnTo>
                    <a:pt x="19831" y="7085"/>
                  </a:lnTo>
                  <a:lnTo>
                    <a:pt x="20275" y="7085"/>
                  </a:lnTo>
                  <a:lnTo>
                    <a:pt x="20342" y="8846"/>
                  </a:lnTo>
                  <a:cubicBezTo>
                    <a:pt x="20426" y="8202"/>
                    <a:pt x="20516" y="7687"/>
                    <a:pt x="20617" y="7300"/>
                  </a:cubicBezTo>
                  <a:cubicBezTo>
                    <a:pt x="20718" y="6914"/>
                    <a:pt x="20831" y="6742"/>
                    <a:pt x="20954" y="6742"/>
                  </a:cubicBezTo>
                  <a:cubicBezTo>
                    <a:pt x="21162" y="6742"/>
                    <a:pt x="21319" y="7171"/>
                    <a:pt x="21432" y="8030"/>
                  </a:cubicBezTo>
                  <a:cubicBezTo>
                    <a:pt x="21544" y="8889"/>
                    <a:pt x="21600" y="10177"/>
                    <a:pt x="21600" y="11852"/>
                  </a:cubicBezTo>
                  <a:lnTo>
                    <a:pt x="21600" y="21214"/>
                  </a:lnTo>
                  <a:lnTo>
                    <a:pt x="21027" y="21214"/>
                  </a:lnTo>
                  <a:lnTo>
                    <a:pt x="21027" y="12281"/>
                  </a:lnTo>
                  <a:cubicBezTo>
                    <a:pt x="21027" y="11594"/>
                    <a:pt x="21005" y="11036"/>
                    <a:pt x="20965" y="10650"/>
                  </a:cubicBezTo>
                  <a:cubicBezTo>
                    <a:pt x="20920" y="10263"/>
                    <a:pt x="20859" y="10048"/>
                    <a:pt x="20780" y="10048"/>
                  </a:cubicBezTo>
                  <a:cubicBezTo>
                    <a:pt x="20718" y="10048"/>
                    <a:pt x="20651" y="10177"/>
                    <a:pt x="20583" y="10478"/>
                  </a:cubicBezTo>
                  <a:cubicBezTo>
                    <a:pt x="20516" y="10736"/>
                    <a:pt x="20454" y="11122"/>
                    <a:pt x="20404" y="11551"/>
                  </a:cubicBezTo>
                  <a:lnTo>
                    <a:pt x="20404" y="21256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" name="Shape">
              <a:extLst>
                <a:ext uri="{FF2B5EF4-FFF2-40B4-BE49-F238E27FC236}">
                  <a16:creationId xmlns:a16="http://schemas.microsoft.com/office/drawing/2014/main" id="{349345AB-AD63-E181-3B5F-534FD2A982FA}"/>
                </a:ext>
              </a:extLst>
            </p:cNvPr>
            <p:cNvSpPr/>
            <p:nvPr userDrawn="1"/>
          </p:nvSpPr>
          <p:spPr>
            <a:xfrm>
              <a:off x="5032172" y="1021854"/>
              <a:ext cx="1051185" cy="5495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954" y="0"/>
                  </a:moveTo>
                  <a:cubicBezTo>
                    <a:pt x="13287" y="0"/>
                    <a:pt x="11002" y="3514"/>
                    <a:pt x="10441" y="8443"/>
                  </a:cubicBezTo>
                  <a:cubicBezTo>
                    <a:pt x="9052" y="8229"/>
                    <a:pt x="6050" y="7757"/>
                    <a:pt x="5198" y="7671"/>
                  </a:cubicBezTo>
                  <a:cubicBezTo>
                    <a:pt x="5154" y="7671"/>
                    <a:pt x="5109" y="7671"/>
                    <a:pt x="5041" y="7671"/>
                  </a:cubicBezTo>
                  <a:cubicBezTo>
                    <a:pt x="4638" y="7671"/>
                    <a:pt x="4280" y="7886"/>
                    <a:pt x="4033" y="8357"/>
                  </a:cubicBezTo>
                  <a:cubicBezTo>
                    <a:pt x="3563" y="9214"/>
                    <a:pt x="3563" y="10457"/>
                    <a:pt x="3563" y="10843"/>
                  </a:cubicBezTo>
                  <a:cubicBezTo>
                    <a:pt x="3563" y="11271"/>
                    <a:pt x="3563" y="12514"/>
                    <a:pt x="4033" y="13329"/>
                  </a:cubicBezTo>
                  <a:cubicBezTo>
                    <a:pt x="4280" y="13800"/>
                    <a:pt x="4638" y="14014"/>
                    <a:pt x="5041" y="14014"/>
                  </a:cubicBezTo>
                  <a:cubicBezTo>
                    <a:pt x="5086" y="14014"/>
                    <a:pt x="5131" y="14014"/>
                    <a:pt x="5198" y="14014"/>
                  </a:cubicBezTo>
                  <a:cubicBezTo>
                    <a:pt x="5803" y="13929"/>
                    <a:pt x="7417" y="13714"/>
                    <a:pt x="8313" y="13543"/>
                  </a:cubicBezTo>
                  <a:lnTo>
                    <a:pt x="9657" y="13329"/>
                  </a:lnTo>
                  <a:cubicBezTo>
                    <a:pt x="9971" y="13286"/>
                    <a:pt x="10262" y="13243"/>
                    <a:pt x="10464" y="13200"/>
                  </a:cubicBezTo>
                  <a:cubicBezTo>
                    <a:pt x="11046" y="18043"/>
                    <a:pt x="13332" y="21557"/>
                    <a:pt x="15954" y="21557"/>
                  </a:cubicBezTo>
                  <a:cubicBezTo>
                    <a:pt x="19068" y="21557"/>
                    <a:pt x="21600" y="16714"/>
                    <a:pt x="21600" y="10757"/>
                  </a:cubicBezTo>
                  <a:cubicBezTo>
                    <a:pt x="21600" y="4843"/>
                    <a:pt x="19068" y="0"/>
                    <a:pt x="15954" y="0"/>
                  </a:cubicBezTo>
                  <a:close/>
                  <a:moveTo>
                    <a:pt x="15954" y="17229"/>
                  </a:moveTo>
                  <a:cubicBezTo>
                    <a:pt x="14094" y="17229"/>
                    <a:pt x="12593" y="14357"/>
                    <a:pt x="12593" y="10800"/>
                  </a:cubicBezTo>
                  <a:cubicBezTo>
                    <a:pt x="12593" y="7243"/>
                    <a:pt x="14094" y="4371"/>
                    <a:pt x="15954" y="4371"/>
                  </a:cubicBezTo>
                  <a:cubicBezTo>
                    <a:pt x="17813" y="4371"/>
                    <a:pt x="19315" y="7243"/>
                    <a:pt x="19315" y="10800"/>
                  </a:cubicBezTo>
                  <a:cubicBezTo>
                    <a:pt x="19315" y="14357"/>
                    <a:pt x="17813" y="17229"/>
                    <a:pt x="15954" y="17229"/>
                  </a:cubicBezTo>
                  <a:close/>
                  <a:moveTo>
                    <a:pt x="9007" y="15514"/>
                  </a:moveTo>
                  <a:lnTo>
                    <a:pt x="9007" y="20014"/>
                  </a:lnTo>
                  <a:cubicBezTo>
                    <a:pt x="8627" y="20443"/>
                    <a:pt x="8134" y="20786"/>
                    <a:pt x="7506" y="21129"/>
                  </a:cubicBezTo>
                  <a:cubicBezTo>
                    <a:pt x="6879" y="21429"/>
                    <a:pt x="6207" y="21600"/>
                    <a:pt x="5467" y="21600"/>
                  </a:cubicBezTo>
                  <a:cubicBezTo>
                    <a:pt x="4324" y="21600"/>
                    <a:pt x="3339" y="21171"/>
                    <a:pt x="2532" y="20271"/>
                  </a:cubicBezTo>
                  <a:cubicBezTo>
                    <a:pt x="1725" y="19371"/>
                    <a:pt x="1098" y="18129"/>
                    <a:pt x="650" y="16500"/>
                  </a:cubicBezTo>
                  <a:cubicBezTo>
                    <a:pt x="224" y="14871"/>
                    <a:pt x="0" y="12986"/>
                    <a:pt x="0" y="10800"/>
                  </a:cubicBezTo>
                  <a:cubicBezTo>
                    <a:pt x="0" y="8657"/>
                    <a:pt x="246" y="6729"/>
                    <a:pt x="717" y="5143"/>
                  </a:cubicBezTo>
                  <a:cubicBezTo>
                    <a:pt x="1210" y="3514"/>
                    <a:pt x="1860" y="2271"/>
                    <a:pt x="2711" y="1371"/>
                  </a:cubicBezTo>
                  <a:cubicBezTo>
                    <a:pt x="3563" y="471"/>
                    <a:pt x="4549" y="43"/>
                    <a:pt x="5646" y="43"/>
                  </a:cubicBezTo>
                  <a:cubicBezTo>
                    <a:pt x="6229" y="43"/>
                    <a:pt x="6767" y="171"/>
                    <a:pt x="7282" y="386"/>
                  </a:cubicBezTo>
                  <a:cubicBezTo>
                    <a:pt x="7798" y="600"/>
                    <a:pt x="8246" y="900"/>
                    <a:pt x="8627" y="1243"/>
                  </a:cubicBezTo>
                  <a:lnTo>
                    <a:pt x="8402" y="4843"/>
                  </a:lnTo>
                  <a:cubicBezTo>
                    <a:pt x="8022" y="4500"/>
                    <a:pt x="7596" y="4200"/>
                    <a:pt x="7125" y="3986"/>
                  </a:cubicBezTo>
                  <a:cubicBezTo>
                    <a:pt x="6655" y="3771"/>
                    <a:pt x="6162" y="3643"/>
                    <a:pt x="5624" y="3643"/>
                  </a:cubicBezTo>
                  <a:cubicBezTo>
                    <a:pt x="4817" y="3643"/>
                    <a:pt x="4168" y="3943"/>
                    <a:pt x="3630" y="4586"/>
                  </a:cubicBezTo>
                  <a:cubicBezTo>
                    <a:pt x="3115" y="5186"/>
                    <a:pt x="2734" y="6043"/>
                    <a:pt x="2487" y="7114"/>
                  </a:cubicBezTo>
                  <a:cubicBezTo>
                    <a:pt x="2241" y="8186"/>
                    <a:pt x="2106" y="9386"/>
                    <a:pt x="2106" y="10714"/>
                  </a:cubicBezTo>
                  <a:cubicBezTo>
                    <a:pt x="2106" y="12129"/>
                    <a:pt x="2241" y="13371"/>
                    <a:pt x="2487" y="14443"/>
                  </a:cubicBezTo>
                  <a:cubicBezTo>
                    <a:pt x="2734" y="15514"/>
                    <a:pt x="3115" y="16371"/>
                    <a:pt x="3607" y="17014"/>
                  </a:cubicBezTo>
                  <a:cubicBezTo>
                    <a:pt x="4100" y="17614"/>
                    <a:pt x="4728" y="17957"/>
                    <a:pt x="5490" y="17957"/>
                  </a:cubicBezTo>
                  <a:cubicBezTo>
                    <a:pt x="5714" y="17957"/>
                    <a:pt x="5960" y="17914"/>
                    <a:pt x="6207" y="17871"/>
                  </a:cubicBezTo>
                  <a:cubicBezTo>
                    <a:pt x="6453" y="17829"/>
                    <a:pt x="6722" y="17743"/>
                    <a:pt x="6968" y="17614"/>
                  </a:cubicBezTo>
                  <a:lnTo>
                    <a:pt x="6968" y="15814"/>
                  </a:lnTo>
                  <a:cubicBezTo>
                    <a:pt x="7439" y="15729"/>
                    <a:pt x="7887" y="15686"/>
                    <a:pt x="8246" y="15643"/>
                  </a:cubicBezTo>
                  <a:lnTo>
                    <a:pt x="9007" y="15514"/>
                  </a:lnTo>
                  <a:close/>
                </a:path>
              </a:pathLst>
            </a:custGeom>
            <a:solidFill>
              <a:srgbClr val="008C58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dirty="0"/>
            </a:p>
          </p:txBody>
        </p:sp>
      </p:grpSp>
      <p:sp>
        <p:nvSpPr>
          <p:cNvPr id="12" name="Shape">
            <a:extLst>
              <a:ext uri="{FF2B5EF4-FFF2-40B4-BE49-F238E27FC236}">
                <a16:creationId xmlns:a16="http://schemas.microsoft.com/office/drawing/2014/main" id="{FD9E41AE-A002-9005-E6E5-3580179613F9}"/>
              </a:ext>
            </a:extLst>
          </p:cNvPr>
          <p:cNvSpPr/>
          <p:nvPr userDrawn="1"/>
        </p:nvSpPr>
        <p:spPr>
          <a:xfrm>
            <a:off x="2146593" y="640199"/>
            <a:ext cx="226449" cy="1952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67" h="20569" extrusionOk="0">
                <a:moveTo>
                  <a:pt x="1276" y="2502"/>
                </a:moveTo>
                <a:cubicBezTo>
                  <a:pt x="3176" y="-371"/>
                  <a:pt x="6676" y="-945"/>
                  <a:pt x="8976" y="1698"/>
                </a:cubicBezTo>
                <a:cubicBezTo>
                  <a:pt x="9476" y="2272"/>
                  <a:pt x="9876" y="2961"/>
                  <a:pt x="10376" y="3651"/>
                </a:cubicBezTo>
                <a:cubicBezTo>
                  <a:pt x="10876" y="2961"/>
                  <a:pt x="11276" y="2272"/>
                  <a:pt x="11776" y="1698"/>
                </a:cubicBezTo>
                <a:cubicBezTo>
                  <a:pt x="14076" y="-945"/>
                  <a:pt x="17676" y="-371"/>
                  <a:pt x="19476" y="2502"/>
                </a:cubicBezTo>
                <a:cubicBezTo>
                  <a:pt x="21176" y="5144"/>
                  <a:pt x="21076" y="7902"/>
                  <a:pt x="19876" y="10659"/>
                </a:cubicBezTo>
                <a:cubicBezTo>
                  <a:pt x="18676" y="13302"/>
                  <a:pt x="16976" y="15485"/>
                  <a:pt x="14976" y="17323"/>
                </a:cubicBezTo>
                <a:cubicBezTo>
                  <a:pt x="13876" y="18357"/>
                  <a:pt x="12376" y="19391"/>
                  <a:pt x="11076" y="20310"/>
                </a:cubicBezTo>
                <a:cubicBezTo>
                  <a:pt x="10676" y="20655"/>
                  <a:pt x="10176" y="20655"/>
                  <a:pt x="9776" y="20310"/>
                </a:cubicBezTo>
                <a:cubicBezTo>
                  <a:pt x="8476" y="19391"/>
                  <a:pt x="6976" y="18357"/>
                  <a:pt x="5876" y="17323"/>
                </a:cubicBezTo>
                <a:cubicBezTo>
                  <a:pt x="3876" y="15485"/>
                  <a:pt x="2176" y="13417"/>
                  <a:pt x="976" y="10659"/>
                </a:cubicBezTo>
                <a:cubicBezTo>
                  <a:pt x="-324" y="7902"/>
                  <a:pt x="-424" y="5144"/>
                  <a:pt x="1276" y="2502"/>
                </a:cubicBezTo>
                <a:close/>
              </a:path>
            </a:pathLst>
          </a:custGeom>
          <a:solidFill>
            <a:srgbClr val="008C5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F46B88B0-8416-31F6-5282-9C6E196C9A56}"/>
              </a:ext>
            </a:extLst>
          </p:cNvPr>
          <p:cNvSpPr/>
          <p:nvPr userDrawn="1"/>
        </p:nvSpPr>
        <p:spPr>
          <a:xfrm>
            <a:off x="7387520" y="3289969"/>
            <a:ext cx="4804480" cy="29278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585" y="0"/>
                </a:moveTo>
                <a:cubicBezTo>
                  <a:pt x="19673" y="0"/>
                  <a:pt x="20698" y="434"/>
                  <a:pt x="21600" y="1199"/>
                </a:cubicBezTo>
                <a:lnTo>
                  <a:pt x="21600" y="6677"/>
                </a:lnTo>
                <a:cubicBezTo>
                  <a:pt x="20879" y="5261"/>
                  <a:pt x="19796" y="4352"/>
                  <a:pt x="18585" y="4352"/>
                </a:cubicBezTo>
                <a:cubicBezTo>
                  <a:pt x="16418" y="4352"/>
                  <a:pt x="14658" y="7240"/>
                  <a:pt x="14658" y="10796"/>
                </a:cubicBezTo>
                <a:cubicBezTo>
                  <a:pt x="14658" y="14344"/>
                  <a:pt x="16418" y="17240"/>
                  <a:pt x="18585" y="17240"/>
                </a:cubicBezTo>
                <a:cubicBezTo>
                  <a:pt x="19796" y="17240"/>
                  <a:pt x="20879" y="16339"/>
                  <a:pt x="21600" y="14915"/>
                </a:cubicBezTo>
                <a:lnTo>
                  <a:pt x="21600" y="20393"/>
                </a:lnTo>
                <a:cubicBezTo>
                  <a:pt x="20698" y="21158"/>
                  <a:pt x="19668" y="21592"/>
                  <a:pt x="18585" y="21592"/>
                </a:cubicBezTo>
                <a:cubicBezTo>
                  <a:pt x="15511" y="21592"/>
                  <a:pt x="12864" y="18109"/>
                  <a:pt x="12178" y="13250"/>
                </a:cubicBezTo>
                <a:cubicBezTo>
                  <a:pt x="11932" y="13282"/>
                  <a:pt x="11609" y="13322"/>
                  <a:pt x="11236" y="13370"/>
                </a:cubicBezTo>
                <a:lnTo>
                  <a:pt x="9677" y="13571"/>
                </a:lnTo>
                <a:cubicBezTo>
                  <a:pt x="8628" y="13708"/>
                  <a:pt x="6760" y="13949"/>
                  <a:pt x="6050" y="14030"/>
                </a:cubicBezTo>
                <a:cubicBezTo>
                  <a:pt x="5991" y="14038"/>
                  <a:pt x="5932" y="14038"/>
                  <a:pt x="5873" y="14038"/>
                </a:cubicBezTo>
                <a:cubicBezTo>
                  <a:pt x="5393" y="14038"/>
                  <a:pt x="4996" y="13805"/>
                  <a:pt x="4697" y="13346"/>
                </a:cubicBezTo>
                <a:cubicBezTo>
                  <a:pt x="4152" y="12509"/>
                  <a:pt x="4152" y="11263"/>
                  <a:pt x="4152" y="10852"/>
                </a:cubicBezTo>
                <a:cubicBezTo>
                  <a:pt x="4152" y="10442"/>
                  <a:pt x="4152" y="9195"/>
                  <a:pt x="4697" y="8350"/>
                </a:cubicBezTo>
                <a:cubicBezTo>
                  <a:pt x="4996" y="7892"/>
                  <a:pt x="5393" y="7659"/>
                  <a:pt x="5873" y="7659"/>
                </a:cubicBezTo>
                <a:cubicBezTo>
                  <a:pt x="5927" y="7659"/>
                  <a:pt x="5986" y="7659"/>
                  <a:pt x="6045" y="7667"/>
                </a:cubicBezTo>
                <a:cubicBezTo>
                  <a:pt x="7045" y="7779"/>
                  <a:pt x="10550" y="8238"/>
                  <a:pt x="12158" y="8447"/>
                </a:cubicBezTo>
                <a:cubicBezTo>
                  <a:pt x="12825" y="3532"/>
                  <a:pt x="15477" y="0"/>
                  <a:pt x="18585" y="0"/>
                </a:cubicBezTo>
                <a:close/>
                <a:moveTo>
                  <a:pt x="2937" y="20257"/>
                </a:moveTo>
                <a:cubicBezTo>
                  <a:pt x="3888" y="21149"/>
                  <a:pt x="5030" y="21600"/>
                  <a:pt x="6368" y="21600"/>
                </a:cubicBezTo>
                <a:cubicBezTo>
                  <a:pt x="7236" y="21600"/>
                  <a:pt x="8030" y="21447"/>
                  <a:pt x="8756" y="21133"/>
                </a:cubicBezTo>
                <a:cubicBezTo>
                  <a:pt x="9481" y="20820"/>
                  <a:pt x="10065" y="20458"/>
                  <a:pt x="10501" y="20031"/>
                </a:cubicBezTo>
                <a:lnTo>
                  <a:pt x="10501" y="15542"/>
                </a:lnTo>
                <a:lnTo>
                  <a:pt x="9672" y="15647"/>
                </a:lnTo>
                <a:cubicBezTo>
                  <a:pt x="9266" y="15703"/>
                  <a:pt x="8731" y="15768"/>
                  <a:pt x="8187" y="15840"/>
                </a:cubicBezTo>
                <a:lnTo>
                  <a:pt x="8187" y="17634"/>
                </a:lnTo>
                <a:cubicBezTo>
                  <a:pt x="7878" y="17731"/>
                  <a:pt x="7579" y="17811"/>
                  <a:pt x="7290" y="17867"/>
                </a:cubicBezTo>
                <a:cubicBezTo>
                  <a:pt x="6996" y="17924"/>
                  <a:pt x="6721" y="17956"/>
                  <a:pt x="6456" y="17956"/>
                </a:cubicBezTo>
                <a:cubicBezTo>
                  <a:pt x="5584" y="17956"/>
                  <a:pt x="4853" y="17650"/>
                  <a:pt x="4270" y="17031"/>
                </a:cubicBezTo>
                <a:cubicBezTo>
                  <a:pt x="3687" y="16411"/>
                  <a:pt x="3250" y="15558"/>
                  <a:pt x="2956" y="14472"/>
                </a:cubicBezTo>
                <a:cubicBezTo>
                  <a:pt x="2662" y="13386"/>
                  <a:pt x="2520" y="12139"/>
                  <a:pt x="2520" y="10724"/>
                </a:cubicBezTo>
                <a:cubicBezTo>
                  <a:pt x="2520" y="9380"/>
                  <a:pt x="2667" y="8173"/>
                  <a:pt x="2951" y="7112"/>
                </a:cubicBezTo>
                <a:cubicBezTo>
                  <a:pt x="3240" y="6050"/>
                  <a:pt x="3687" y="5213"/>
                  <a:pt x="4290" y="4594"/>
                </a:cubicBezTo>
                <a:cubicBezTo>
                  <a:pt x="4893" y="3974"/>
                  <a:pt x="5662" y="3668"/>
                  <a:pt x="6604" y="3668"/>
                </a:cubicBezTo>
                <a:cubicBezTo>
                  <a:pt x="7216" y="3668"/>
                  <a:pt x="7795" y="3781"/>
                  <a:pt x="8344" y="3998"/>
                </a:cubicBezTo>
                <a:cubicBezTo>
                  <a:pt x="8888" y="4223"/>
                  <a:pt x="9388" y="4505"/>
                  <a:pt x="9839" y="4851"/>
                </a:cubicBezTo>
                <a:lnTo>
                  <a:pt x="10094" y="1239"/>
                </a:lnTo>
                <a:cubicBezTo>
                  <a:pt x="9663" y="885"/>
                  <a:pt x="9138" y="595"/>
                  <a:pt x="8525" y="362"/>
                </a:cubicBezTo>
                <a:cubicBezTo>
                  <a:pt x="7912" y="137"/>
                  <a:pt x="7275" y="24"/>
                  <a:pt x="6608" y="24"/>
                </a:cubicBezTo>
                <a:cubicBezTo>
                  <a:pt x="5314" y="24"/>
                  <a:pt x="4172" y="467"/>
                  <a:pt x="3177" y="1360"/>
                </a:cubicBezTo>
                <a:cubicBezTo>
                  <a:pt x="2182" y="2253"/>
                  <a:pt x="1407" y="3499"/>
                  <a:pt x="843" y="5116"/>
                </a:cubicBezTo>
                <a:cubicBezTo>
                  <a:pt x="279" y="6733"/>
                  <a:pt x="0" y="8624"/>
                  <a:pt x="0" y="10788"/>
                </a:cubicBezTo>
                <a:cubicBezTo>
                  <a:pt x="0" y="12968"/>
                  <a:pt x="255" y="14875"/>
                  <a:pt x="760" y="16492"/>
                </a:cubicBezTo>
                <a:cubicBezTo>
                  <a:pt x="1260" y="18109"/>
                  <a:pt x="1985" y="19364"/>
                  <a:pt x="2937" y="20257"/>
                </a:cubicBezTo>
                <a:close/>
              </a:path>
            </a:pathLst>
          </a:custGeom>
          <a:solidFill>
            <a:srgbClr val="008C5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B9E8C2-CD1B-F803-4119-F7DE75A32CC8}"/>
              </a:ext>
            </a:extLst>
          </p:cNvPr>
          <p:cNvSpPr txBox="1"/>
          <p:nvPr userDrawn="1"/>
        </p:nvSpPr>
        <p:spPr>
          <a:xfrm>
            <a:off x="667330" y="1772442"/>
            <a:ext cx="74194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200" b="0" i="0" dirty="0">
                <a:solidFill>
                  <a:srgbClr val="FFFFFF">
                    <a:alpha val="40000"/>
                  </a:srgbClr>
                </a:solidFill>
                <a:effectLst/>
                <a:latin typeface="+mj-lt"/>
              </a:rPr>
              <a:t>Free Templates &amp; Infographics for PowerPoint and Google Slides</a:t>
            </a:r>
            <a:endParaRPr lang="en-US" sz="2200" dirty="0">
              <a:solidFill>
                <a:schemeClr val="bg1">
                  <a:alpha val="40000"/>
                </a:schemeClr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E4583D-5F52-5CCA-15D5-7930FA3C51C6}"/>
              </a:ext>
            </a:extLst>
          </p:cNvPr>
          <p:cNvSpPr txBox="1"/>
          <p:nvPr userDrawn="1"/>
        </p:nvSpPr>
        <p:spPr>
          <a:xfrm>
            <a:off x="667329" y="5444784"/>
            <a:ext cx="47228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i="0" dirty="0">
                <a:solidFill>
                  <a:srgbClr val="FFFF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Questions or Need Help ?</a:t>
            </a:r>
            <a:endParaRPr lang="en-US" sz="2800" b="1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D8B69F-8B28-B3CE-9A02-F10F35E92CA5}"/>
              </a:ext>
            </a:extLst>
          </p:cNvPr>
          <p:cNvSpPr txBox="1"/>
          <p:nvPr userDrawn="1"/>
        </p:nvSpPr>
        <p:spPr>
          <a:xfrm>
            <a:off x="5976600" y="1307664"/>
            <a:ext cx="644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0" i="0" dirty="0">
                <a:solidFill>
                  <a:srgbClr val="FFFFFF">
                    <a:alpha val="40157"/>
                  </a:srgbClr>
                </a:solidFill>
                <a:effectLst/>
                <a:latin typeface="+mj-lt"/>
              </a:rPr>
              <a:t>.com</a:t>
            </a:r>
            <a:endParaRPr lang="en-US" dirty="0">
              <a:solidFill>
                <a:schemeClr val="bg1">
                  <a:alpha val="40157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57354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63482"/>
            <a:ext cx="10515600" cy="739056"/>
          </a:xfrm>
          <a:prstGeom prst="rect">
            <a:avLst/>
          </a:prstGeom>
        </p:spPr>
        <p:txBody>
          <a:bodyPr rIns="0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9200"/>
            <a:ext cx="10515600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305911"/>
            <a:ext cx="12192000" cy="552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15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-12701" y="6959601"/>
            <a:ext cx="16039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0" i="0" dirty="0">
                <a:solidFill>
                  <a:srgbClr val="008C58"/>
                </a:solidFill>
                <a:effectLst/>
                <a:latin typeface="+mn-lt"/>
              </a:rPr>
              <a:t>© </a:t>
            </a:r>
            <a:r>
              <a:rPr lang="en-US" sz="1200" b="0" i="0" u="none" strike="noStrike" dirty="0">
                <a:solidFill>
                  <a:srgbClr val="008C58"/>
                </a:solidFill>
                <a:effectLst/>
                <a:latin typeface="+mn-lt"/>
                <a:hlinkClick r:id="rId3" tooltip="PresentationGo!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presentationgo.com</a:t>
            </a:r>
            <a:endParaRPr lang="en-US" sz="1200" dirty="0">
              <a:solidFill>
                <a:srgbClr val="008C58"/>
              </a:solidFill>
              <a:latin typeface="+mn-lt"/>
            </a:endParaRPr>
          </a:p>
        </p:txBody>
      </p:sp>
      <p:sp>
        <p:nvSpPr>
          <p:cNvPr id="20" name="Shape">
            <a:extLst>
              <a:ext uri="{FF2B5EF4-FFF2-40B4-BE49-F238E27FC236}">
                <a16:creationId xmlns:a16="http://schemas.microsoft.com/office/drawing/2014/main" id="{DDC8EC43-F02F-F14D-1C4D-3DD926402B7D}"/>
              </a:ext>
            </a:extLst>
          </p:cNvPr>
          <p:cNvSpPr/>
          <p:nvPr userDrawn="1"/>
        </p:nvSpPr>
        <p:spPr>
          <a:xfrm>
            <a:off x="0" y="188441"/>
            <a:ext cx="680700" cy="4689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136" y="0"/>
                </a:moveTo>
                <a:cubicBezTo>
                  <a:pt x="10637" y="0"/>
                  <a:pt x="7604" y="3521"/>
                  <a:pt x="6858" y="8464"/>
                </a:cubicBezTo>
                <a:cubicBezTo>
                  <a:pt x="5038" y="8261"/>
                  <a:pt x="1166" y="7787"/>
                  <a:pt x="0" y="7719"/>
                </a:cubicBezTo>
                <a:lnTo>
                  <a:pt x="0" y="14084"/>
                </a:lnTo>
                <a:cubicBezTo>
                  <a:pt x="840" y="14016"/>
                  <a:pt x="2892" y="13745"/>
                  <a:pt x="4059" y="13610"/>
                </a:cubicBezTo>
                <a:lnTo>
                  <a:pt x="5832" y="13407"/>
                </a:lnTo>
                <a:cubicBezTo>
                  <a:pt x="6251" y="13339"/>
                  <a:pt x="6625" y="13339"/>
                  <a:pt x="6905" y="13271"/>
                </a:cubicBezTo>
                <a:cubicBezTo>
                  <a:pt x="7698" y="18147"/>
                  <a:pt x="10683" y="21600"/>
                  <a:pt x="14136" y="21600"/>
                </a:cubicBezTo>
                <a:cubicBezTo>
                  <a:pt x="18241" y="21600"/>
                  <a:pt x="21600" y="16725"/>
                  <a:pt x="21600" y="10766"/>
                </a:cubicBezTo>
                <a:cubicBezTo>
                  <a:pt x="21553" y="4875"/>
                  <a:pt x="18241" y="0"/>
                  <a:pt x="14136" y="0"/>
                </a:cubicBezTo>
                <a:close/>
                <a:moveTo>
                  <a:pt x="14136" y="17266"/>
                </a:moveTo>
                <a:cubicBezTo>
                  <a:pt x="11710" y="17266"/>
                  <a:pt x="9704" y="14355"/>
                  <a:pt x="9704" y="10834"/>
                </a:cubicBezTo>
                <a:cubicBezTo>
                  <a:pt x="9704" y="7313"/>
                  <a:pt x="11710" y="4401"/>
                  <a:pt x="14136" y="4401"/>
                </a:cubicBezTo>
                <a:cubicBezTo>
                  <a:pt x="16562" y="4401"/>
                  <a:pt x="18568" y="7313"/>
                  <a:pt x="18568" y="10834"/>
                </a:cubicBezTo>
                <a:cubicBezTo>
                  <a:pt x="18568" y="14355"/>
                  <a:pt x="16562" y="17266"/>
                  <a:pt x="14136" y="17266"/>
                </a:cubicBezTo>
                <a:close/>
                <a:moveTo>
                  <a:pt x="0" y="68"/>
                </a:moveTo>
                <a:cubicBezTo>
                  <a:pt x="187" y="68"/>
                  <a:pt x="373" y="68"/>
                  <a:pt x="560" y="68"/>
                </a:cubicBezTo>
                <a:cubicBezTo>
                  <a:pt x="1306" y="68"/>
                  <a:pt x="2053" y="203"/>
                  <a:pt x="2752" y="406"/>
                </a:cubicBezTo>
                <a:cubicBezTo>
                  <a:pt x="3452" y="609"/>
                  <a:pt x="4012" y="948"/>
                  <a:pt x="4525" y="1286"/>
                </a:cubicBezTo>
                <a:lnTo>
                  <a:pt x="4245" y="4875"/>
                </a:lnTo>
                <a:cubicBezTo>
                  <a:pt x="3732" y="4537"/>
                  <a:pt x="3172" y="4266"/>
                  <a:pt x="2566" y="3995"/>
                </a:cubicBezTo>
                <a:cubicBezTo>
                  <a:pt x="1959" y="3792"/>
                  <a:pt x="1306" y="3656"/>
                  <a:pt x="606" y="3656"/>
                </a:cubicBezTo>
                <a:cubicBezTo>
                  <a:pt x="420" y="3656"/>
                  <a:pt x="233" y="3656"/>
                  <a:pt x="47" y="3724"/>
                </a:cubicBezTo>
                <a:lnTo>
                  <a:pt x="47" y="68"/>
                </a:lnTo>
                <a:close/>
                <a:moveTo>
                  <a:pt x="4059" y="15641"/>
                </a:moveTo>
                <a:lnTo>
                  <a:pt x="4992" y="15506"/>
                </a:lnTo>
                <a:lnTo>
                  <a:pt x="4992" y="19975"/>
                </a:lnTo>
                <a:cubicBezTo>
                  <a:pt x="4479" y="20381"/>
                  <a:pt x="3825" y="20787"/>
                  <a:pt x="3032" y="21058"/>
                </a:cubicBezTo>
                <a:cubicBezTo>
                  <a:pt x="2193" y="21397"/>
                  <a:pt x="1306" y="21532"/>
                  <a:pt x="327" y="21532"/>
                </a:cubicBezTo>
                <a:cubicBezTo>
                  <a:pt x="233" y="21532"/>
                  <a:pt x="140" y="21532"/>
                  <a:pt x="0" y="21532"/>
                </a:cubicBezTo>
                <a:lnTo>
                  <a:pt x="0" y="17876"/>
                </a:lnTo>
                <a:cubicBezTo>
                  <a:pt x="140" y="17876"/>
                  <a:pt x="280" y="17876"/>
                  <a:pt x="420" y="17876"/>
                </a:cubicBezTo>
                <a:cubicBezTo>
                  <a:pt x="700" y="17876"/>
                  <a:pt x="1026" y="17876"/>
                  <a:pt x="1353" y="17808"/>
                </a:cubicBezTo>
                <a:cubicBezTo>
                  <a:pt x="1679" y="17740"/>
                  <a:pt x="2006" y="17673"/>
                  <a:pt x="2379" y="17605"/>
                </a:cubicBezTo>
                <a:lnTo>
                  <a:pt x="2379" y="15845"/>
                </a:lnTo>
                <a:cubicBezTo>
                  <a:pt x="2986" y="15777"/>
                  <a:pt x="3592" y="15709"/>
                  <a:pt x="4059" y="15641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>
              <a:solidFill>
                <a:schemeClr val="bg1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42380E3-5C89-CD99-CE73-F8FB2B0B2EA9}"/>
              </a:ext>
            </a:extLst>
          </p:cNvPr>
          <p:cNvGrpSpPr/>
          <p:nvPr userDrawn="1"/>
        </p:nvGrpSpPr>
        <p:grpSpPr>
          <a:xfrm>
            <a:off x="12313760" y="-58780"/>
            <a:ext cx="1738741" cy="604829"/>
            <a:chOff x="-1808527" y="-16654"/>
            <a:chExt cx="1738741" cy="604829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C1B17E7-B758-E92C-41FE-C3FCB408B5B7}"/>
                </a:ext>
              </a:extLst>
            </p:cNvPr>
            <p:cNvGrpSpPr/>
            <p:nvPr userDrawn="1"/>
          </p:nvGrpSpPr>
          <p:grpSpPr>
            <a:xfrm>
              <a:off x="-1808527" y="-16654"/>
              <a:ext cx="1738741" cy="604829"/>
              <a:chOff x="-2250002" y="21447"/>
              <a:chExt cx="1738741" cy="604829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592DBB0-24EB-F018-C3D8-D6F02FE0B075}"/>
                  </a:ext>
                </a:extLst>
              </p:cNvPr>
              <p:cNvSpPr txBox="1"/>
              <p:nvPr userDrawn="1"/>
            </p:nvSpPr>
            <p:spPr>
              <a:xfrm>
                <a:off x="-2250002" y="21447"/>
                <a:ext cx="34336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By: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A718598-70D7-48B6-C739-86B6B29AA51D}"/>
                  </a:ext>
                </a:extLst>
              </p:cNvPr>
              <p:cNvSpPr txBox="1"/>
              <p:nvPr userDrawn="1"/>
            </p:nvSpPr>
            <p:spPr>
              <a:xfrm>
                <a:off x="-950805" y="380055"/>
                <a:ext cx="43954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.com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83F2B32-CF9B-039E-6BAD-EACA915072DD}"/>
                </a:ext>
              </a:extLst>
            </p:cNvPr>
            <p:cNvGrpSpPr/>
            <p:nvPr userDrawn="1"/>
          </p:nvGrpSpPr>
          <p:grpSpPr>
            <a:xfrm>
              <a:off x="-1719071" y="218885"/>
              <a:ext cx="1547194" cy="159662"/>
              <a:chOff x="757647" y="1021854"/>
              <a:chExt cx="5325710" cy="549583"/>
            </a:xfrm>
          </p:grpSpPr>
          <p:sp>
            <p:nvSpPr>
              <p:cNvPr id="31" name="Shape">
                <a:extLst>
                  <a:ext uri="{FF2B5EF4-FFF2-40B4-BE49-F238E27FC236}">
                    <a16:creationId xmlns:a16="http://schemas.microsoft.com/office/drawing/2014/main" id="{FDA8849F-7D05-A81E-C41D-1977C2174A48}"/>
                  </a:ext>
                </a:extLst>
              </p:cNvPr>
              <p:cNvSpPr/>
              <p:nvPr userDrawn="1"/>
            </p:nvSpPr>
            <p:spPr>
              <a:xfrm>
                <a:off x="757647" y="1022945"/>
                <a:ext cx="4193833" cy="5484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662"/>
                    </a:moveTo>
                    <a:lnTo>
                      <a:pt x="882" y="2662"/>
                    </a:lnTo>
                    <a:cubicBezTo>
                      <a:pt x="1028" y="2662"/>
                      <a:pt x="1163" y="2791"/>
                      <a:pt x="1280" y="3049"/>
                    </a:cubicBezTo>
                    <a:cubicBezTo>
                      <a:pt x="1398" y="3307"/>
                      <a:pt x="1500" y="3693"/>
                      <a:pt x="1584" y="4165"/>
                    </a:cubicBezTo>
                    <a:cubicBezTo>
                      <a:pt x="1668" y="4638"/>
                      <a:pt x="1730" y="5239"/>
                      <a:pt x="1775" y="5969"/>
                    </a:cubicBezTo>
                    <a:cubicBezTo>
                      <a:pt x="1820" y="6656"/>
                      <a:pt x="1842" y="7472"/>
                      <a:pt x="1842" y="8374"/>
                    </a:cubicBezTo>
                    <a:cubicBezTo>
                      <a:pt x="1842" y="9447"/>
                      <a:pt x="1814" y="10392"/>
                      <a:pt x="1763" y="11165"/>
                    </a:cubicBezTo>
                    <a:cubicBezTo>
                      <a:pt x="1707" y="11938"/>
                      <a:pt x="1634" y="12625"/>
                      <a:pt x="1544" y="13140"/>
                    </a:cubicBezTo>
                    <a:cubicBezTo>
                      <a:pt x="1455" y="13656"/>
                      <a:pt x="1348" y="14042"/>
                      <a:pt x="1224" y="14300"/>
                    </a:cubicBezTo>
                    <a:cubicBezTo>
                      <a:pt x="1101" y="14557"/>
                      <a:pt x="972" y="14686"/>
                      <a:pt x="837" y="14686"/>
                    </a:cubicBezTo>
                    <a:lnTo>
                      <a:pt x="590" y="14686"/>
                    </a:lnTo>
                    <a:lnTo>
                      <a:pt x="590" y="21299"/>
                    </a:lnTo>
                    <a:lnTo>
                      <a:pt x="0" y="21299"/>
                    </a:lnTo>
                    <a:lnTo>
                      <a:pt x="0" y="2662"/>
                    </a:lnTo>
                    <a:close/>
                    <a:moveTo>
                      <a:pt x="584" y="11251"/>
                    </a:moveTo>
                    <a:lnTo>
                      <a:pt x="798" y="11251"/>
                    </a:lnTo>
                    <a:cubicBezTo>
                      <a:pt x="854" y="11251"/>
                      <a:pt x="910" y="11208"/>
                      <a:pt x="966" y="11122"/>
                    </a:cubicBezTo>
                    <a:cubicBezTo>
                      <a:pt x="1022" y="11036"/>
                      <a:pt x="1067" y="10864"/>
                      <a:pt x="1106" y="10650"/>
                    </a:cubicBezTo>
                    <a:cubicBezTo>
                      <a:pt x="1146" y="10435"/>
                      <a:pt x="1179" y="10177"/>
                      <a:pt x="1202" y="9834"/>
                    </a:cubicBezTo>
                    <a:cubicBezTo>
                      <a:pt x="1224" y="9490"/>
                      <a:pt x="1241" y="9104"/>
                      <a:pt x="1241" y="8588"/>
                    </a:cubicBezTo>
                    <a:cubicBezTo>
                      <a:pt x="1241" y="7730"/>
                      <a:pt x="1202" y="7085"/>
                      <a:pt x="1129" y="6656"/>
                    </a:cubicBezTo>
                    <a:cubicBezTo>
                      <a:pt x="1050" y="6227"/>
                      <a:pt x="955" y="6012"/>
                      <a:pt x="826" y="6012"/>
                    </a:cubicBezTo>
                    <a:lnTo>
                      <a:pt x="590" y="6012"/>
                    </a:lnTo>
                    <a:lnTo>
                      <a:pt x="590" y="11251"/>
                    </a:lnTo>
                    <a:close/>
                    <a:moveTo>
                      <a:pt x="2179" y="21256"/>
                    </a:moveTo>
                    <a:lnTo>
                      <a:pt x="2179" y="7085"/>
                    </a:lnTo>
                    <a:lnTo>
                      <a:pt x="2628" y="7085"/>
                    </a:lnTo>
                    <a:lnTo>
                      <a:pt x="2685" y="9576"/>
                    </a:lnTo>
                    <a:cubicBezTo>
                      <a:pt x="2707" y="9233"/>
                      <a:pt x="2735" y="8889"/>
                      <a:pt x="2769" y="8546"/>
                    </a:cubicBezTo>
                    <a:cubicBezTo>
                      <a:pt x="2802" y="8202"/>
                      <a:pt x="2842" y="7901"/>
                      <a:pt x="2887" y="7644"/>
                    </a:cubicBezTo>
                    <a:cubicBezTo>
                      <a:pt x="2932" y="7386"/>
                      <a:pt x="2988" y="7171"/>
                      <a:pt x="3044" y="7043"/>
                    </a:cubicBezTo>
                    <a:cubicBezTo>
                      <a:pt x="3106" y="6871"/>
                      <a:pt x="3173" y="6828"/>
                      <a:pt x="3246" y="6828"/>
                    </a:cubicBezTo>
                    <a:cubicBezTo>
                      <a:pt x="3302" y="6828"/>
                      <a:pt x="3353" y="6871"/>
                      <a:pt x="3403" y="7000"/>
                    </a:cubicBezTo>
                    <a:cubicBezTo>
                      <a:pt x="3448" y="7128"/>
                      <a:pt x="3488" y="7214"/>
                      <a:pt x="3516" y="7386"/>
                    </a:cubicBezTo>
                    <a:lnTo>
                      <a:pt x="3426" y="10779"/>
                    </a:lnTo>
                    <a:cubicBezTo>
                      <a:pt x="3398" y="10650"/>
                      <a:pt x="3364" y="10564"/>
                      <a:pt x="3319" y="10435"/>
                    </a:cubicBezTo>
                    <a:cubicBezTo>
                      <a:pt x="3274" y="10349"/>
                      <a:pt x="3224" y="10306"/>
                      <a:pt x="3156" y="10306"/>
                    </a:cubicBezTo>
                    <a:cubicBezTo>
                      <a:pt x="3038" y="10306"/>
                      <a:pt x="2937" y="10607"/>
                      <a:pt x="2859" y="11208"/>
                    </a:cubicBezTo>
                    <a:cubicBezTo>
                      <a:pt x="2780" y="11809"/>
                      <a:pt x="2741" y="12840"/>
                      <a:pt x="2741" y="14257"/>
                    </a:cubicBezTo>
                    <a:lnTo>
                      <a:pt x="2741" y="21342"/>
                    </a:lnTo>
                    <a:lnTo>
                      <a:pt x="2179" y="21342"/>
                    </a:lnTo>
                    <a:close/>
                    <a:moveTo>
                      <a:pt x="5279" y="15416"/>
                    </a:moveTo>
                    <a:lnTo>
                      <a:pt x="4083" y="15416"/>
                    </a:lnTo>
                    <a:lnTo>
                      <a:pt x="4083" y="15545"/>
                    </a:lnTo>
                    <a:cubicBezTo>
                      <a:pt x="4083" y="16533"/>
                      <a:pt x="4134" y="17263"/>
                      <a:pt x="4235" y="17692"/>
                    </a:cubicBezTo>
                    <a:cubicBezTo>
                      <a:pt x="4336" y="18165"/>
                      <a:pt x="4459" y="18379"/>
                      <a:pt x="4611" y="18379"/>
                    </a:cubicBezTo>
                    <a:cubicBezTo>
                      <a:pt x="4718" y="18379"/>
                      <a:pt x="4807" y="18293"/>
                      <a:pt x="4886" y="18165"/>
                    </a:cubicBezTo>
                    <a:cubicBezTo>
                      <a:pt x="4965" y="17993"/>
                      <a:pt x="5032" y="17821"/>
                      <a:pt x="5088" y="17606"/>
                    </a:cubicBezTo>
                    <a:lnTo>
                      <a:pt x="5195" y="20612"/>
                    </a:lnTo>
                    <a:cubicBezTo>
                      <a:pt x="5128" y="20870"/>
                      <a:pt x="5038" y="21085"/>
                      <a:pt x="4931" y="21299"/>
                    </a:cubicBezTo>
                    <a:cubicBezTo>
                      <a:pt x="4824" y="21514"/>
                      <a:pt x="4695" y="21600"/>
                      <a:pt x="4538" y="21600"/>
                    </a:cubicBezTo>
                    <a:cubicBezTo>
                      <a:pt x="4398" y="21600"/>
                      <a:pt x="4268" y="21471"/>
                      <a:pt x="4145" y="21171"/>
                    </a:cubicBezTo>
                    <a:cubicBezTo>
                      <a:pt x="4021" y="20870"/>
                      <a:pt x="3909" y="20441"/>
                      <a:pt x="3819" y="19839"/>
                    </a:cubicBezTo>
                    <a:cubicBezTo>
                      <a:pt x="3724" y="19238"/>
                      <a:pt x="3651" y="18508"/>
                      <a:pt x="3594" y="17606"/>
                    </a:cubicBezTo>
                    <a:cubicBezTo>
                      <a:pt x="3538" y="16705"/>
                      <a:pt x="3510" y="15631"/>
                      <a:pt x="3510" y="14343"/>
                    </a:cubicBezTo>
                    <a:cubicBezTo>
                      <a:pt x="3510" y="13226"/>
                      <a:pt x="3533" y="12196"/>
                      <a:pt x="3578" y="11251"/>
                    </a:cubicBezTo>
                    <a:cubicBezTo>
                      <a:pt x="3622" y="10306"/>
                      <a:pt x="3684" y="9533"/>
                      <a:pt x="3768" y="8846"/>
                    </a:cubicBezTo>
                    <a:cubicBezTo>
                      <a:pt x="3853" y="8159"/>
                      <a:pt x="3948" y="7644"/>
                      <a:pt x="4066" y="7300"/>
                    </a:cubicBezTo>
                    <a:cubicBezTo>
                      <a:pt x="4178" y="6957"/>
                      <a:pt x="4308" y="6742"/>
                      <a:pt x="4448" y="6742"/>
                    </a:cubicBezTo>
                    <a:cubicBezTo>
                      <a:pt x="4701" y="6742"/>
                      <a:pt x="4903" y="7343"/>
                      <a:pt x="5060" y="8503"/>
                    </a:cubicBezTo>
                    <a:cubicBezTo>
                      <a:pt x="5212" y="9662"/>
                      <a:pt x="5290" y="11380"/>
                      <a:pt x="5290" y="13527"/>
                    </a:cubicBezTo>
                    <a:lnTo>
                      <a:pt x="5290" y="15416"/>
                    </a:lnTo>
                    <a:close/>
                    <a:moveTo>
                      <a:pt x="4695" y="12453"/>
                    </a:moveTo>
                    <a:cubicBezTo>
                      <a:pt x="4695" y="12110"/>
                      <a:pt x="4690" y="11809"/>
                      <a:pt x="4678" y="11466"/>
                    </a:cubicBezTo>
                    <a:cubicBezTo>
                      <a:pt x="4667" y="11165"/>
                      <a:pt x="4650" y="10864"/>
                      <a:pt x="4628" y="10607"/>
                    </a:cubicBezTo>
                    <a:cubicBezTo>
                      <a:pt x="4605" y="10349"/>
                      <a:pt x="4577" y="10177"/>
                      <a:pt x="4544" y="10006"/>
                    </a:cubicBezTo>
                    <a:cubicBezTo>
                      <a:pt x="4510" y="9877"/>
                      <a:pt x="4465" y="9791"/>
                      <a:pt x="4420" y="9791"/>
                    </a:cubicBezTo>
                    <a:cubicBezTo>
                      <a:pt x="4330" y="9791"/>
                      <a:pt x="4257" y="10049"/>
                      <a:pt x="4195" y="10521"/>
                    </a:cubicBezTo>
                    <a:cubicBezTo>
                      <a:pt x="4134" y="10993"/>
                      <a:pt x="4100" y="11637"/>
                      <a:pt x="4089" y="12496"/>
                    </a:cubicBezTo>
                    <a:lnTo>
                      <a:pt x="4695" y="12453"/>
                    </a:lnTo>
                    <a:close/>
                    <a:moveTo>
                      <a:pt x="6773" y="10693"/>
                    </a:moveTo>
                    <a:cubicBezTo>
                      <a:pt x="6706" y="10435"/>
                      <a:pt x="6633" y="10220"/>
                      <a:pt x="6554" y="10091"/>
                    </a:cubicBezTo>
                    <a:cubicBezTo>
                      <a:pt x="6476" y="9963"/>
                      <a:pt x="6402" y="9877"/>
                      <a:pt x="6329" y="9877"/>
                    </a:cubicBezTo>
                    <a:cubicBezTo>
                      <a:pt x="6262" y="9877"/>
                      <a:pt x="6206" y="9963"/>
                      <a:pt x="6167" y="10134"/>
                    </a:cubicBezTo>
                    <a:cubicBezTo>
                      <a:pt x="6127" y="10306"/>
                      <a:pt x="6105" y="10564"/>
                      <a:pt x="6105" y="10864"/>
                    </a:cubicBezTo>
                    <a:cubicBezTo>
                      <a:pt x="6105" y="11208"/>
                      <a:pt x="6127" y="11466"/>
                      <a:pt x="6167" y="11723"/>
                    </a:cubicBezTo>
                    <a:cubicBezTo>
                      <a:pt x="6206" y="11938"/>
                      <a:pt x="6285" y="12196"/>
                      <a:pt x="6402" y="12453"/>
                    </a:cubicBezTo>
                    <a:lnTo>
                      <a:pt x="6520" y="12711"/>
                    </a:lnTo>
                    <a:cubicBezTo>
                      <a:pt x="6672" y="13054"/>
                      <a:pt x="6790" y="13570"/>
                      <a:pt x="6869" y="14257"/>
                    </a:cubicBezTo>
                    <a:cubicBezTo>
                      <a:pt x="6947" y="14944"/>
                      <a:pt x="6987" y="15803"/>
                      <a:pt x="6987" y="16876"/>
                    </a:cubicBezTo>
                    <a:cubicBezTo>
                      <a:pt x="6987" y="17563"/>
                      <a:pt x="6970" y="18208"/>
                      <a:pt x="6930" y="18809"/>
                    </a:cubicBezTo>
                    <a:cubicBezTo>
                      <a:pt x="6891" y="19410"/>
                      <a:pt x="6835" y="19882"/>
                      <a:pt x="6768" y="20312"/>
                    </a:cubicBezTo>
                    <a:cubicBezTo>
                      <a:pt x="6695" y="20741"/>
                      <a:pt x="6610" y="21042"/>
                      <a:pt x="6515" y="21256"/>
                    </a:cubicBezTo>
                    <a:cubicBezTo>
                      <a:pt x="6414" y="21471"/>
                      <a:pt x="6307" y="21600"/>
                      <a:pt x="6183" y="21600"/>
                    </a:cubicBezTo>
                    <a:cubicBezTo>
                      <a:pt x="6054" y="21600"/>
                      <a:pt x="5936" y="21514"/>
                      <a:pt x="5835" y="21342"/>
                    </a:cubicBezTo>
                    <a:cubicBezTo>
                      <a:pt x="5734" y="21171"/>
                      <a:pt x="5639" y="20913"/>
                      <a:pt x="5554" y="20569"/>
                    </a:cubicBezTo>
                    <a:lnTo>
                      <a:pt x="5678" y="17435"/>
                    </a:lnTo>
                    <a:cubicBezTo>
                      <a:pt x="5751" y="17735"/>
                      <a:pt x="5830" y="17950"/>
                      <a:pt x="5914" y="18165"/>
                    </a:cubicBezTo>
                    <a:cubicBezTo>
                      <a:pt x="5993" y="18336"/>
                      <a:pt x="6077" y="18465"/>
                      <a:pt x="6161" y="18465"/>
                    </a:cubicBezTo>
                    <a:cubicBezTo>
                      <a:pt x="6256" y="18465"/>
                      <a:pt x="6329" y="18336"/>
                      <a:pt x="6369" y="18122"/>
                    </a:cubicBezTo>
                    <a:cubicBezTo>
                      <a:pt x="6408" y="17907"/>
                      <a:pt x="6431" y="17649"/>
                      <a:pt x="6431" y="17349"/>
                    </a:cubicBezTo>
                    <a:cubicBezTo>
                      <a:pt x="6431" y="17177"/>
                      <a:pt x="6425" y="17005"/>
                      <a:pt x="6419" y="16876"/>
                    </a:cubicBezTo>
                    <a:cubicBezTo>
                      <a:pt x="6408" y="16748"/>
                      <a:pt x="6397" y="16619"/>
                      <a:pt x="6369" y="16490"/>
                    </a:cubicBezTo>
                    <a:cubicBezTo>
                      <a:pt x="6346" y="16361"/>
                      <a:pt x="6313" y="16275"/>
                      <a:pt x="6268" y="16146"/>
                    </a:cubicBezTo>
                    <a:cubicBezTo>
                      <a:pt x="6223" y="16017"/>
                      <a:pt x="6172" y="15889"/>
                      <a:pt x="6105" y="15760"/>
                    </a:cubicBezTo>
                    <a:lnTo>
                      <a:pt x="5987" y="15502"/>
                    </a:lnTo>
                    <a:cubicBezTo>
                      <a:pt x="5835" y="15116"/>
                      <a:pt x="5723" y="14600"/>
                      <a:pt x="5656" y="13956"/>
                    </a:cubicBezTo>
                    <a:cubicBezTo>
                      <a:pt x="5588" y="13312"/>
                      <a:pt x="5549" y="12410"/>
                      <a:pt x="5549" y="11294"/>
                    </a:cubicBezTo>
                    <a:cubicBezTo>
                      <a:pt x="5549" y="10650"/>
                      <a:pt x="5566" y="10049"/>
                      <a:pt x="5599" y="9490"/>
                    </a:cubicBezTo>
                    <a:cubicBezTo>
                      <a:pt x="5633" y="8932"/>
                      <a:pt x="5684" y="8460"/>
                      <a:pt x="5745" y="8073"/>
                    </a:cubicBezTo>
                    <a:cubicBezTo>
                      <a:pt x="5807" y="7687"/>
                      <a:pt x="5886" y="7343"/>
                      <a:pt x="5976" y="7128"/>
                    </a:cubicBezTo>
                    <a:cubicBezTo>
                      <a:pt x="6066" y="6914"/>
                      <a:pt x="6172" y="6785"/>
                      <a:pt x="6290" y="6785"/>
                    </a:cubicBezTo>
                    <a:cubicBezTo>
                      <a:pt x="6408" y="6785"/>
                      <a:pt x="6520" y="6871"/>
                      <a:pt x="6622" y="7043"/>
                    </a:cubicBezTo>
                    <a:cubicBezTo>
                      <a:pt x="6723" y="7214"/>
                      <a:pt x="6812" y="7429"/>
                      <a:pt x="6897" y="7730"/>
                    </a:cubicBezTo>
                    <a:lnTo>
                      <a:pt x="6773" y="10693"/>
                    </a:lnTo>
                    <a:close/>
                    <a:moveTo>
                      <a:pt x="8992" y="15416"/>
                    </a:moveTo>
                    <a:lnTo>
                      <a:pt x="7795" y="15416"/>
                    </a:lnTo>
                    <a:lnTo>
                      <a:pt x="7795" y="15545"/>
                    </a:lnTo>
                    <a:cubicBezTo>
                      <a:pt x="7795" y="16533"/>
                      <a:pt x="7846" y="17263"/>
                      <a:pt x="7947" y="17692"/>
                    </a:cubicBezTo>
                    <a:cubicBezTo>
                      <a:pt x="8048" y="18165"/>
                      <a:pt x="8172" y="18379"/>
                      <a:pt x="8323" y="18379"/>
                    </a:cubicBezTo>
                    <a:cubicBezTo>
                      <a:pt x="8430" y="18379"/>
                      <a:pt x="8520" y="18293"/>
                      <a:pt x="8598" y="18165"/>
                    </a:cubicBezTo>
                    <a:cubicBezTo>
                      <a:pt x="8677" y="17993"/>
                      <a:pt x="8744" y="17821"/>
                      <a:pt x="8801" y="17606"/>
                    </a:cubicBezTo>
                    <a:lnTo>
                      <a:pt x="8907" y="20612"/>
                    </a:lnTo>
                    <a:cubicBezTo>
                      <a:pt x="8840" y="20870"/>
                      <a:pt x="8750" y="21085"/>
                      <a:pt x="8643" y="21299"/>
                    </a:cubicBezTo>
                    <a:cubicBezTo>
                      <a:pt x="8537" y="21514"/>
                      <a:pt x="8407" y="21600"/>
                      <a:pt x="8250" y="21600"/>
                    </a:cubicBezTo>
                    <a:cubicBezTo>
                      <a:pt x="8110" y="21600"/>
                      <a:pt x="7981" y="21471"/>
                      <a:pt x="7857" y="21171"/>
                    </a:cubicBezTo>
                    <a:cubicBezTo>
                      <a:pt x="7734" y="20870"/>
                      <a:pt x="7621" y="20441"/>
                      <a:pt x="7531" y="19839"/>
                    </a:cubicBezTo>
                    <a:cubicBezTo>
                      <a:pt x="7436" y="19238"/>
                      <a:pt x="7363" y="18508"/>
                      <a:pt x="7307" y="17606"/>
                    </a:cubicBezTo>
                    <a:cubicBezTo>
                      <a:pt x="7251" y="16705"/>
                      <a:pt x="7222" y="15631"/>
                      <a:pt x="7222" y="14343"/>
                    </a:cubicBezTo>
                    <a:cubicBezTo>
                      <a:pt x="7222" y="13226"/>
                      <a:pt x="7245" y="12196"/>
                      <a:pt x="7290" y="11251"/>
                    </a:cubicBezTo>
                    <a:cubicBezTo>
                      <a:pt x="7335" y="10306"/>
                      <a:pt x="7397" y="9533"/>
                      <a:pt x="7481" y="8846"/>
                    </a:cubicBezTo>
                    <a:cubicBezTo>
                      <a:pt x="7565" y="8159"/>
                      <a:pt x="7661" y="7644"/>
                      <a:pt x="7778" y="7300"/>
                    </a:cubicBezTo>
                    <a:cubicBezTo>
                      <a:pt x="7891" y="6957"/>
                      <a:pt x="8020" y="6742"/>
                      <a:pt x="8160" y="6742"/>
                    </a:cubicBezTo>
                    <a:cubicBezTo>
                      <a:pt x="8413" y="6742"/>
                      <a:pt x="8615" y="7343"/>
                      <a:pt x="8773" y="8503"/>
                    </a:cubicBezTo>
                    <a:cubicBezTo>
                      <a:pt x="8924" y="9662"/>
                      <a:pt x="9003" y="11380"/>
                      <a:pt x="9003" y="13527"/>
                    </a:cubicBezTo>
                    <a:lnTo>
                      <a:pt x="9003" y="15416"/>
                    </a:lnTo>
                    <a:close/>
                    <a:moveTo>
                      <a:pt x="8413" y="12453"/>
                    </a:moveTo>
                    <a:cubicBezTo>
                      <a:pt x="8413" y="12110"/>
                      <a:pt x="8407" y="11809"/>
                      <a:pt x="8396" y="11466"/>
                    </a:cubicBezTo>
                    <a:cubicBezTo>
                      <a:pt x="8385" y="11165"/>
                      <a:pt x="8368" y="10864"/>
                      <a:pt x="8346" y="10607"/>
                    </a:cubicBezTo>
                    <a:cubicBezTo>
                      <a:pt x="8323" y="10349"/>
                      <a:pt x="8295" y="10177"/>
                      <a:pt x="8261" y="10006"/>
                    </a:cubicBezTo>
                    <a:cubicBezTo>
                      <a:pt x="8228" y="9834"/>
                      <a:pt x="8183" y="9791"/>
                      <a:pt x="8138" y="9791"/>
                    </a:cubicBezTo>
                    <a:cubicBezTo>
                      <a:pt x="8048" y="9791"/>
                      <a:pt x="7975" y="10049"/>
                      <a:pt x="7913" y="10521"/>
                    </a:cubicBezTo>
                    <a:cubicBezTo>
                      <a:pt x="7851" y="10993"/>
                      <a:pt x="7818" y="11637"/>
                      <a:pt x="7807" y="12496"/>
                    </a:cubicBezTo>
                    <a:lnTo>
                      <a:pt x="8413" y="12453"/>
                    </a:lnTo>
                    <a:close/>
                    <a:moveTo>
                      <a:pt x="9913" y="21256"/>
                    </a:moveTo>
                    <a:lnTo>
                      <a:pt x="9340" y="21256"/>
                    </a:lnTo>
                    <a:lnTo>
                      <a:pt x="9340" y="7085"/>
                    </a:lnTo>
                    <a:lnTo>
                      <a:pt x="9783" y="7085"/>
                    </a:lnTo>
                    <a:lnTo>
                      <a:pt x="9851" y="8846"/>
                    </a:lnTo>
                    <a:cubicBezTo>
                      <a:pt x="9935" y="8202"/>
                      <a:pt x="10025" y="7687"/>
                      <a:pt x="10126" y="7300"/>
                    </a:cubicBezTo>
                    <a:cubicBezTo>
                      <a:pt x="10227" y="6914"/>
                      <a:pt x="10339" y="6742"/>
                      <a:pt x="10463" y="6742"/>
                    </a:cubicBezTo>
                    <a:cubicBezTo>
                      <a:pt x="10671" y="6742"/>
                      <a:pt x="10828" y="7171"/>
                      <a:pt x="10940" y="8030"/>
                    </a:cubicBezTo>
                    <a:cubicBezTo>
                      <a:pt x="11053" y="8889"/>
                      <a:pt x="11109" y="10177"/>
                      <a:pt x="11109" y="11852"/>
                    </a:cubicBezTo>
                    <a:lnTo>
                      <a:pt x="11109" y="21214"/>
                    </a:lnTo>
                    <a:lnTo>
                      <a:pt x="10536" y="21214"/>
                    </a:lnTo>
                    <a:lnTo>
                      <a:pt x="10536" y="12281"/>
                    </a:lnTo>
                    <a:cubicBezTo>
                      <a:pt x="10536" y="11594"/>
                      <a:pt x="10514" y="11036"/>
                      <a:pt x="10474" y="10650"/>
                    </a:cubicBezTo>
                    <a:cubicBezTo>
                      <a:pt x="10429" y="10263"/>
                      <a:pt x="10368" y="10048"/>
                      <a:pt x="10289" y="10048"/>
                    </a:cubicBezTo>
                    <a:cubicBezTo>
                      <a:pt x="10227" y="10048"/>
                      <a:pt x="10160" y="10177"/>
                      <a:pt x="10092" y="10478"/>
                    </a:cubicBezTo>
                    <a:cubicBezTo>
                      <a:pt x="10025" y="10736"/>
                      <a:pt x="9963" y="11122"/>
                      <a:pt x="9913" y="11551"/>
                    </a:cubicBezTo>
                    <a:lnTo>
                      <a:pt x="9913" y="21256"/>
                    </a:lnTo>
                    <a:close/>
                    <a:moveTo>
                      <a:pt x="12687" y="10220"/>
                    </a:moveTo>
                    <a:lnTo>
                      <a:pt x="12215" y="10220"/>
                    </a:lnTo>
                    <a:lnTo>
                      <a:pt x="12215" y="16189"/>
                    </a:lnTo>
                    <a:cubicBezTo>
                      <a:pt x="12215" y="16833"/>
                      <a:pt x="12232" y="17306"/>
                      <a:pt x="12271" y="17563"/>
                    </a:cubicBezTo>
                    <a:cubicBezTo>
                      <a:pt x="12311" y="17821"/>
                      <a:pt x="12361" y="17950"/>
                      <a:pt x="12429" y="17950"/>
                    </a:cubicBezTo>
                    <a:cubicBezTo>
                      <a:pt x="12479" y="17950"/>
                      <a:pt x="12530" y="17907"/>
                      <a:pt x="12580" y="17821"/>
                    </a:cubicBezTo>
                    <a:cubicBezTo>
                      <a:pt x="12631" y="17735"/>
                      <a:pt x="12670" y="17649"/>
                      <a:pt x="12698" y="17478"/>
                    </a:cubicBezTo>
                    <a:lnTo>
                      <a:pt x="12783" y="20441"/>
                    </a:lnTo>
                    <a:cubicBezTo>
                      <a:pt x="12738" y="20612"/>
                      <a:pt x="12670" y="20784"/>
                      <a:pt x="12586" y="20956"/>
                    </a:cubicBezTo>
                    <a:cubicBezTo>
                      <a:pt x="12496" y="21128"/>
                      <a:pt x="12401" y="21213"/>
                      <a:pt x="12305" y="21213"/>
                    </a:cubicBezTo>
                    <a:cubicBezTo>
                      <a:pt x="12064" y="21213"/>
                      <a:pt x="11895" y="20870"/>
                      <a:pt x="11800" y="20140"/>
                    </a:cubicBezTo>
                    <a:cubicBezTo>
                      <a:pt x="11699" y="19453"/>
                      <a:pt x="11654" y="18379"/>
                      <a:pt x="11654" y="16919"/>
                    </a:cubicBezTo>
                    <a:lnTo>
                      <a:pt x="11654" y="10220"/>
                    </a:lnTo>
                    <a:lnTo>
                      <a:pt x="11362" y="10220"/>
                    </a:lnTo>
                    <a:lnTo>
                      <a:pt x="11362" y="7085"/>
                    </a:lnTo>
                    <a:lnTo>
                      <a:pt x="11654" y="7085"/>
                    </a:lnTo>
                    <a:lnTo>
                      <a:pt x="11654" y="2791"/>
                    </a:lnTo>
                    <a:lnTo>
                      <a:pt x="12221" y="2791"/>
                    </a:lnTo>
                    <a:lnTo>
                      <a:pt x="12221" y="7085"/>
                    </a:lnTo>
                    <a:lnTo>
                      <a:pt x="12693" y="7085"/>
                    </a:lnTo>
                    <a:lnTo>
                      <a:pt x="12693" y="10220"/>
                    </a:lnTo>
                    <a:close/>
                    <a:moveTo>
                      <a:pt x="13069" y="8331"/>
                    </a:moveTo>
                    <a:cubicBezTo>
                      <a:pt x="13176" y="7858"/>
                      <a:pt x="13294" y="7472"/>
                      <a:pt x="13428" y="7214"/>
                    </a:cubicBezTo>
                    <a:cubicBezTo>
                      <a:pt x="13563" y="6914"/>
                      <a:pt x="13698" y="6785"/>
                      <a:pt x="13833" y="6785"/>
                    </a:cubicBezTo>
                    <a:cubicBezTo>
                      <a:pt x="14063" y="6785"/>
                      <a:pt x="14243" y="7214"/>
                      <a:pt x="14383" y="8073"/>
                    </a:cubicBezTo>
                    <a:cubicBezTo>
                      <a:pt x="14524" y="8932"/>
                      <a:pt x="14591" y="10263"/>
                      <a:pt x="14591" y="12110"/>
                    </a:cubicBezTo>
                    <a:lnTo>
                      <a:pt x="14591" y="21299"/>
                    </a:lnTo>
                    <a:lnTo>
                      <a:pt x="14153" y="21299"/>
                    </a:lnTo>
                    <a:lnTo>
                      <a:pt x="14102" y="19882"/>
                    </a:lnTo>
                    <a:lnTo>
                      <a:pt x="14085" y="19882"/>
                    </a:lnTo>
                    <a:cubicBezTo>
                      <a:pt x="14035" y="20398"/>
                      <a:pt x="13962" y="20827"/>
                      <a:pt x="13872" y="21128"/>
                    </a:cubicBezTo>
                    <a:cubicBezTo>
                      <a:pt x="13782" y="21471"/>
                      <a:pt x="13676" y="21600"/>
                      <a:pt x="13552" y="21600"/>
                    </a:cubicBezTo>
                    <a:cubicBezTo>
                      <a:pt x="13445" y="21600"/>
                      <a:pt x="13355" y="21471"/>
                      <a:pt x="13277" y="21256"/>
                    </a:cubicBezTo>
                    <a:cubicBezTo>
                      <a:pt x="13198" y="21042"/>
                      <a:pt x="13131" y="20698"/>
                      <a:pt x="13080" y="20312"/>
                    </a:cubicBezTo>
                    <a:cubicBezTo>
                      <a:pt x="13030" y="19925"/>
                      <a:pt x="12990" y="19453"/>
                      <a:pt x="12962" y="18895"/>
                    </a:cubicBezTo>
                    <a:cubicBezTo>
                      <a:pt x="12934" y="18336"/>
                      <a:pt x="12923" y="17778"/>
                      <a:pt x="12923" y="17177"/>
                    </a:cubicBezTo>
                    <a:cubicBezTo>
                      <a:pt x="12923" y="16361"/>
                      <a:pt x="12945" y="15631"/>
                      <a:pt x="12996" y="15073"/>
                    </a:cubicBezTo>
                    <a:cubicBezTo>
                      <a:pt x="13041" y="14472"/>
                      <a:pt x="13108" y="13999"/>
                      <a:pt x="13187" y="13613"/>
                    </a:cubicBezTo>
                    <a:cubicBezTo>
                      <a:pt x="13266" y="13226"/>
                      <a:pt x="13361" y="12969"/>
                      <a:pt x="13473" y="12797"/>
                    </a:cubicBezTo>
                    <a:cubicBezTo>
                      <a:pt x="13580" y="12625"/>
                      <a:pt x="13698" y="12539"/>
                      <a:pt x="13822" y="12539"/>
                    </a:cubicBezTo>
                    <a:lnTo>
                      <a:pt x="14012" y="12539"/>
                    </a:lnTo>
                    <a:lnTo>
                      <a:pt x="14012" y="11766"/>
                    </a:lnTo>
                    <a:cubicBezTo>
                      <a:pt x="14012" y="11251"/>
                      <a:pt x="13990" y="10821"/>
                      <a:pt x="13939" y="10564"/>
                    </a:cubicBezTo>
                    <a:cubicBezTo>
                      <a:pt x="13889" y="10263"/>
                      <a:pt x="13822" y="10134"/>
                      <a:pt x="13732" y="10134"/>
                    </a:cubicBezTo>
                    <a:cubicBezTo>
                      <a:pt x="13653" y="10134"/>
                      <a:pt x="13580" y="10220"/>
                      <a:pt x="13501" y="10392"/>
                    </a:cubicBezTo>
                    <a:cubicBezTo>
                      <a:pt x="13428" y="10564"/>
                      <a:pt x="13344" y="10864"/>
                      <a:pt x="13254" y="11251"/>
                    </a:cubicBezTo>
                    <a:lnTo>
                      <a:pt x="13069" y="8331"/>
                    </a:lnTo>
                    <a:close/>
                    <a:moveTo>
                      <a:pt x="14024" y="15116"/>
                    </a:moveTo>
                    <a:lnTo>
                      <a:pt x="13895" y="15159"/>
                    </a:lnTo>
                    <a:cubicBezTo>
                      <a:pt x="13822" y="15159"/>
                      <a:pt x="13760" y="15245"/>
                      <a:pt x="13715" y="15330"/>
                    </a:cubicBezTo>
                    <a:cubicBezTo>
                      <a:pt x="13664" y="15416"/>
                      <a:pt x="13625" y="15545"/>
                      <a:pt x="13597" y="15717"/>
                    </a:cubicBezTo>
                    <a:cubicBezTo>
                      <a:pt x="13569" y="15846"/>
                      <a:pt x="13546" y="16060"/>
                      <a:pt x="13535" y="16232"/>
                    </a:cubicBezTo>
                    <a:cubicBezTo>
                      <a:pt x="13524" y="16447"/>
                      <a:pt x="13518" y="16662"/>
                      <a:pt x="13518" y="16876"/>
                    </a:cubicBezTo>
                    <a:cubicBezTo>
                      <a:pt x="13518" y="17478"/>
                      <a:pt x="13541" y="17907"/>
                      <a:pt x="13591" y="18122"/>
                    </a:cubicBezTo>
                    <a:cubicBezTo>
                      <a:pt x="13636" y="18336"/>
                      <a:pt x="13692" y="18465"/>
                      <a:pt x="13754" y="18465"/>
                    </a:cubicBezTo>
                    <a:cubicBezTo>
                      <a:pt x="13816" y="18465"/>
                      <a:pt x="13872" y="18336"/>
                      <a:pt x="13923" y="18036"/>
                    </a:cubicBezTo>
                    <a:cubicBezTo>
                      <a:pt x="13973" y="17778"/>
                      <a:pt x="14007" y="17478"/>
                      <a:pt x="14029" y="17134"/>
                    </a:cubicBezTo>
                    <a:lnTo>
                      <a:pt x="14029" y="15116"/>
                    </a:lnTo>
                    <a:close/>
                    <a:moveTo>
                      <a:pt x="16192" y="10220"/>
                    </a:moveTo>
                    <a:lnTo>
                      <a:pt x="15720" y="10220"/>
                    </a:lnTo>
                    <a:lnTo>
                      <a:pt x="15720" y="16189"/>
                    </a:lnTo>
                    <a:cubicBezTo>
                      <a:pt x="15720" y="16833"/>
                      <a:pt x="15737" y="17306"/>
                      <a:pt x="15776" y="17563"/>
                    </a:cubicBezTo>
                    <a:cubicBezTo>
                      <a:pt x="15815" y="17821"/>
                      <a:pt x="15866" y="17950"/>
                      <a:pt x="15933" y="17950"/>
                    </a:cubicBezTo>
                    <a:cubicBezTo>
                      <a:pt x="15984" y="17950"/>
                      <a:pt x="16034" y="17907"/>
                      <a:pt x="16085" y="17821"/>
                    </a:cubicBezTo>
                    <a:cubicBezTo>
                      <a:pt x="16135" y="17735"/>
                      <a:pt x="16175" y="17649"/>
                      <a:pt x="16203" y="17478"/>
                    </a:cubicBezTo>
                    <a:lnTo>
                      <a:pt x="16287" y="20441"/>
                    </a:lnTo>
                    <a:cubicBezTo>
                      <a:pt x="16242" y="20612"/>
                      <a:pt x="16175" y="20784"/>
                      <a:pt x="16090" y="20956"/>
                    </a:cubicBezTo>
                    <a:cubicBezTo>
                      <a:pt x="16001" y="21128"/>
                      <a:pt x="15905" y="21213"/>
                      <a:pt x="15810" y="21213"/>
                    </a:cubicBezTo>
                    <a:cubicBezTo>
                      <a:pt x="15568" y="21213"/>
                      <a:pt x="15400" y="20870"/>
                      <a:pt x="15304" y="20140"/>
                    </a:cubicBezTo>
                    <a:cubicBezTo>
                      <a:pt x="15203" y="19453"/>
                      <a:pt x="15158" y="18379"/>
                      <a:pt x="15158" y="16919"/>
                    </a:cubicBezTo>
                    <a:lnTo>
                      <a:pt x="15158" y="10220"/>
                    </a:lnTo>
                    <a:lnTo>
                      <a:pt x="14866" y="10220"/>
                    </a:lnTo>
                    <a:lnTo>
                      <a:pt x="14866" y="7085"/>
                    </a:lnTo>
                    <a:lnTo>
                      <a:pt x="15158" y="7085"/>
                    </a:lnTo>
                    <a:lnTo>
                      <a:pt x="15158" y="2791"/>
                    </a:lnTo>
                    <a:lnTo>
                      <a:pt x="15725" y="2791"/>
                    </a:lnTo>
                    <a:lnTo>
                      <a:pt x="15725" y="7085"/>
                    </a:lnTo>
                    <a:lnTo>
                      <a:pt x="16197" y="7085"/>
                    </a:lnTo>
                    <a:lnTo>
                      <a:pt x="16197" y="10220"/>
                    </a:lnTo>
                    <a:close/>
                    <a:moveTo>
                      <a:pt x="16871" y="4294"/>
                    </a:moveTo>
                    <a:cubicBezTo>
                      <a:pt x="16776" y="4294"/>
                      <a:pt x="16697" y="4080"/>
                      <a:pt x="16646" y="3650"/>
                    </a:cubicBezTo>
                    <a:cubicBezTo>
                      <a:pt x="16596" y="3221"/>
                      <a:pt x="16568" y="2705"/>
                      <a:pt x="16568" y="2147"/>
                    </a:cubicBezTo>
                    <a:cubicBezTo>
                      <a:pt x="16568" y="1546"/>
                      <a:pt x="16596" y="1031"/>
                      <a:pt x="16646" y="644"/>
                    </a:cubicBezTo>
                    <a:cubicBezTo>
                      <a:pt x="16697" y="215"/>
                      <a:pt x="16776" y="0"/>
                      <a:pt x="16866" y="0"/>
                    </a:cubicBezTo>
                    <a:cubicBezTo>
                      <a:pt x="16961" y="0"/>
                      <a:pt x="17034" y="215"/>
                      <a:pt x="17085" y="601"/>
                    </a:cubicBezTo>
                    <a:cubicBezTo>
                      <a:pt x="17135" y="1031"/>
                      <a:pt x="17163" y="1546"/>
                      <a:pt x="17163" y="2147"/>
                    </a:cubicBezTo>
                    <a:cubicBezTo>
                      <a:pt x="17163" y="2748"/>
                      <a:pt x="17135" y="3264"/>
                      <a:pt x="17085" y="3693"/>
                    </a:cubicBezTo>
                    <a:cubicBezTo>
                      <a:pt x="17045" y="4122"/>
                      <a:pt x="16972" y="4294"/>
                      <a:pt x="16871" y="4294"/>
                    </a:cubicBezTo>
                    <a:close/>
                    <a:moveTo>
                      <a:pt x="16585" y="21256"/>
                    </a:moveTo>
                    <a:lnTo>
                      <a:pt x="16585" y="7085"/>
                    </a:lnTo>
                    <a:lnTo>
                      <a:pt x="17158" y="7085"/>
                    </a:lnTo>
                    <a:lnTo>
                      <a:pt x="17158" y="21256"/>
                    </a:lnTo>
                    <a:lnTo>
                      <a:pt x="16585" y="21256"/>
                    </a:lnTo>
                    <a:close/>
                    <a:moveTo>
                      <a:pt x="19477" y="14085"/>
                    </a:moveTo>
                    <a:cubicBezTo>
                      <a:pt x="19477" y="15245"/>
                      <a:pt x="19455" y="16275"/>
                      <a:pt x="19404" y="17220"/>
                    </a:cubicBezTo>
                    <a:cubicBezTo>
                      <a:pt x="19354" y="18165"/>
                      <a:pt x="19286" y="18938"/>
                      <a:pt x="19196" y="19582"/>
                    </a:cubicBezTo>
                    <a:cubicBezTo>
                      <a:pt x="19106" y="20226"/>
                      <a:pt x="19005" y="20741"/>
                      <a:pt x="18887" y="21085"/>
                    </a:cubicBezTo>
                    <a:cubicBezTo>
                      <a:pt x="18769" y="21428"/>
                      <a:pt x="18640" y="21600"/>
                      <a:pt x="18505" y="21600"/>
                    </a:cubicBezTo>
                    <a:cubicBezTo>
                      <a:pt x="18371" y="21600"/>
                      <a:pt x="18241" y="21428"/>
                      <a:pt x="18124" y="21128"/>
                    </a:cubicBezTo>
                    <a:cubicBezTo>
                      <a:pt x="18006" y="20784"/>
                      <a:pt x="17905" y="20355"/>
                      <a:pt x="17820" y="19711"/>
                    </a:cubicBezTo>
                    <a:cubicBezTo>
                      <a:pt x="17736" y="19109"/>
                      <a:pt x="17669" y="18336"/>
                      <a:pt x="17618" y="17435"/>
                    </a:cubicBezTo>
                    <a:cubicBezTo>
                      <a:pt x="17568" y="16533"/>
                      <a:pt x="17545" y="15502"/>
                      <a:pt x="17545" y="14386"/>
                    </a:cubicBezTo>
                    <a:cubicBezTo>
                      <a:pt x="17545" y="13183"/>
                      <a:pt x="17568" y="12110"/>
                      <a:pt x="17618" y="11165"/>
                    </a:cubicBezTo>
                    <a:cubicBezTo>
                      <a:pt x="17669" y="10220"/>
                      <a:pt x="17736" y="9404"/>
                      <a:pt x="17826" y="8760"/>
                    </a:cubicBezTo>
                    <a:cubicBezTo>
                      <a:pt x="17916" y="8116"/>
                      <a:pt x="18017" y="7601"/>
                      <a:pt x="18135" y="7257"/>
                    </a:cubicBezTo>
                    <a:cubicBezTo>
                      <a:pt x="18253" y="6914"/>
                      <a:pt x="18382" y="6742"/>
                      <a:pt x="18517" y="6742"/>
                    </a:cubicBezTo>
                    <a:cubicBezTo>
                      <a:pt x="18651" y="6742"/>
                      <a:pt x="18781" y="6914"/>
                      <a:pt x="18899" y="7214"/>
                    </a:cubicBezTo>
                    <a:cubicBezTo>
                      <a:pt x="19017" y="7515"/>
                      <a:pt x="19118" y="7987"/>
                      <a:pt x="19202" y="8631"/>
                    </a:cubicBezTo>
                    <a:cubicBezTo>
                      <a:pt x="19286" y="9233"/>
                      <a:pt x="19354" y="10006"/>
                      <a:pt x="19404" y="10907"/>
                    </a:cubicBezTo>
                    <a:cubicBezTo>
                      <a:pt x="19455" y="11809"/>
                      <a:pt x="19477" y="12883"/>
                      <a:pt x="19477" y="14085"/>
                    </a:cubicBezTo>
                    <a:close/>
                    <a:moveTo>
                      <a:pt x="18893" y="14214"/>
                    </a:moveTo>
                    <a:cubicBezTo>
                      <a:pt x="18893" y="13441"/>
                      <a:pt x="18882" y="12797"/>
                      <a:pt x="18865" y="12239"/>
                    </a:cubicBezTo>
                    <a:cubicBezTo>
                      <a:pt x="18842" y="11680"/>
                      <a:pt x="18814" y="11251"/>
                      <a:pt x="18781" y="10907"/>
                    </a:cubicBezTo>
                    <a:cubicBezTo>
                      <a:pt x="18747" y="10564"/>
                      <a:pt x="18702" y="10306"/>
                      <a:pt x="18657" y="10134"/>
                    </a:cubicBezTo>
                    <a:cubicBezTo>
                      <a:pt x="18612" y="9963"/>
                      <a:pt x="18562" y="9920"/>
                      <a:pt x="18517" y="9920"/>
                    </a:cubicBezTo>
                    <a:cubicBezTo>
                      <a:pt x="18466" y="9920"/>
                      <a:pt x="18421" y="10006"/>
                      <a:pt x="18376" y="10134"/>
                    </a:cubicBezTo>
                    <a:cubicBezTo>
                      <a:pt x="18331" y="10263"/>
                      <a:pt x="18292" y="10521"/>
                      <a:pt x="18258" y="10821"/>
                    </a:cubicBezTo>
                    <a:cubicBezTo>
                      <a:pt x="18225" y="11165"/>
                      <a:pt x="18197" y="11594"/>
                      <a:pt x="18174" y="12153"/>
                    </a:cubicBezTo>
                    <a:cubicBezTo>
                      <a:pt x="18152" y="12711"/>
                      <a:pt x="18146" y="13355"/>
                      <a:pt x="18146" y="14214"/>
                    </a:cubicBezTo>
                    <a:cubicBezTo>
                      <a:pt x="18146" y="15631"/>
                      <a:pt x="18185" y="16705"/>
                      <a:pt x="18264" y="17349"/>
                    </a:cubicBezTo>
                    <a:cubicBezTo>
                      <a:pt x="18343" y="18036"/>
                      <a:pt x="18432" y="18336"/>
                      <a:pt x="18528" y="18336"/>
                    </a:cubicBezTo>
                    <a:cubicBezTo>
                      <a:pt x="18578" y="18336"/>
                      <a:pt x="18623" y="18250"/>
                      <a:pt x="18668" y="18122"/>
                    </a:cubicBezTo>
                    <a:cubicBezTo>
                      <a:pt x="18713" y="17993"/>
                      <a:pt x="18753" y="17735"/>
                      <a:pt x="18786" y="17435"/>
                    </a:cubicBezTo>
                    <a:cubicBezTo>
                      <a:pt x="18820" y="17091"/>
                      <a:pt x="18848" y="16662"/>
                      <a:pt x="18871" y="16146"/>
                    </a:cubicBezTo>
                    <a:cubicBezTo>
                      <a:pt x="18882" y="15631"/>
                      <a:pt x="18893" y="14987"/>
                      <a:pt x="18893" y="14214"/>
                    </a:cubicBezTo>
                    <a:close/>
                    <a:moveTo>
                      <a:pt x="20404" y="21256"/>
                    </a:moveTo>
                    <a:lnTo>
                      <a:pt x="19831" y="21256"/>
                    </a:lnTo>
                    <a:lnTo>
                      <a:pt x="19831" y="7085"/>
                    </a:lnTo>
                    <a:lnTo>
                      <a:pt x="20275" y="7085"/>
                    </a:lnTo>
                    <a:lnTo>
                      <a:pt x="20342" y="8846"/>
                    </a:lnTo>
                    <a:cubicBezTo>
                      <a:pt x="20426" y="8202"/>
                      <a:pt x="20516" y="7687"/>
                      <a:pt x="20617" y="7300"/>
                    </a:cubicBezTo>
                    <a:cubicBezTo>
                      <a:pt x="20718" y="6914"/>
                      <a:pt x="20831" y="6742"/>
                      <a:pt x="20954" y="6742"/>
                    </a:cubicBezTo>
                    <a:cubicBezTo>
                      <a:pt x="21162" y="6742"/>
                      <a:pt x="21319" y="7171"/>
                      <a:pt x="21432" y="8030"/>
                    </a:cubicBezTo>
                    <a:cubicBezTo>
                      <a:pt x="21544" y="8889"/>
                      <a:pt x="21600" y="10177"/>
                      <a:pt x="21600" y="11852"/>
                    </a:cubicBezTo>
                    <a:lnTo>
                      <a:pt x="21600" y="21214"/>
                    </a:lnTo>
                    <a:lnTo>
                      <a:pt x="21027" y="21214"/>
                    </a:lnTo>
                    <a:lnTo>
                      <a:pt x="21027" y="12281"/>
                    </a:lnTo>
                    <a:cubicBezTo>
                      <a:pt x="21027" y="11594"/>
                      <a:pt x="21005" y="11036"/>
                      <a:pt x="20965" y="10650"/>
                    </a:cubicBezTo>
                    <a:cubicBezTo>
                      <a:pt x="20920" y="10263"/>
                      <a:pt x="20859" y="10048"/>
                      <a:pt x="20780" y="10048"/>
                    </a:cubicBezTo>
                    <a:cubicBezTo>
                      <a:pt x="20718" y="10048"/>
                      <a:pt x="20651" y="10177"/>
                      <a:pt x="20583" y="10478"/>
                    </a:cubicBezTo>
                    <a:cubicBezTo>
                      <a:pt x="20516" y="10736"/>
                      <a:pt x="20454" y="11122"/>
                      <a:pt x="20404" y="11551"/>
                    </a:cubicBezTo>
                    <a:lnTo>
                      <a:pt x="20404" y="21256"/>
                    </a:lnTo>
                    <a:close/>
                  </a:path>
                </a:pathLst>
              </a:custGeom>
              <a:solidFill>
                <a:srgbClr val="002033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32" name="Shape">
                <a:extLst>
                  <a:ext uri="{FF2B5EF4-FFF2-40B4-BE49-F238E27FC236}">
                    <a16:creationId xmlns:a16="http://schemas.microsoft.com/office/drawing/2014/main" id="{0289A039-CDE0-CE6C-46D3-ECDB687F6BD1}"/>
                  </a:ext>
                </a:extLst>
              </p:cNvPr>
              <p:cNvSpPr/>
              <p:nvPr userDrawn="1"/>
            </p:nvSpPr>
            <p:spPr>
              <a:xfrm>
                <a:off x="5032172" y="1021854"/>
                <a:ext cx="1051185" cy="5495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954" y="0"/>
                    </a:moveTo>
                    <a:cubicBezTo>
                      <a:pt x="13287" y="0"/>
                      <a:pt x="11002" y="3514"/>
                      <a:pt x="10441" y="8443"/>
                    </a:cubicBezTo>
                    <a:cubicBezTo>
                      <a:pt x="9052" y="8229"/>
                      <a:pt x="6050" y="7757"/>
                      <a:pt x="5198" y="7671"/>
                    </a:cubicBezTo>
                    <a:cubicBezTo>
                      <a:pt x="5154" y="7671"/>
                      <a:pt x="5109" y="7671"/>
                      <a:pt x="5041" y="7671"/>
                    </a:cubicBezTo>
                    <a:cubicBezTo>
                      <a:pt x="4638" y="7671"/>
                      <a:pt x="4280" y="7886"/>
                      <a:pt x="4033" y="8357"/>
                    </a:cubicBezTo>
                    <a:cubicBezTo>
                      <a:pt x="3563" y="9214"/>
                      <a:pt x="3563" y="10457"/>
                      <a:pt x="3563" y="10843"/>
                    </a:cubicBezTo>
                    <a:cubicBezTo>
                      <a:pt x="3563" y="11271"/>
                      <a:pt x="3563" y="12514"/>
                      <a:pt x="4033" y="13329"/>
                    </a:cubicBezTo>
                    <a:cubicBezTo>
                      <a:pt x="4280" y="13800"/>
                      <a:pt x="4638" y="14014"/>
                      <a:pt x="5041" y="14014"/>
                    </a:cubicBezTo>
                    <a:cubicBezTo>
                      <a:pt x="5086" y="14014"/>
                      <a:pt x="5131" y="14014"/>
                      <a:pt x="5198" y="14014"/>
                    </a:cubicBezTo>
                    <a:cubicBezTo>
                      <a:pt x="5803" y="13929"/>
                      <a:pt x="7417" y="13714"/>
                      <a:pt x="8313" y="13543"/>
                    </a:cubicBezTo>
                    <a:lnTo>
                      <a:pt x="9657" y="13329"/>
                    </a:lnTo>
                    <a:cubicBezTo>
                      <a:pt x="9971" y="13286"/>
                      <a:pt x="10262" y="13243"/>
                      <a:pt x="10464" y="13200"/>
                    </a:cubicBezTo>
                    <a:cubicBezTo>
                      <a:pt x="11046" y="18043"/>
                      <a:pt x="13332" y="21557"/>
                      <a:pt x="15954" y="21557"/>
                    </a:cubicBezTo>
                    <a:cubicBezTo>
                      <a:pt x="19068" y="21557"/>
                      <a:pt x="21600" y="16714"/>
                      <a:pt x="21600" y="10757"/>
                    </a:cubicBezTo>
                    <a:cubicBezTo>
                      <a:pt x="21600" y="4843"/>
                      <a:pt x="19068" y="0"/>
                      <a:pt x="15954" y="0"/>
                    </a:cubicBezTo>
                    <a:close/>
                    <a:moveTo>
                      <a:pt x="15954" y="17229"/>
                    </a:moveTo>
                    <a:cubicBezTo>
                      <a:pt x="14094" y="17229"/>
                      <a:pt x="12593" y="14357"/>
                      <a:pt x="12593" y="10800"/>
                    </a:cubicBezTo>
                    <a:cubicBezTo>
                      <a:pt x="12593" y="7243"/>
                      <a:pt x="14094" y="4371"/>
                      <a:pt x="15954" y="4371"/>
                    </a:cubicBezTo>
                    <a:cubicBezTo>
                      <a:pt x="17813" y="4371"/>
                      <a:pt x="19315" y="7243"/>
                      <a:pt x="19315" y="10800"/>
                    </a:cubicBezTo>
                    <a:cubicBezTo>
                      <a:pt x="19315" y="14357"/>
                      <a:pt x="17813" y="17229"/>
                      <a:pt x="15954" y="17229"/>
                    </a:cubicBezTo>
                    <a:close/>
                    <a:moveTo>
                      <a:pt x="9007" y="15514"/>
                    </a:moveTo>
                    <a:lnTo>
                      <a:pt x="9007" y="20014"/>
                    </a:lnTo>
                    <a:cubicBezTo>
                      <a:pt x="8627" y="20443"/>
                      <a:pt x="8134" y="20786"/>
                      <a:pt x="7506" y="21129"/>
                    </a:cubicBezTo>
                    <a:cubicBezTo>
                      <a:pt x="6879" y="21429"/>
                      <a:pt x="6207" y="21600"/>
                      <a:pt x="5467" y="21600"/>
                    </a:cubicBezTo>
                    <a:cubicBezTo>
                      <a:pt x="4324" y="21600"/>
                      <a:pt x="3339" y="21171"/>
                      <a:pt x="2532" y="20271"/>
                    </a:cubicBezTo>
                    <a:cubicBezTo>
                      <a:pt x="1725" y="19371"/>
                      <a:pt x="1098" y="18129"/>
                      <a:pt x="650" y="16500"/>
                    </a:cubicBezTo>
                    <a:cubicBezTo>
                      <a:pt x="224" y="14871"/>
                      <a:pt x="0" y="12986"/>
                      <a:pt x="0" y="10800"/>
                    </a:cubicBezTo>
                    <a:cubicBezTo>
                      <a:pt x="0" y="8657"/>
                      <a:pt x="246" y="6729"/>
                      <a:pt x="717" y="5143"/>
                    </a:cubicBezTo>
                    <a:cubicBezTo>
                      <a:pt x="1210" y="3514"/>
                      <a:pt x="1860" y="2271"/>
                      <a:pt x="2711" y="1371"/>
                    </a:cubicBezTo>
                    <a:cubicBezTo>
                      <a:pt x="3563" y="471"/>
                      <a:pt x="4549" y="43"/>
                      <a:pt x="5646" y="43"/>
                    </a:cubicBezTo>
                    <a:cubicBezTo>
                      <a:pt x="6229" y="43"/>
                      <a:pt x="6767" y="171"/>
                      <a:pt x="7282" y="386"/>
                    </a:cubicBezTo>
                    <a:cubicBezTo>
                      <a:pt x="7798" y="600"/>
                      <a:pt x="8246" y="900"/>
                      <a:pt x="8627" y="1243"/>
                    </a:cubicBezTo>
                    <a:lnTo>
                      <a:pt x="8402" y="4843"/>
                    </a:lnTo>
                    <a:cubicBezTo>
                      <a:pt x="8022" y="4500"/>
                      <a:pt x="7596" y="4200"/>
                      <a:pt x="7125" y="3986"/>
                    </a:cubicBezTo>
                    <a:cubicBezTo>
                      <a:pt x="6655" y="3771"/>
                      <a:pt x="6162" y="3643"/>
                      <a:pt x="5624" y="3643"/>
                    </a:cubicBezTo>
                    <a:cubicBezTo>
                      <a:pt x="4817" y="3643"/>
                      <a:pt x="4168" y="3943"/>
                      <a:pt x="3630" y="4586"/>
                    </a:cubicBezTo>
                    <a:cubicBezTo>
                      <a:pt x="3115" y="5186"/>
                      <a:pt x="2734" y="6043"/>
                      <a:pt x="2487" y="7114"/>
                    </a:cubicBezTo>
                    <a:cubicBezTo>
                      <a:pt x="2241" y="8186"/>
                      <a:pt x="2106" y="9386"/>
                      <a:pt x="2106" y="10714"/>
                    </a:cubicBezTo>
                    <a:cubicBezTo>
                      <a:pt x="2106" y="12129"/>
                      <a:pt x="2241" y="13371"/>
                      <a:pt x="2487" y="14443"/>
                    </a:cubicBezTo>
                    <a:cubicBezTo>
                      <a:pt x="2734" y="15514"/>
                      <a:pt x="3115" y="16371"/>
                      <a:pt x="3607" y="17014"/>
                    </a:cubicBezTo>
                    <a:cubicBezTo>
                      <a:pt x="4100" y="17614"/>
                      <a:pt x="4728" y="17957"/>
                      <a:pt x="5490" y="17957"/>
                    </a:cubicBezTo>
                    <a:cubicBezTo>
                      <a:pt x="5714" y="17957"/>
                      <a:pt x="5960" y="17914"/>
                      <a:pt x="6207" y="17871"/>
                    </a:cubicBezTo>
                    <a:cubicBezTo>
                      <a:pt x="6453" y="17829"/>
                      <a:pt x="6722" y="17743"/>
                      <a:pt x="6968" y="17614"/>
                    </a:cubicBezTo>
                    <a:lnTo>
                      <a:pt x="6968" y="15814"/>
                    </a:lnTo>
                    <a:cubicBezTo>
                      <a:pt x="7439" y="15729"/>
                      <a:pt x="7887" y="15686"/>
                      <a:pt x="8246" y="15643"/>
                    </a:cubicBezTo>
                    <a:lnTo>
                      <a:pt x="9007" y="15514"/>
                    </a:lnTo>
                    <a:close/>
                  </a:path>
                </a:pathLst>
              </a:custGeom>
              <a:solidFill>
                <a:srgbClr val="008C58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601488E-8FFB-743B-7367-8F280AED5182}"/>
              </a:ext>
            </a:extLst>
          </p:cNvPr>
          <p:cNvGrpSpPr/>
          <p:nvPr userDrawn="1"/>
        </p:nvGrpSpPr>
        <p:grpSpPr>
          <a:xfrm>
            <a:off x="3763009" y="6404531"/>
            <a:ext cx="4665981" cy="354850"/>
            <a:chOff x="1714499" y="5181599"/>
            <a:chExt cx="4141472" cy="314961"/>
          </a:xfrm>
        </p:grpSpPr>
        <p:sp>
          <p:nvSpPr>
            <p:cNvPr id="13" name="Shape">
              <a:extLst>
                <a:ext uri="{FF2B5EF4-FFF2-40B4-BE49-F238E27FC236}">
                  <a16:creationId xmlns:a16="http://schemas.microsoft.com/office/drawing/2014/main" id="{7E1C58C8-01AA-AFF0-8E04-8F0DC8543C4A}"/>
                </a:ext>
              </a:extLst>
            </p:cNvPr>
            <p:cNvSpPr/>
            <p:nvPr userDrawn="1"/>
          </p:nvSpPr>
          <p:spPr>
            <a:xfrm>
              <a:off x="2603499" y="5181599"/>
              <a:ext cx="2494281" cy="314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182" y="6358"/>
                  </a:moveTo>
                  <a:cubicBezTo>
                    <a:pt x="7138" y="5923"/>
                    <a:pt x="7072" y="5574"/>
                    <a:pt x="7006" y="5400"/>
                  </a:cubicBezTo>
                  <a:cubicBezTo>
                    <a:pt x="6940" y="5139"/>
                    <a:pt x="6863" y="5052"/>
                    <a:pt x="6775" y="5052"/>
                  </a:cubicBezTo>
                  <a:cubicBezTo>
                    <a:pt x="6676" y="5052"/>
                    <a:pt x="6588" y="5226"/>
                    <a:pt x="6511" y="5487"/>
                  </a:cubicBezTo>
                  <a:cubicBezTo>
                    <a:pt x="6434" y="5748"/>
                    <a:pt x="6368" y="6097"/>
                    <a:pt x="6302" y="6619"/>
                  </a:cubicBezTo>
                  <a:cubicBezTo>
                    <a:pt x="6236" y="7142"/>
                    <a:pt x="6203" y="7752"/>
                    <a:pt x="6170" y="8448"/>
                  </a:cubicBezTo>
                  <a:cubicBezTo>
                    <a:pt x="6137" y="9145"/>
                    <a:pt x="6126" y="9929"/>
                    <a:pt x="6126" y="10800"/>
                  </a:cubicBezTo>
                  <a:cubicBezTo>
                    <a:pt x="6126" y="11758"/>
                    <a:pt x="6148" y="12629"/>
                    <a:pt x="6181" y="13413"/>
                  </a:cubicBezTo>
                  <a:cubicBezTo>
                    <a:pt x="6214" y="14110"/>
                    <a:pt x="6269" y="14719"/>
                    <a:pt x="6335" y="15155"/>
                  </a:cubicBezTo>
                  <a:cubicBezTo>
                    <a:pt x="6401" y="15590"/>
                    <a:pt x="6478" y="15939"/>
                    <a:pt x="6555" y="16200"/>
                  </a:cubicBezTo>
                  <a:cubicBezTo>
                    <a:pt x="6643" y="16461"/>
                    <a:pt x="6731" y="16548"/>
                    <a:pt x="6830" y="16548"/>
                  </a:cubicBezTo>
                  <a:cubicBezTo>
                    <a:pt x="6918" y="16548"/>
                    <a:pt x="6995" y="16461"/>
                    <a:pt x="7061" y="16374"/>
                  </a:cubicBezTo>
                  <a:cubicBezTo>
                    <a:pt x="7138" y="16287"/>
                    <a:pt x="7204" y="16113"/>
                    <a:pt x="7259" y="15939"/>
                  </a:cubicBezTo>
                  <a:lnTo>
                    <a:pt x="7215" y="14719"/>
                  </a:lnTo>
                  <a:cubicBezTo>
                    <a:pt x="7149" y="14894"/>
                    <a:pt x="7094" y="15068"/>
                    <a:pt x="7028" y="15155"/>
                  </a:cubicBezTo>
                  <a:cubicBezTo>
                    <a:pt x="6973" y="15242"/>
                    <a:pt x="6907" y="15242"/>
                    <a:pt x="6841" y="15242"/>
                  </a:cubicBezTo>
                  <a:cubicBezTo>
                    <a:pt x="6687" y="15242"/>
                    <a:pt x="6566" y="14894"/>
                    <a:pt x="6478" y="14197"/>
                  </a:cubicBezTo>
                  <a:cubicBezTo>
                    <a:pt x="6390" y="13500"/>
                    <a:pt x="6346" y="12455"/>
                    <a:pt x="6346" y="11148"/>
                  </a:cubicBezTo>
                  <a:lnTo>
                    <a:pt x="6346" y="10974"/>
                  </a:lnTo>
                  <a:lnTo>
                    <a:pt x="7336" y="10974"/>
                  </a:lnTo>
                  <a:lnTo>
                    <a:pt x="7336" y="10016"/>
                  </a:lnTo>
                  <a:cubicBezTo>
                    <a:pt x="7336" y="9319"/>
                    <a:pt x="7325" y="8623"/>
                    <a:pt x="7292" y="8013"/>
                  </a:cubicBezTo>
                  <a:cubicBezTo>
                    <a:pt x="7270" y="7316"/>
                    <a:pt x="7237" y="6794"/>
                    <a:pt x="7182" y="6358"/>
                  </a:cubicBezTo>
                  <a:close/>
                  <a:moveTo>
                    <a:pt x="6346" y="9668"/>
                  </a:moveTo>
                  <a:cubicBezTo>
                    <a:pt x="6357" y="8623"/>
                    <a:pt x="6412" y="7839"/>
                    <a:pt x="6478" y="7229"/>
                  </a:cubicBezTo>
                  <a:cubicBezTo>
                    <a:pt x="6555" y="6619"/>
                    <a:pt x="6643" y="6358"/>
                    <a:pt x="6764" y="6358"/>
                  </a:cubicBezTo>
                  <a:cubicBezTo>
                    <a:pt x="6830" y="6358"/>
                    <a:pt x="6885" y="6445"/>
                    <a:pt x="6929" y="6619"/>
                  </a:cubicBezTo>
                  <a:cubicBezTo>
                    <a:pt x="6973" y="6794"/>
                    <a:pt x="7006" y="7055"/>
                    <a:pt x="7039" y="7316"/>
                  </a:cubicBezTo>
                  <a:cubicBezTo>
                    <a:pt x="7072" y="7577"/>
                    <a:pt x="7094" y="8013"/>
                    <a:pt x="7105" y="8361"/>
                  </a:cubicBezTo>
                  <a:cubicBezTo>
                    <a:pt x="7116" y="8797"/>
                    <a:pt x="7127" y="9145"/>
                    <a:pt x="7127" y="9581"/>
                  </a:cubicBezTo>
                  <a:lnTo>
                    <a:pt x="6346" y="9668"/>
                  </a:lnTo>
                  <a:close/>
                  <a:moveTo>
                    <a:pt x="4047" y="6358"/>
                  </a:moveTo>
                  <a:cubicBezTo>
                    <a:pt x="4003" y="5923"/>
                    <a:pt x="3937" y="5574"/>
                    <a:pt x="3871" y="5400"/>
                  </a:cubicBezTo>
                  <a:cubicBezTo>
                    <a:pt x="3805" y="5139"/>
                    <a:pt x="3728" y="5052"/>
                    <a:pt x="3640" y="5052"/>
                  </a:cubicBezTo>
                  <a:cubicBezTo>
                    <a:pt x="3541" y="5052"/>
                    <a:pt x="3453" y="5226"/>
                    <a:pt x="3376" y="5487"/>
                  </a:cubicBezTo>
                  <a:cubicBezTo>
                    <a:pt x="3299" y="5748"/>
                    <a:pt x="3233" y="6097"/>
                    <a:pt x="3167" y="6619"/>
                  </a:cubicBezTo>
                  <a:cubicBezTo>
                    <a:pt x="3101" y="7142"/>
                    <a:pt x="3068" y="7752"/>
                    <a:pt x="3035" y="8448"/>
                  </a:cubicBezTo>
                  <a:cubicBezTo>
                    <a:pt x="3002" y="9145"/>
                    <a:pt x="2991" y="9929"/>
                    <a:pt x="2991" y="10800"/>
                  </a:cubicBezTo>
                  <a:cubicBezTo>
                    <a:pt x="2991" y="11758"/>
                    <a:pt x="3013" y="12629"/>
                    <a:pt x="3046" y="13413"/>
                  </a:cubicBezTo>
                  <a:cubicBezTo>
                    <a:pt x="3079" y="14110"/>
                    <a:pt x="3134" y="14719"/>
                    <a:pt x="3200" y="15155"/>
                  </a:cubicBezTo>
                  <a:cubicBezTo>
                    <a:pt x="3266" y="15590"/>
                    <a:pt x="3343" y="15939"/>
                    <a:pt x="3420" y="16200"/>
                  </a:cubicBezTo>
                  <a:cubicBezTo>
                    <a:pt x="3508" y="16461"/>
                    <a:pt x="3596" y="16548"/>
                    <a:pt x="3695" y="16548"/>
                  </a:cubicBezTo>
                  <a:cubicBezTo>
                    <a:pt x="3783" y="16548"/>
                    <a:pt x="3860" y="16461"/>
                    <a:pt x="3926" y="16374"/>
                  </a:cubicBezTo>
                  <a:cubicBezTo>
                    <a:pt x="4003" y="16287"/>
                    <a:pt x="4069" y="16113"/>
                    <a:pt x="4124" y="15939"/>
                  </a:cubicBezTo>
                  <a:lnTo>
                    <a:pt x="4080" y="14719"/>
                  </a:lnTo>
                  <a:cubicBezTo>
                    <a:pt x="4014" y="14894"/>
                    <a:pt x="3959" y="15068"/>
                    <a:pt x="3893" y="15155"/>
                  </a:cubicBezTo>
                  <a:cubicBezTo>
                    <a:pt x="3838" y="15242"/>
                    <a:pt x="3772" y="15242"/>
                    <a:pt x="3706" y="15242"/>
                  </a:cubicBezTo>
                  <a:cubicBezTo>
                    <a:pt x="3552" y="15242"/>
                    <a:pt x="3431" y="14894"/>
                    <a:pt x="3343" y="14197"/>
                  </a:cubicBezTo>
                  <a:cubicBezTo>
                    <a:pt x="3255" y="13500"/>
                    <a:pt x="3211" y="12455"/>
                    <a:pt x="3211" y="11148"/>
                  </a:cubicBezTo>
                  <a:lnTo>
                    <a:pt x="3211" y="10974"/>
                  </a:lnTo>
                  <a:lnTo>
                    <a:pt x="4201" y="10974"/>
                  </a:lnTo>
                  <a:lnTo>
                    <a:pt x="4201" y="10016"/>
                  </a:lnTo>
                  <a:cubicBezTo>
                    <a:pt x="4201" y="9319"/>
                    <a:pt x="4190" y="8623"/>
                    <a:pt x="4157" y="8013"/>
                  </a:cubicBezTo>
                  <a:cubicBezTo>
                    <a:pt x="4135" y="7316"/>
                    <a:pt x="4102" y="6794"/>
                    <a:pt x="4047" y="6358"/>
                  </a:cubicBezTo>
                  <a:close/>
                  <a:moveTo>
                    <a:pt x="3211" y="9668"/>
                  </a:moveTo>
                  <a:cubicBezTo>
                    <a:pt x="3222" y="8623"/>
                    <a:pt x="3277" y="7839"/>
                    <a:pt x="3343" y="7229"/>
                  </a:cubicBezTo>
                  <a:cubicBezTo>
                    <a:pt x="3420" y="6619"/>
                    <a:pt x="3508" y="6358"/>
                    <a:pt x="3629" y="6358"/>
                  </a:cubicBezTo>
                  <a:cubicBezTo>
                    <a:pt x="3695" y="6358"/>
                    <a:pt x="3750" y="6445"/>
                    <a:pt x="3794" y="6619"/>
                  </a:cubicBezTo>
                  <a:cubicBezTo>
                    <a:pt x="3838" y="6794"/>
                    <a:pt x="3871" y="7055"/>
                    <a:pt x="3904" y="7316"/>
                  </a:cubicBezTo>
                  <a:cubicBezTo>
                    <a:pt x="3937" y="7577"/>
                    <a:pt x="3959" y="8013"/>
                    <a:pt x="3970" y="8361"/>
                  </a:cubicBezTo>
                  <a:cubicBezTo>
                    <a:pt x="3981" y="8797"/>
                    <a:pt x="3992" y="9145"/>
                    <a:pt x="3992" y="9581"/>
                  </a:cubicBezTo>
                  <a:lnTo>
                    <a:pt x="3211" y="9668"/>
                  </a:lnTo>
                  <a:close/>
                  <a:moveTo>
                    <a:pt x="5554" y="11235"/>
                  </a:moveTo>
                  <a:cubicBezTo>
                    <a:pt x="5620" y="11758"/>
                    <a:pt x="5653" y="12368"/>
                    <a:pt x="5653" y="13152"/>
                  </a:cubicBezTo>
                  <a:cubicBezTo>
                    <a:pt x="5653" y="14110"/>
                    <a:pt x="5609" y="14894"/>
                    <a:pt x="5521" y="15503"/>
                  </a:cubicBezTo>
                  <a:cubicBezTo>
                    <a:pt x="5433" y="16113"/>
                    <a:pt x="5301" y="16374"/>
                    <a:pt x="5136" y="16374"/>
                  </a:cubicBezTo>
                  <a:cubicBezTo>
                    <a:pt x="5048" y="16374"/>
                    <a:pt x="4960" y="16287"/>
                    <a:pt x="4894" y="16200"/>
                  </a:cubicBezTo>
                  <a:cubicBezTo>
                    <a:pt x="4817" y="16113"/>
                    <a:pt x="4751" y="15939"/>
                    <a:pt x="4696" y="15677"/>
                  </a:cubicBezTo>
                  <a:lnTo>
                    <a:pt x="4751" y="14371"/>
                  </a:lnTo>
                  <a:cubicBezTo>
                    <a:pt x="4806" y="14632"/>
                    <a:pt x="4861" y="14719"/>
                    <a:pt x="4927" y="14894"/>
                  </a:cubicBezTo>
                  <a:cubicBezTo>
                    <a:pt x="4993" y="14981"/>
                    <a:pt x="5059" y="15068"/>
                    <a:pt x="5125" y="15068"/>
                  </a:cubicBezTo>
                  <a:cubicBezTo>
                    <a:pt x="5224" y="15068"/>
                    <a:pt x="5301" y="14894"/>
                    <a:pt x="5356" y="14632"/>
                  </a:cubicBezTo>
                  <a:cubicBezTo>
                    <a:pt x="5411" y="14371"/>
                    <a:pt x="5444" y="13848"/>
                    <a:pt x="5444" y="13326"/>
                  </a:cubicBezTo>
                  <a:cubicBezTo>
                    <a:pt x="5444" y="12803"/>
                    <a:pt x="5422" y="12455"/>
                    <a:pt x="5378" y="12106"/>
                  </a:cubicBezTo>
                  <a:cubicBezTo>
                    <a:pt x="5334" y="11845"/>
                    <a:pt x="5257" y="11584"/>
                    <a:pt x="5169" y="11323"/>
                  </a:cubicBezTo>
                  <a:lnTo>
                    <a:pt x="5070" y="11061"/>
                  </a:lnTo>
                  <a:cubicBezTo>
                    <a:pt x="4949" y="10713"/>
                    <a:pt x="4861" y="10365"/>
                    <a:pt x="4795" y="9842"/>
                  </a:cubicBezTo>
                  <a:cubicBezTo>
                    <a:pt x="4729" y="9319"/>
                    <a:pt x="4707" y="8797"/>
                    <a:pt x="4707" y="8013"/>
                  </a:cubicBezTo>
                  <a:cubicBezTo>
                    <a:pt x="4707" y="7577"/>
                    <a:pt x="4718" y="7142"/>
                    <a:pt x="4740" y="6794"/>
                  </a:cubicBezTo>
                  <a:cubicBezTo>
                    <a:pt x="4762" y="6445"/>
                    <a:pt x="4795" y="6097"/>
                    <a:pt x="4839" y="5836"/>
                  </a:cubicBezTo>
                  <a:cubicBezTo>
                    <a:pt x="4883" y="5574"/>
                    <a:pt x="4938" y="5400"/>
                    <a:pt x="4993" y="5226"/>
                  </a:cubicBezTo>
                  <a:cubicBezTo>
                    <a:pt x="5048" y="5052"/>
                    <a:pt x="5114" y="4965"/>
                    <a:pt x="5191" y="4965"/>
                  </a:cubicBezTo>
                  <a:cubicBezTo>
                    <a:pt x="5257" y="4965"/>
                    <a:pt x="5323" y="5052"/>
                    <a:pt x="5400" y="5139"/>
                  </a:cubicBezTo>
                  <a:cubicBezTo>
                    <a:pt x="5477" y="5226"/>
                    <a:pt x="5532" y="5400"/>
                    <a:pt x="5598" y="5574"/>
                  </a:cubicBezTo>
                  <a:lnTo>
                    <a:pt x="5532" y="6968"/>
                  </a:lnTo>
                  <a:cubicBezTo>
                    <a:pt x="5477" y="6706"/>
                    <a:pt x="5422" y="6619"/>
                    <a:pt x="5367" y="6532"/>
                  </a:cubicBezTo>
                  <a:cubicBezTo>
                    <a:pt x="5312" y="6445"/>
                    <a:pt x="5257" y="6358"/>
                    <a:pt x="5202" y="6358"/>
                  </a:cubicBezTo>
                  <a:cubicBezTo>
                    <a:pt x="5103" y="6358"/>
                    <a:pt x="5026" y="6532"/>
                    <a:pt x="4982" y="6794"/>
                  </a:cubicBezTo>
                  <a:cubicBezTo>
                    <a:pt x="4938" y="7142"/>
                    <a:pt x="4905" y="7490"/>
                    <a:pt x="4905" y="8013"/>
                  </a:cubicBezTo>
                  <a:cubicBezTo>
                    <a:pt x="4905" y="8448"/>
                    <a:pt x="4927" y="8797"/>
                    <a:pt x="4960" y="9058"/>
                  </a:cubicBezTo>
                  <a:cubicBezTo>
                    <a:pt x="4993" y="9319"/>
                    <a:pt x="5070" y="9581"/>
                    <a:pt x="5180" y="9842"/>
                  </a:cubicBezTo>
                  <a:lnTo>
                    <a:pt x="5268" y="10016"/>
                  </a:lnTo>
                  <a:cubicBezTo>
                    <a:pt x="5400" y="10365"/>
                    <a:pt x="5488" y="10800"/>
                    <a:pt x="5554" y="11235"/>
                  </a:cubicBezTo>
                  <a:close/>
                  <a:moveTo>
                    <a:pt x="1056" y="6445"/>
                  </a:moveTo>
                  <a:cubicBezTo>
                    <a:pt x="1001" y="6010"/>
                    <a:pt x="946" y="5661"/>
                    <a:pt x="869" y="5400"/>
                  </a:cubicBezTo>
                  <a:cubicBezTo>
                    <a:pt x="792" y="5139"/>
                    <a:pt x="715" y="5052"/>
                    <a:pt x="627" y="5052"/>
                  </a:cubicBezTo>
                  <a:cubicBezTo>
                    <a:pt x="528" y="5052"/>
                    <a:pt x="451" y="5226"/>
                    <a:pt x="385" y="5487"/>
                  </a:cubicBezTo>
                  <a:cubicBezTo>
                    <a:pt x="319" y="5748"/>
                    <a:pt x="253" y="6097"/>
                    <a:pt x="209" y="6445"/>
                  </a:cubicBezTo>
                  <a:lnTo>
                    <a:pt x="176" y="5052"/>
                  </a:lnTo>
                  <a:lnTo>
                    <a:pt x="0" y="5052"/>
                  </a:lnTo>
                  <a:lnTo>
                    <a:pt x="0" y="21600"/>
                  </a:lnTo>
                  <a:lnTo>
                    <a:pt x="209" y="21600"/>
                  </a:lnTo>
                  <a:lnTo>
                    <a:pt x="209" y="15677"/>
                  </a:lnTo>
                  <a:cubicBezTo>
                    <a:pt x="253" y="15939"/>
                    <a:pt x="297" y="16113"/>
                    <a:pt x="363" y="16200"/>
                  </a:cubicBezTo>
                  <a:cubicBezTo>
                    <a:pt x="418" y="16374"/>
                    <a:pt x="484" y="16374"/>
                    <a:pt x="550" y="16374"/>
                  </a:cubicBezTo>
                  <a:cubicBezTo>
                    <a:pt x="638" y="16374"/>
                    <a:pt x="715" y="16287"/>
                    <a:pt x="803" y="16026"/>
                  </a:cubicBezTo>
                  <a:cubicBezTo>
                    <a:pt x="880" y="15765"/>
                    <a:pt x="957" y="15416"/>
                    <a:pt x="1023" y="14894"/>
                  </a:cubicBezTo>
                  <a:cubicBezTo>
                    <a:pt x="1089" y="14371"/>
                    <a:pt x="1133" y="13761"/>
                    <a:pt x="1177" y="13065"/>
                  </a:cubicBezTo>
                  <a:cubicBezTo>
                    <a:pt x="1210" y="12281"/>
                    <a:pt x="1232" y="11410"/>
                    <a:pt x="1232" y="10365"/>
                  </a:cubicBezTo>
                  <a:cubicBezTo>
                    <a:pt x="1232" y="9494"/>
                    <a:pt x="1221" y="8710"/>
                    <a:pt x="1188" y="8100"/>
                  </a:cubicBezTo>
                  <a:cubicBezTo>
                    <a:pt x="1155" y="7490"/>
                    <a:pt x="1111" y="6968"/>
                    <a:pt x="1056" y="6445"/>
                  </a:cubicBezTo>
                  <a:close/>
                  <a:moveTo>
                    <a:pt x="968" y="12629"/>
                  </a:moveTo>
                  <a:cubicBezTo>
                    <a:pt x="935" y="13239"/>
                    <a:pt x="902" y="13674"/>
                    <a:pt x="858" y="14110"/>
                  </a:cubicBezTo>
                  <a:cubicBezTo>
                    <a:pt x="814" y="14458"/>
                    <a:pt x="759" y="14719"/>
                    <a:pt x="704" y="14894"/>
                  </a:cubicBezTo>
                  <a:cubicBezTo>
                    <a:pt x="649" y="15068"/>
                    <a:pt x="583" y="15155"/>
                    <a:pt x="528" y="15155"/>
                  </a:cubicBezTo>
                  <a:cubicBezTo>
                    <a:pt x="473" y="15155"/>
                    <a:pt x="418" y="15068"/>
                    <a:pt x="374" y="14981"/>
                  </a:cubicBezTo>
                  <a:cubicBezTo>
                    <a:pt x="319" y="14894"/>
                    <a:pt x="275" y="14632"/>
                    <a:pt x="231" y="14371"/>
                  </a:cubicBezTo>
                  <a:lnTo>
                    <a:pt x="231" y="7926"/>
                  </a:lnTo>
                  <a:cubicBezTo>
                    <a:pt x="242" y="7752"/>
                    <a:pt x="264" y="7577"/>
                    <a:pt x="297" y="7403"/>
                  </a:cubicBezTo>
                  <a:cubicBezTo>
                    <a:pt x="319" y="7229"/>
                    <a:pt x="352" y="7055"/>
                    <a:pt x="385" y="6881"/>
                  </a:cubicBezTo>
                  <a:cubicBezTo>
                    <a:pt x="418" y="6706"/>
                    <a:pt x="451" y="6619"/>
                    <a:pt x="495" y="6532"/>
                  </a:cubicBezTo>
                  <a:cubicBezTo>
                    <a:pt x="528" y="6445"/>
                    <a:pt x="572" y="6358"/>
                    <a:pt x="616" y="6358"/>
                  </a:cubicBezTo>
                  <a:cubicBezTo>
                    <a:pt x="759" y="6358"/>
                    <a:pt x="869" y="6706"/>
                    <a:pt x="935" y="7403"/>
                  </a:cubicBezTo>
                  <a:cubicBezTo>
                    <a:pt x="1001" y="8100"/>
                    <a:pt x="1034" y="9145"/>
                    <a:pt x="1034" y="10364"/>
                  </a:cubicBezTo>
                  <a:cubicBezTo>
                    <a:pt x="1001" y="11323"/>
                    <a:pt x="990" y="12106"/>
                    <a:pt x="968" y="12629"/>
                  </a:cubicBezTo>
                  <a:close/>
                  <a:moveTo>
                    <a:pt x="21556" y="8187"/>
                  </a:moveTo>
                  <a:cubicBezTo>
                    <a:pt x="21523" y="7490"/>
                    <a:pt x="21479" y="6881"/>
                    <a:pt x="21424" y="6445"/>
                  </a:cubicBezTo>
                  <a:cubicBezTo>
                    <a:pt x="21369" y="6010"/>
                    <a:pt x="21303" y="5661"/>
                    <a:pt x="21215" y="5400"/>
                  </a:cubicBezTo>
                  <a:cubicBezTo>
                    <a:pt x="21127" y="5139"/>
                    <a:pt x="21050" y="5052"/>
                    <a:pt x="20962" y="5052"/>
                  </a:cubicBezTo>
                  <a:cubicBezTo>
                    <a:pt x="20874" y="5052"/>
                    <a:pt x="20786" y="5139"/>
                    <a:pt x="20698" y="5400"/>
                  </a:cubicBezTo>
                  <a:cubicBezTo>
                    <a:pt x="20621" y="5661"/>
                    <a:pt x="20544" y="6010"/>
                    <a:pt x="20489" y="6532"/>
                  </a:cubicBezTo>
                  <a:cubicBezTo>
                    <a:pt x="20434" y="7055"/>
                    <a:pt x="20379" y="7664"/>
                    <a:pt x="20346" y="8361"/>
                  </a:cubicBezTo>
                  <a:cubicBezTo>
                    <a:pt x="20313" y="9058"/>
                    <a:pt x="20291" y="9929"/>
                    <a:pt x="20291" y="10800"/>
                  </a:cubicBezTo>
                  <a:cubicBezTo>
                    <a:pt x="20291" y="11671"/>
                    <a:pt x="20313" y="12542"/>
                    <a:pt x="20346" y="13239"/>
                  </a:cubicBezTo>
                  <a:cubicBezTo>
                    <a:pt x="20379" y="13935"/>
                    <a:pt x="20423" y="14545"/>
                    <a:pt x="20478" y="14981"/>
                  </a:cubicBezTo>
                  <a:cubicBezTo>
                    <a:pt x="20533" y="15416"/>
                    <a:pt x="20599" y="15852"/>
                    <a:pt x="20687" y="16026"/>
                  </a:cubicBezTo>
                  <a:cubicBezTo>
                    <a:pt x="20764" y="16287"/>
                    <a:pt x="20852" y="16374"/>
                    <a:pt x="20940" y="16374"/>
                  </a:cubicBezTo>
                  <a:cubicBezTo>
                    <a:pt x="21028" y="16374"/>
                    <a:pt x="21116" y="16287"/>
                    <a:pt x="21193" y="16026"/>
                  </a:cubicBezTo>
                  <a:cubicBezTo>
                    <a:pt x="21270" y="15765"/>
                    <a:pt x="21347" y="15416"/>
                    <a:pt x="21402" y="14894"/>
                  </a:cubicBezTo>
                  <a:cubicBezTo>
                    <a:pt x="21457" y="14371"/>
                    <a:pt x="21512" y="13761"/>
                    <a:pt x="21545" y="13064"/>
                  </a:cubicBezTo>
                  <a:cubicBezTo>
                    <a:pt x="21578" y="12368"/>
                    <a:pt x="21600" y="11497"/>
                    <a:pt x="21600" y="10626"/>
                  </a:cubicBezTo>
                  <a:cubicBezTo>
                    <a:pt x="21600" y="9668"/>
                    <a:pt x="21589" y="8884"/>
                    <a:pt x="21556" y="8187"/>
                  </a:cubicBezTo>
                  <a:close/>
                  <a:moveTo>
                    <a:pt x="21347" y="12803"/>
                  </a:moveTo>
                  <a:cubicBezTo>
                    <a:pt x="21325" y="13326"/>
                    <a:pt x="21292" y="13848"/>
                    <a:pt x="21248" y="14197"/>
                  </a:cubicBezTo>
                  <a:cubicBezTo>
                    <a:pt x="21204" y="14545"/>
                    <a:pt x="21160" y="14806"/>
                    <a:pt x="21105" y="14981"/>
                  </a:cubicBezTo>
                  <a:cubicBezTo>
                    <a:pt x="21050" y="15155"/>
                    <a:pt x="20995" y="15242"/>
                    <a:pt x="20940" y="15242"/>
                  </a:cubicBezTo>
                  <a:cubicBezTo>
                    <a:pt x="20885" y="15242"/>
                    <a:pt x="20830" y="15155"/>
                    <a:pt x="20775" y="14981"/>
                  </a:cubicBezTo>
                  <a:cubicBezTo>
                    <a:pt x="20720" y="14806"/>
                    <a:pt x="20676" y="14545"/>
                    <a:pt x="20632" y="14197"/>
                  </a:cubicBezTo>
                  <a:cubicBezTo>
                    <a:pt x="20588" y="13848"/>
                    <a:pt x="20555" y="13413"/>
                    <a:pt x="20533" y="12803"/>
                  </a:cubicBezTo>
                  <a:cubicBezTo>
                    <a:pt x="20511" y="12281"/>
                    <a:pt x="20500" y="11584"/>
                    <a:pt x="20500" y="10800"/>
                  </a:cubicBezTo>
                  <a:cubicBezTo>
                    <a:pt x="20500" y="10016"/>
                    <a:pt x="20511" y="9319"/>
                    <a:pt x="20533" y="8797"/>
                  </a:cubicBezTo>
                  <a:cubicBezTo>
                    <a:pt x="20555" y="8274"/>
                    <a:pt x="20588" y="7752"/>
                    <a:pt x="20632" y="7490"/>
                  </a:cubicBezTo>
                  <a:cubicBezTo>
                    <a:pt x="20676" y="7142"/>
                    <a:pt x="20720" y="6881"/>
                    <a:pt x="20775" y="6706"/>
                  </a:cubicBezTo>
                  <a:cubicBezTo>
                    <a:pt x="20830" y="6532"/>
                    <a:pt x="20885" y="6445"/>
                    <a:pt x="20940" y="6445"/>
                  </a:cubicBezTo>
                  <a:cubicBezTo>
                    <a:pt x="20995" y="6445"/>
                    <a:pt x="21050" y="6532"/>
                    <a:pt x="21105" y="6706"/>
                  </a:cubicBezTo>
                  <a:cubicBezTo>
                    <a:pt x="21160" y="6881"/>
                    <a:pt x="21204" y="7142"/>
                    <a:pt x="21248" y="7490"/>
                  </a:cubicBezTo>
                  <a:cubicBezTo>
                    <a:pt x="21292" y="7839"/>
                    <a:pt x="21325" y="8274"/>
                    <a:pt x="21347" y="8884"/>
                  </a:cubicBezTo>
                  <a:cubicBezTo>
                    <a:pt x="21369" y="9406"/>
                    <a:pt x="21380" y="10103"/>
                    <a:pt x="21380" y="10887"/>
                  </a:cubicBezTo>
                  <a:cubicBezTo>
                    <a:pt x="21391" y="11584"/>
                    <a:pt x="21369" y="12281"/>
                    <a:pt x="21347" y="12803"/>
                  </a:cubicBezTo>
                  <a:close/>
                  <a:moveTo>
                    <a:pt x="2563" y="5139"/>
                  </a:moveTo>
                  <a:cubicBezTo>
                    <a:pt x="2596" y="5226"/>
                    <a:pt x="2629" y="5313"/>
                    <a:pt x="2651" y="5313"/>
                  </a:cubicBezTo>
                  <a:lnTo>
                    <a:pt x="2618" y="6794"/>
                  </a:lnTo>
                  <a:cubicBezTo>
                    <a:pt x="2596" y="6706"/>
                    <a:pt x="2563" y="6619"/>
                    <a:pt x="2541" y="6532"/>
                  </a:cubicBezTo>
                  <a:cubicBezTo>
                    <a:pt x="2508" y="6445"/>
                    <a:pt x="2475" y="6445"/>
                    <a:pt x="2442" y="6445"/>
                  </a:cubicBezTo>
                  <a:cubicBezTo>
                    <a:pt x="2387" y="6445"/>
                    <a:pt x="2332" y="6532"/>
                    <a:pt x="2277" y="6706"/>
                  </a:cubicBezTo>
                  <a:cubicBezTo>
                    <a:pt x="2233" y="6881"/>
                    <a:pt x="2189" y="7142"/>
                    <a:pt x="2145" y="7403"/>
                  </a:cubicBezTo>
                  <a:cubicBezTo>
                    <a:pt x="2112" y="7752"/>
                    <a:pt x="2079" y="8100"/>
                    <a:pt x="2057" y="8623"/>
                  </a:cubicBezTo>
                  <a:cubicBezTo>
                    <a:pt x="2035" y="9145"/>
                    <a:pt x="2024" y="9668"/>
                    <a:pt x="2024" y="10277"/>
                  </a:cubicBezTo>
                  <a:lnTo>
                    <a:pt x="2024" y="16200"/>
                  </a:lnTo>
                  <a:lnTo>
                    <a:pt x="1815" y="16200"/>
                  </a:lnTo>
                  <a:lnTo>
                    <a:pt x="1815" y="5226"/>
                  </a:lnTo>
                  <a:lnTo>
                    <a:pt x="1958" y="5226"/>
                  </a:lnTo>
                  <a:lnTo>
                    <a:pt x="1991" y="7403"/>
                  </a:lnTo>
                  <a:cubicBezTo>
                    <a:pt x="2024" y="6706"/>
                    <a:pt x="2079" y="6097"/>
                    <a:pt x="2156" y="5661"/>
                  </a:cubicBezTo>
                  <a:cubicBezTo>
                    <a:pt x="2233" y="5226"/>
                    <a:pt x="2321" y="5052"/>
                    <a:pt x="2420" y="5052"/>
                  </a:cubicBezTo>
                  <a:cubicBezTo>
                    <a:pt x="2486" y="5052"/>
                    <a:pt x="2519" y="5139"/>
                    <a:pt x="2563" y="5139"/>
                  </a:cubicBezTo>
                  <a:close/>
                  <a:moveTo>
                    <a:pt x="19235" y="5139"/>
                  </a:moveTo>
                  <a:cubicBezTo>
                    <a:pt x="19213" y="5139"/>
                    <a:pt x="19180" y="5052"/>
                    <a:pt x="19147" y="5052"/>
                  </a:cubicBezTo>
                  <a:cubicBezTo>
                    <a:pt x="19070" y="5052"/>
                    <a:pt x="18993" y="5139"/>
                    <a:pt x="18927" y="5313"/>
                  </a:cubicBezTo>
                  <a:cubicBezTo>
                    <a:pt x="18862" y="5487"/>
                    <a:pt x="18796" y="5748"/>
                    <a:pt x="18752" y="6010"/>
                  </a:cubicBezTo>
                  <a:cubicBezTo>
                    <a:pt x="18708" y="6271"/>
                    <a:pt x="18664" y="6706"/>
                    <a:pt x="18642" y="7229"/>
                  </a:cubicBezTo>
                  <a:cubicBezTo>
                    <a:pt x="18609" y="7664"/>
                    <a:pt x="18598" y="8274"/>
                    <a:pt x="18598" y="8884"/>
                  </a:cubicBezTo>
                  <a:cubicBezTo>
                    <a:pt x="18598" y="9755"/>
                    <a:pt x="18620" y="10452"/>
                    <a:pt x="18675" y="10974"/>
                  </a:cubicBezTo>
                  <a:cubicBezTo>
                    <a:pt x="18730" y="11497"/>
                    <a:pt x="18785" y="11932"/>
                    <a:pt x="18851" y="12194"/>
                  </a:cubicBezTo>
                  <a:cubicBezTo>
                    <a:pt x="18796" y="12368"/>
                    <a:pt x="18752" y="12629"/>
                    <a:pt x="18708" y="12977"/>
                  </a:cubicBezTo>
                  <a:cubicBezTo>
                    <a:pt x="18675" y="13326"/>
                    <a:pt x="18653" y="13761"/>
                    <a:pt x="18653" y="14197"/>
                  </a:cubicBezTo>
                  <a:cubicBezTo>
                    <a:pt x="18653" y="14632"/>
                    <a:pt x="18664" y="14893"/>
                    <a:pt x="18686" y="15155"/>
                  </a:cubicBezTo>
                  <a:cubicBezTo>
                    <a:pt x="18708" y="15416"/>
                    <a:pt x="18730" y="15590"/>
                    <a:pt x="18774" y="15764"/>
                  </a:cubicBezTo>
                  <a:cubicBezTo>
                    <a:pt x="18697" y="16026"/>
                    <a:pt x="18631" y="16287"/>
                    <a:pt x="18587" y="16635"/>
                  </a:cubicBezTo>
                  <a:cubicBezTo>
                    <a:pt x="18543" y="16984"/>
                    <a:pt x="18521" y="17506"/>
                    <a:pt x="18521" y="18116"/>
                  </a:cubicBezTo>
                  <a:cubicBezTo>
                    <a:pt x="18521" y="19161"/>
                    <a:pt x="18576" y="20032"/>
                    <a:pt x="18697" y="20642"/>
                  </a:cubicBezTo>
                  <a:cubicBezTo>
                    <a:pt x="18818" y="21252"/>
                    <a:pt x="18971" y="21513"/>
                    <a:pt x="19169" y="21513"/>
                  </a:cubicBezTo>
                  <a:cubicBezTo>
                    <a:pt x="19389" y="21513"/>
                    <a:pt x="19554" y="21164"/>
                    <a:pt x="19686" y="20468"/>
                  </a:cubicBezTo>
                  <a:cubicBezTo>
                    <a:pt x="19807" y="19771"/>
                    <a:pt x="19873" y="18900"/>
                    <a:pt x="19873" y="17681"/>
                  </a:cubicBezTo>
                  <a:cubicBezTo>
                    <a:pt x="19873" y="16810"/>
                    <a:pt x="19829" y="16113"/>
                    <a:pt x="19752" y="15590"/>
                  </a:cubicBezTo>
                  <a:cubicBezTo>
                    <a:pt x="19675" y="15068"/>
                    <a:pt x="19554" y="14806"/>
                    <a:pt x="19400" y="14806"/>
                  </a:cubicBezTo>
                  <a:lnTo>
                    <a:pt x="19037" y="14806"/>
                  </a:lnTo>
                  <a:cubicBezTo>
                    <a:pt x="18982" y="14806"/>
                    <a:pt x="18938" y="14719"/>
                    <a:pt x="18905" y="14545"/>
                  </a:cubicBezTo>
                  <a:cubicBezTo>
                    <a:pt x="18873" y="14371"/>
                    <a:pt x="18851" y="14110"/>
                    <a:pt x="18851" y="13761"/>
                  </a:cubicBezTo>
                  <a:cubicBezTo>
                    <a:pt x="18851" y="13500"/>
                    <a:pt x="18862" y="13239"/>
                    <a:pt x="18884" y="12977"/>
                  </a:cubicBezTo>
                  <a:cubicBezTo>
                    <a:pt x="18905" y="12716"/>
                    <a:pt x="18938" y="12542"/>
                    <a:pt x="18993" y="12455"/>
                  </a:cubicBezTo>
                  <a:cubicBezTo>
                    <a:pt x="19026" y="12455"/>
                    <a:pt x="19048" y="12542"/>
                    <a:pt x="19070" y="12542"/>
                  </a:cubicBezTo>
                  <a:cubicBezTo>
                    <a:pt x="19092" y="12542"/>
                    <a:pt x="19125" y="12542"/>
                    <a:pt x="19147" y="12542"/>
                  </a:cubicBezTo>
                  <a:cubicBezTo>
                    <a:pt x="19224" y="12542"/>
                    <a:pt x="19301" y="12455"/>
                    <a:pt x="19367" y="12281"/>
                  </a:cubicBezTo>
                  <a:cubicBezTo>
                    <a:pt x="19433" y="12106"/>
                    <a:pt x="19488" y="11845"/>
                    <a:pt x="19543" y="11584"/>
                  </a:cubicBezTo>
                  <a:cubicBezTo>
                    <a:pt x="19587" y="11235"/>
                    <a:pt x="19631" y="10887"/>
                    <a:pt x="19653" y="10365"/>
                  </a:cubicBezTo>
                  <a:cubicBezTo>
                    <a:pt x="19686" y="9929"/>
                    <a:pt x="19697" y="9319"/>
                    <a:pt x="19697" y="8710"/>
                  </a:cubicBezTo>
                  <a:cubicBezTo>
                    <a:pt x="19697" y="8187"/>
                    <a:pt x="19686" y="7665"/>
                    <a:pt x="19653" y="7229"/>
                  </a:cubicBezTo>
                  <a:cubicBezTo>
                    <a:pt x="19620" y="6794"/>
                    <a:pt x="19587" y="6358"/>
                    <a:pt x="19532" y="6097"/>
                  </a:cubicBezTo>
                  <a:lnTo>
                    <a:pt x="19785" y="6271"/>
                  </a:lnTo>
                  <a:lnTo>
                    <a:pt x="19917" y="6271"/>
                  </a:lnTo>
                  <a:lnTo>
                    <a:pt x="19917" y="5226"/>
                  </a:lnTo>
                  <a:lnTo>
                    <a:pt x="19323" y="5226"/>
                  </a:lnTo>
                  <a:cubicBezTo>
                    <a:pt x="19290" y="5226"/>
                    <a:pt x="19257" y="5139"/>
                    <a:pt x="19235" y="5139"/>
                  </a:cubicBezTo>
                  <a:close/>
                  <a:moveTo>
                    <a:pt x="18884" y="16200"/>
                  </a:moveTo>
                  <a:lnTo>
                    <a:pt x="19301" y="16200"/>
                  </a:lnTo>
                  <a:cubicBezTo>
                    <a:pt x="19345" y="16200"/>
                    <a:pt x="19400" y="16200"/>
                    <a:pt x="19433" y="16287"/>
                  </a:cubicBezTo>
                  <a:cubicBezTo>
                    <a:pt x="19466" y="16374"/>
                    <a:pt x="19510" y="16461"/>
                    <a:pt x="19543" y="16548"/>
                  </a:cubicBezTo>
                  <a:cubicBezTo>
                    <a:pt x="19576" y="16723"/>
                    <a:pt x="19598" y="16897"/>
                    <a:pt x="19609" y="17071"/>
                  </a:cubicBezTo>
                  <a:cubicBezTo>
                    <a:pt x="19631" y="17332"/>
                    <a:pt x="19631" y="17594"/>
                    <a:pt x="19631" y="17942"/>
                  </a:cubicBezTo>
                  <a:cubicBezTo>
                    <a:pt x="19631" y="18203"/>
                    <a:pt x="19620" y="18465"/>
                    <a:pt x="19609" y="18813"/>
                  </a:cubicBezTo>
                  <a:cubicBezTo>
                    <a:pt x="19587" y="19074"/>
                    <a:pt x="19565" y="19336"/>
                    <a:pt x="19521" y="19597"/>
                  </a:cubicBezTo>
                  <a:cubicBezTo>
                    <a:pt x="19477" y="19858"/>
                    <a:pt x="19433" y="20032"/>
                    <a:pt x="19367" y="20119"/>
                  </a:cubicBezTo>
                  <a:cubicBezTo>
                    <a:pt x="19301" y="20206"/>
                    <a:pt x="19235" y="20294"/>
                    <a:pt x="19147" y="20294"/>
                  </a:cubicBezTo>
                  <a:cubicBezTo>
                    <a:pt x="19004" y="20294"/>
                    <a:pt x="18895" y="20119"/>
                    <a:pt x="18818" y="19684"/>
                  </a:cubicBezTo>
                  <a:cubicBezTo>
                    <a:pt x="18741" y="19336"/>
                    <a:pt x="18697" y="18726"/>
                    <a:pt x="18697" y="17942"/>
                  </a:cubicBezTo>
                  <a:cubicBezTo>
                    <a:pt x="18697" y="17506"/>
                    <a:pt x="18708" y="17158"/>
                    <a:pt x="18741" y="16897"/>
                  </a:cubicBezTo>
                  <a:cubicBezTo>
                    <a:pt x="18796" y="16635"/>
                    <a:pt x="18829" y="16374"/>
                    <a:pt x="18884" y="16200"/>
                  </a:cubicBezTo>
                  <a:close/>
                  <a:moveTo>
                    <a:pt x="19477" y="8884"/>
                  </a:moveTo>
                  <a:cubicBezTo>
                    <a:pt x="19477" y="9755"/>
                    <a:pt x="19444" y="10365"/>
                    <a:pt x="19389" y="10800"/>
                  </a:cubicBezTo>
                  <a:cubicBezTo>
                    <a:pt x="19334" y="11236"/>
                    <a:pt x="19246" y="11410"/>
                    <a:pt x="19147" y="11410"/>
                  </a:cubicBezTo>
                  <a:cubicBezTo>
                    <a:pt x="19048" y="11410"/>
                    <a:pt x="18971" y="11236"/>
                    <a:pt x="18905" y="10800"/>
                  </a:cubicBezTo>
                  <a:cubicBezTo>
                    <a:pt x="18840" y="10365"/>
                    <a:pt x="18807" y="9668"/>
                    <a:pt x="18807" y="8797"/>
                  </a:cubicBezTo>
                  <a:cubicBezTo>
                    <a:pt x="18807" y="7926"/>
                    <a:pt x="18840" y="7316"/>
                    <a:pt x="18905" y="6881"/>
                  </a:cubicBezTo>
                  <a:cubicBezTo>
                    <a:pt x="18971" y="6445"/>
                    <a:pt x="19048" y="6271"/>
                    <a:pt x="19158" y="6271"/>
                  </a:cubicBezTo>
                  <a:cubicBezTo>
                    <a:pt x="19257" y="6271"/>
                    <a:pt x="19334" y="6532"/>
                    <a:pt x="19400" y="6968"/>
                  </a:cubicBezTo>
                  <a:cubicBezTo>
                    <a:pt x="19444" y="7403"/>
                    <a:pt x="19477" y="8013"/>
                    <a:pt x="19477" y="8884"/>
                  </a:cubicBezTo>
                  <a:close/>
                  <a:moveTo>
                    <a:pt x="14319" y="435"/>
                  </a:moveTo>
                  <a:cubicBezTo>
                    <a:pt x="14352" y="610"/>
                    <a:pt x="14363" y="871"/>
                    <a:pt x="14363" y="1219"/>
                  </a:cubicBezTo>
                  <a:cubicBezTo>
                    <a:pt x="14363" y="1568"/>
                    <a:pt x="14352" y="1829"/>
                    <a:pt x="14319" y="2003"/>
                  </a:cubicBezTo>
                  <a:cubicBezTo>
                    <a:pt x="14286" y="2177"/>
                    <a:pt x="14264" y="2264"/>
                    <a:pt x="14220" y="2264"/>
                  </a:cubicBezTo>
                  <a:cubicBezTo>
                    <a:pt x="14176" y="2264"/>
                    <a:pt x="14143" y="2177"/>
                    <a:pt x="14121" y="1916"/>
                  </a:cubicBezTo>
                  <a:cubicBezTo>
                    <a:pt x="14099" y="1742"/>
                    <a:pt x="14077" y="1481"/>
                    <a:pt x="14077" y="1132"/>
                  </a:cubicBezTo>
                  <a:cubicBezTo>
                    <a:pt x="14077" y="784"/>
                    <a:pt x="14088" y="523"/>
                    <a:pt x="14121" y="348"/>
                  </a:cubicBezTo>
                  <a:cubicBezTo>
                    <a:pt x="14143" y="174"/>
                    <a:pt x="14176" y="0"/>
                    <a:pt x="14220" y="0"/>
                  </a:cubicBezTo>
                  <a:cubicBezTo>
                    <a:pt x="14253" y="174"/>
                    <a:pt x="14286" y="261"/>
                    <a:pt x="14319" y="435"/>
                  </a:cubicBezTo>
                  <a:close/>
                  <a:moveTo>
                    <a:pt x="13527" y="14545"/>
                  </a:moveTo>
                  <a:lnTo>
                    <a:pt x="13560" y="15765"/>
                  </a:lnTo>
                  <a:cubicBezTo>
                    <a:pt x="13516" y="15852"/>
                    <a:pt x="13473" y="16026"/>
                    <a:pt x="13418" y="16113"/>
                  </a:cubicBezTo>
                  <a:cubicBezTo>
                    <a:pt x="13363" y="16200"/>
                    <a:pt x="13297" y="16287"/>
                    <a:pt x="13231" y="16287"/>
                  </a:cubicBezTo>
                  <a:cubicBezTo>
                    <a:pt x="12978" y="16287"/>
                    <a:pt x="12857" y="15416"/>
                    <a:pt x="12857" y="13587"/>
                  </a:cubicBezTo>
                  <a:lnTo>
                    <a:pt x="12857" y="6532"/>
                  </a:lnTo>
                  <a:lnTo>
                    <a:pt x="12626" y="6532"/>
                  </a:lnTo>
                  <a:lnTo>
                    <a:pt x="12626" y="5226"/>
                  </a:lnTo>
                  <a:lnTo>
                    <a:pt x="12857" y="5226"/>
                  </a:lnTo>
                  <a:lnTo>
                    <a:pt x="12857" y="1742"/>
                  </a:lnTo>
                  <a:lnTo>
                    <a:pt x="13066" y="1742"/>
                  </a:lnTo>
                  <a:lnTo>
                    <a:pt x="13066" y="5226"/>
                  </a:lnTo>
                  <a:lnTo>
                    <a:pt x="13505" y="5226"/>
                  </a:lnTo>
                  <a:lnTo>
                    <a:pt x="13505" y="6445"/>
                  </a:lnTo>
                  <a:lnTo>
                    <a:pt x="13066" y="6445"/>
                  </a:lnTo>
                  <a:lnTo>
                    <a:pt x="13066" y="13239"/>
                  </a:lnTo>
                  <a:cubicBezTo>
                    <a:pt x="13066" y="13848"/>
                    <a:pt x="13088" y="14284"/>
                    <a:pt x="13121" y="14545"/>
                  </a:cubicBezTo>
                  <a:cubicBezTo>
                    <a:pt x="13154" y="14806"/>
                    <a:pt x="13209" y="14894"/>
                    <a:pt x="13275" y="14894"/>
                  </a:cubicBezTo>
                  <a:cubicBezTo>
                    <a:pt x="13319" y="14894"/>
                    <a:pt x="13374" y="14894"/>
                    <a:pt x="13418" y="14806"/>
                  </a:cubicBezTo>
                  <a:cubicBezTo>
                    <a:pt x="13451" y="14719"/>
                    <a:pt x="13484" y="14632"/>
                    <a:pt x="13527" y="14545"/>
                  </a:cubicBezTo>
                  <a:close/>
                  <a:moveTo>
                    <a:pt x="14121" y="5226"/>
                  </a:moveTo>
                  <a:lnTo>
                    <a:pt x="14330" y="5226"/>
                  </a:lnTo>
                  <a:lnTo>
                    <a:pt x="14330" y="16200"/>
                  </a:lnTo>
                  <a:lnTo>
                    <a:pt x="14121" y="16200"/>
                  </a:lnTo>
                  <a:lnTo>
                    <a:pt x="14121" y="5226"/>
                  </a:lnTo>
                  <a:close/>
                  <a:moveTo>
                    <a:pt x="16057" y="6445"/>
                  </a:moveTo>
                  <a:cubicBezTo>
                    <a:pt x="16002" y="6010"/>
                    <a:pt x="15936" y="5661"/>
                    <a:pt x="15848" y="5400"/>
                  </a:cubicBezTo>
                  <a:cubicBezTo>
                    <a:pt x="15760" y="5139"/>
                    <a:pt x="15683" y="5052"/>
                    <a:pt x="15595" y="5052"/>
                  </a:cubicBezTo>
                  <a:cubicBezTo>
                    <a:pt x="15507" y="5052"/>
                    <a:pt x="15419" y="5139"/>
                    <a:pt x="15331" y="5400"/>
                  </a:cubicBezTo>
                  <a:cubicBezTo>
                    <a:pt x="15254" y="5661"/>
                    <a:pt x="15177" y="6010"/>
                    <a:pt x="15122" y="6532"/>
                  </a:cubicBezTo>
                  <a:cubicBezTo>
                    <a:pt x="15067" y="7055"/>
                    <a:pt x="15012" y="7664"/>
                    <a:pt x="14979" y="8361"/>
                  </a:cubicBezTo>
                  <a:cubicBezTo>
                    <a:pt x="14946" y="9058"/>
                    <a:pt x="14924" y="9929"/>
                    <a:pt x="14924" y="10800"/>
                  </a:cubicBezTo>
                  <a:cubicBezTo>
                    <a:pt x="14924" y="11671"/>
                    <a:pt x="14946" y="12542"/>
                    <a:pt x="14979" y="13239"/>
                  </a:cubicBezTo>
                  <a:cubicBezTo>
                    <a:pt x="15012" y="13935"/>
                    <a:pt x="15056" y="14545"/>
                    <a:pt x="15111" y="14981"/>
                  </a:cubicBezTo>
                  <a:cubicBezTo>
                    <a:pt x="15166" y="15416"/>
                    <a:pt x="15232" y="15852"/>
                    <a:pt x="15320" y="16026"/>
                  </a:cubicBezTo>
                  <a:cubicBezTo>
                    <a:pt x="15397" y="16287"/>
                    <a:pt x="15485" y="16374"/>
                    <a:pt x="15573" y="16374"/>
                  </a:cubicBezTo>
                  <a:cubicBezTo>
                    <a:pt x="15661" y="16374"/>
                    <a:pt x="15749" y="16287"/>
                    <a:pt x="15826" y="16026"/>
                  </a:cubicBezTo>
                  <a:cubicBezTo>
                    <a:pt x="15903" y="15765"/>
                    <a:pt x="15980" y="15416"/>
                    <a:pt x="16035" y="14894"/>
                  </a:cubicBezTo>
                  <a:cubicBezTo>
                    <a:pt x="16090" y="14371"/>
                    <a:pt x="16145" y="13761"/>
                    <a:pt x="16178" y="13064"/>
                  </a:cubicBezTo>
                  <a:cubicBezTo>
                    <a:pt x="16211" y="12368"/>
                    <a:pt x="16233" y="11497"/>
                    <a:pt x="16233" y="10626"/>
                  </a:cubicBezTo>
                  <a:cubicBezTo>
                    <a:pt x="16233" y="9755"/>
                    <a:pt x="16222" y="8884"/>
                    <a:pt x="16189" y="8274"/>
                  </a:cubicBezTo>
                  <a:cubicBezTo>
                    <a:pt x="16156" y="7664"/>
                    <a:pt x="16123" y="6968"/>
                    <a:pt x="16057" y="6445"/>
                  </a:cubicBezTo>
                  <a:close/>
                  <a:moveTo>
                    <a:pt x="15991" y="12803"/>
                  </a:moveTo>
                  <a:cubicBezTo>
                    <a:pt x="15969" y="13326"/>
                    <a:pt x="15936" y="13848"/>
                    <a:pt x="15892" y="14197"/>
                  </a:cubicBezTo>
                  <a:cubicBezTo>
                    <a:pt x="15848" y="14545"/>
                    <a:pt x="15804" y="14806"/>
                    <a:pt x="15749" y="14981"/>
                  </a:cubicBezTo>
                  <a:cubicBezTo>
                    <a:pt x="15694" y="15155"/>
                    <a:pt x="15639" y="15242"/>
                    <a:pt x="15584" y="15242"/>
                  </a:cubicBezTo>
                  <a:cubicBezTo>
                    <a:pt x="15529" y="15242"/>
                    <a:pt x="15474" y="15155"/>
                    <a:pt x="15419" y="14981"/>
                  </a:cubicBezTo>
                  <a:cubicBezTo>
                    <a:pt x="15364" y="14806"/>
                    <a:pt x="15320" y="14545"/>
                    <a:pt x="15276" y="14197"/>
                  </a:cubicBezTo>
                  <a:cubicBezTo>
                    <a:pt x="15232" y="13848"/>
                    <a:pt x="15199" y="13413"/>
                    <a:pt x="15177" y="12803"/>
                  </a:cubicBezTo>
                  <a:cubicBezTo>
                    <a:pt x="15155" y="12281"/>
                    <a:pt x="15144" y="11584"/>
                    <a:pt x="15144" y="10800"/>
                  </a:cubicBezTo>
                  <a:cubicBezTo>
                    <a:pt x="15144" y="10016"/>
                    <a:pt x="15155" y="9319"/>
                    <a:pt x="15177" y="8797"/>
                  </a:cubicBezTo>
                  <a:cubicBezTo>
                    <a:pt x="15199" y="8274"/>
                    <a:pt x="15232" y="7752"/>
                    <a:pt x="15276" y="7490"/>
                  </a:cubicBezTo>
                  <a:cubicBezTo>
                    <a:pt x="15320" y="7142"/>
                    <a:pt x="15364" y="6881"/>
                    <a:pt x="15419" y="6706"/>
                  </a:cubicBezTo>
                  <a:cubicBezTo>
                    <a:pt x="15474" y="6532"/>
                    <a:pt x="15529" y="6445"/>
                    <a:pt x="15584" y="6445"/>
                  </a:cubicBezTo>
                  <a:cubicBezTo>
                    <a:pt x="15639" y="6445"/>
                    <a:pt x="15694" y="6532"/>
                    <a:pt x="15749" y="6706"/>
                  </a:cubicBezTo>
                  <a:cubicBezTo>
                    <a:pt x="15804" y="6881"/>
                    <a:pt x="15848" y="7142"/>
                    <a:pt x="15892" y="7490"/>
                  </a:cubicBezTo>
                  <a:cubicBezTo>
                    <a:pt x="15936" y="7839"/>
                    <a:pt x="15969" y="8274"/>
                    <a:pt x="15991" y="8884"/>
                  </a:cubicBezTo>
                  <a:cubicBezTo>
                    <a:pt x="16013" y="9406"/>
                    <a:pt x="16024" y="10103"/>
                    <a:pt x="16024" y="10887"/>
                  </a:cubicBezTo>
                  <a:cubicBezTo>
                    <a:pt x="16024" y="11584"/>
                    <a:pt x="16013" y="12281"/>
                    <a:pt x="15991" y="12803"/>
                  </a:cubicBezTo>
                  <a:close/>
                  <a:moveTo>
                    <a:pt x="8930" y="6010"/>
                  </a:moveTo>
                  <a:cubicBezTo>
                    <a:pt x="9007" y="6619"/>
                    <a:pt x="9051" y="7490"/>
                    <a:pt x="9051" y="8623"/>
                  </a:cubicBezTo>
                  <a:lnTo>
                    <a:pt x="9051" y="16200"/>
                  </a:lnTo>
                  <a:lnTo>
                    <a:pt x="8842" y="16200"/>
                  </a:lnTo>
                  <a:lnTo>
                    <a:pt x="8842" y="8884"/>
                  </a:lnTo>
                  <a:cubicBezTo>
                    <a:pt x="8842" y="8187"/>
                    <a:pt x="8820" y="7577"/>
                    <a:pt x="8776" y="7055"/>
                  </a:cubicBezTo>
                  <a:cubicBezTo>
                    <a:pt x="8732" y="6619"/>
                    <a:pt x="8655" y="6358"/>
                    <a:pt x="8534" y="6358"/>
                  </a:cubicBezTo>
                  <a:cubicBezTo>
                    <a:pt x="8468" y="6358"/>
                    <a:pt x="8391" y="6532"/>
                    <a:pt x="8325" y="6794"/>
                  </a:cubicBezTo>
                  <a:cubicBezTo>
                    <a:pt x="8259" y="7055"/>
                    <a:pt x="8193" y="7490"/>
                    <a:pt x="8138" y="7926"/>
                  </a:cubicBezTo>
                  <a:lnTo>
                    <a:pt x="8138" y="16200"/>
                  </a:lnTo>
                  <a:lnTo>
                    <a:pt x="7930" y="16200"/>
                  </a:lnTo>
                  <a:lnTo>
                    <a:pt x="7930" y="5226"/>
                  </a:lnTo>
                  <a:lnTo>
                    <a:pt x="8084" y="5226"/>
                  </a:lnTo>
                  <a:lnTo>
                    <a:pt x="8116" y="6706"/>
                  </a:lnTo>
                  <a:cubicBezTo>
                    <a:pt x="8182" y="6184"/>
                    <a:pt x="8259" y="5748"/>
                    <a:pt x="8336" y="5487"/>
                  </a:cubicBezTo>
                  <a:cubicBezTo>
                    <a:pt x="8413" y="5226"/>
                    <a:pt x="8501" y="5052"/>
                    <a:pt x="8600" y="5052"/>
                  </a:cubicBezTo>
                  <a:cubicBezTo>
                    <a:pt x="8732" y="5052"/>
                    <a:pt x="8853" y="5400"/>
                    <a:pt x="8930" y="6010"/>
                  </a:cubicBezTo>
                  <a:close/>
                  <a:moveTo>
                    <a:pt x="11922" y="5923"/>
                  </a:moveTo>
                  <a:cubicBezTo>
                    <a:pt x="11878" y="5574"/>
                    <a:pt x="11823" y="5400"/>
                    <a:pt x="11768" y="5226"/>
                  </a:cubicBezTo>
                  <a:cubicBezTo>
                    <a:pt x="11713" y="5052"/>
                    <a:pt x="11647" y="5052"/>
                    <a:pt x="11570" y="5052"/>
                  </a:cubicBezTo>
                  <a:cubicBezTo>
                    <a:pt x="11471" y="5052"/>
                    <a:pt x="11394" y="5139"/>
                    <a:pt x="11306" y="5313"/>
                  </a:cubicBezTo>
                  <a:cubicBezTo>
                    <a:pt x="11229" y="5487"/>
                    <a:pt x="11141" y="5748"/>
                    <a:pt x="11053" y="6184"/>
                  </a:cubicBezTo>
                  <a:lnTo>
                    <a:pt x="11130" y="7316"/>
                  </a:lnTo>
                  <a:cubicBezTo>
                    <a:pt x="11218" y="6968"/>
                    <a:pt x="11295" y="6706"/>
                    <a:pt x="11361" y="6532"/>
                  </a:cubicBezTo>
                  <a:cubicBezTo>
                    <a:pt x="11427" y="6358"/>
                    <a:pt x="11493" y="6358"/>
                    <a:pt x="11548" y="6358"/>
                  </a:cubicBezTo>
                  <a:cubicBezTo>
                    <a:pt x="11636" y="6358"/>
                    <a:pt x="11713" y="6532"/>
                    <a:pt x="11768" y="6881"/>
                  </a:cubicBezTo>
                  <a:cubicBezTo>
                    <a:pt x="11823" y="7229"/>
                    <a:pt x="11856" y="7926"/>
                    <a:pt x="11856" y="8797"/>
                  </a:cubicBezTo>
                  <a:lnTo>
                    <a:pt x="11856" y="9581"/>
                  </a:lnTo>
                  <a:lnTo>
                    <a:pt x="11581" y="9581"/>
                  </a:lnTo>
                  <a:cubicBezTo>
                    <a:pt x="11493" y="9581"/>
                    <a:pt x="11405" y="9668"/>
                    <a:pt x="11328" y="9842"/>
                  </a:cubicBezTo>
                  <a:cubicBezTo>
                    <a:pt x="11251" y="10016"/>
                    <a:pt x="11185" y="10190"/>
                    <a:pt x="11130" y="10539"/>
                  </a:cubicBezTo>
                  <a:cubicBezTo>
                    <a:pt x="11075" y="10800"/>
                    <a:pt x="11031" y="11235"/>
                    <a:pt x="11009" y="11671"/>
                  </a:cubicBezTo>
                  <a:cubicBezTo>
                    <a:pt x="10987" y="12106"/>
                    <a:pt x="10965" y="12629"/>
                    <a:pt x="10965" y="13152"/>
                  </a:cubicBezTo>
                  <a:cubicBezTo>
                    <a:pt x="10965" y="13674"/>
                    <a:pt x="10976" y="14110"/>
                    <a:pt x="10998" y="14458"/>
                  </a:cubicBezTo>
                  <a:cubicBezTo>
                    <a:pt x="11020" y="14806"/>
                    <a:pt x="11053" y="15155"/>
                    <a:pt x="11097" y="15503"/>
                  </a:cubicBezTo>
                  <a:cubicBezTo>
                    <a:pt x="11141" y="15764"/>
                    <a:pt x="11185" y="16026"/>
                    <a:pt x="11240" y="16113"/>
                  </a:cubicBezTo>
                  <a:cubicBezTo>
                    <a:pt x="11295" y="16287"/>
                    <a:pt x="11361" y="16374"/>
                    <a:pt x="11427" y="16374"/>
                  </a:cubicBezTo>
                  <a:cubicBezTo>
                    <a:pt x="11515" y="16374"/>
                    <a:pt x="11603" y="16287"/>
                    <a:pt x="11680" y="16026"/>
                  </a:cubicBezTo>
                  <a:cubicBezTo>
                    <a:pt x="11757" y="15765"/>
                    <a:pt x="11823" y="15416"/>
                    <a:pt x="11878" y="14806"/>
                  </a:cubicBezTo>
                  <a:lnTo>
                    <a:pt x="11889" y="14806"/>
                  </a:lnTo>
                  <a:lnTo>
                    <a:pt x="11922" y="16113"/>
                  </a:lnTo>
                  <a:lnTo>
                    <a:pt x="12087" y="16113"/>
                  </a:lnTo>
                  <a:lnTo>
                    <a:pt x="12087" y="8971"/>
                  </a:lnTo>
                  <a:cubicBezTo>
                    <a:pt x="12087" y="8187"/>
                    <a:pt x="12076" y="7577"/>
                    <a:pt x="12054" y="7055"/>
                  </a:cubicBezTo>
                  <a:cubicBezTo>
                    <a:pt x="11999" y="6706"/>
                    <a:pt x="11966" y="6271"/>
                    <a:pt x="11922" y="5923"/>
                  </a:cubicBezTo>
                  <a:close/>
                  <a:moveTo>
                    <a:pt x="11856" y="13500"/>
                  </a:moveTo>
                  <a:cubicBezTo>
                    <a:pt x="11801" y="14110"/>
                    <a:pt x="11746" y="14545"/>
                    <a:pt x="11669" y="14806"/>
                  </a:cubicBezTo>
                  <a:cubicBezTo>
                    <a:pt x="11603" y="15068"/>
                    <a:pt x="11526" y="15155"/>
                    <a:pt x="11460" y="15155"/>
                  </a:cubicBezTo>
                  <a:cubicBezTo>
                    <a:pt x="11383" y="15155"/>
                    <a:pt x="11317" y="14981"/>
                    <a:pt x="11251" y="14719"/>
                  </a:cubicBezTo>
                  <a:cubicBezTo>
                    <a:pt x="11196" y="14458"/>
                    <a:pt x="11163" y="13935"/>
                    <a:pt x="11163" y="13152"/>
                  </a:cubicBezTo>
                  <a:cubicBezTo>
                    <a:pt x="11163" y="12542"/>
                    <a:pt x="11196" y="12019"/>
                    <a:pt x="11262" y="11584"/>
                  </a:cubicBezTo>
                  <a:cubicBezTo>
                    <a:pt x="11328" y="11148"/>
                    <a:pt x="11449" y="10974"/>
                    <a:pt x="11614" y="10887"/>
                  </a:cubicBezTo>
                  <a:lnTo>
                    <a:pt x="11845" y="10887"/>
                  </a:lnTo>
                  <a:lnTo>
                    <a:pt x="11845" y="13500"/>
                  </a:lnTo>
                  <a:close/>
                  <a:moveTo>
                    <a:pt x="10503" y="14545"/>
                  </a:moveTo>
                  <a:lnTo>
                    <a:pt x="10536" y="15765"/>
                  </a:lnTo>
                  <a:cubicBezTo>
                    <a:pt x="10492" y="15852"/>
                    <a:pt x="10448" y="16026"/>
                    <a:pt x="10393" y="16113"/>
                  </a:cubicBezTo>
                  <a:cubicBezTo>
                    <a:pt x="10338" y="16200"/>
                    <a:pt x="10272" y="16287"/>
                    <a:pt x="10206" y="16287"/>
                  </a:cubicBezTo>
                  <a:cubicBezTo>
                    <a:pt x="9953" y="16287"/>
                    <a:pt x="9832" y="15416"/>
                    <a:pt x="9832" y="13587"/>
                  </a:cubicBezTo>
                  <a:lnTo>
                    <a:pt x="9832" y="6532"/>
                  </a:lnTo>
                  <a:lnTo>
                    <a:pt x="9601" y="6532"/>
                  </a:lnTo>
                  <a:lnTo>
                    <a:pt x="9601" y="5226"/>
                  </a:lnTo>
                  <a:lnTo>
                    <a:pt x="9832" y="5226"/>
                  </a:lnTo>
                  <a:lnTo>
                    <a:pt x="9832" y="1742"/>
                  </a:lnTo>
                  <a:lnTo>
                    <a:pt x="10041" y="1742"/>
                  </a:lnTo>
                  <a:lnTo>
                    <a:pt x="10041" y="5226"/>
                  </a:lnTo>
                  <a:lnTo>
                    <a:pt x="10481" y="5226"/>
                  </a:lnTo>
                  <a:lnTo>
                    <a:pt x="10481" y="6445"/>
                  </a:lnTo>
                  <a:lnTo>
                    <a:pt x="10041" y="6445"/>
                  </a:lnTo>
                  <a:lnTo>
                    <a:pt x="10041" y="13239"/>
                  </a:lnTo>
                  <a:cubicBezTo>
                    <a:pt x="10041" y="13848"/>
                    <a:pt x="10063" y="14284"/>
                    <a:pt x="10096" y="14545"/>
                  </a:cubicBezTo>
                  <a:cubicBezTo>
                    <a:pt x="10129" y="14806"/>
                    <a:pt x="10184" y="14894"/>
                    <a:pt x="10250" y="14894"/>
                  </a:cubicBezTo>
                  <a:cubicBezTo>
                    <a:pt x="10294" y="14894"/>
                    <a:pt x="10349" y="14894"/>
                    <a:pt x="10393" y="14806"/>
                  </a:cubicBezTo>
                  <a:cubicBezTo>
                    <a:pt x="10426" y="14719"/>
                    <a:pt x="10459" y="14632"/>
                    <a:pt x="10503" y="14545"/>
                  </a:cubicBezTo>
                  <a:close/>
                  <a:moveTo>
                    <a:pt x="17839" y="6010"/>
                  </a:moveTo>
                  <a:cubicBezTo>
                    <a:pt x="17916" y="6619"/>
                    <a:pt x="17960" y="7490"/>
                    <a:pt x="17960" y="8623"/>
                  </a:cubicBezTo>
                  <a:lnTo>
                    <a:pt x="17960" y="16200"/>
                  </a:lnTo>
                  <a:lnTo>
                    <a:pt x="17751" y="16200"/>
                  </a:lnTo>
                  <a:lnTo>
                    <a:pt x="17751" y="8884"/>
                  </a:lnTo>
                  <a:cubicBezTo>
                    <a:pt x="17751" y="8187"/>
                    <a:pt x="17729" y="7577"/>
                    <a:pt x="17685" y="7055"/>
                  </a:cubicBezTo>
                  <a:cubicBezTo>
                    <a:pt x="17641" y="6619"/>
                    <a:pt x="17564" y="6358"/>
                    <a:pt x="17443" y="6358"/>
                  </a:cubicBezTo>
                  <a:cubicBezTo>
                    <a:pt x="17377" y="6358"/>
                    <a:pt x="17300" y="6532"/>
                    <a:pt x="17234" y="6794"/>
                  </a:cubicBezTo>
                  <a:cubicBezTo>
                    <a:pt x="17168" y="7055"/>
                    <a:pt x="17102" y="7490"/>
                    <a:pt x="17047" y="7926"/>
                  </a:cubicBezTo>
                  <a:lnTo>
                    <a:pt x="17047" y="16200"/>
                  </a:lnTo>
                  <a:lnTo>
                    <a:pt x="16838" y="16200"/>
                  </a:lnTo>
                  <a:lnTo>
                    <a:pt x="16838" y="5226"/>
                  </a:lnTo>
                  <a:lnTo>
                    <a:pt x="16992" y="5226"/>
                  </a:lnTo>
                  <a:lnTo>
                    <a:pt x="17025" y="6706"/>
                  </a:lnTo>
                  <a:cubicBezTo>
                    <a:pt x="17091" y="6184"/>
                    <a:pt x="17168" y="5748"/>
                    <a:pt x="17245" y="5487"/>
                  </a:cubicBezTo>
                  <a:cubicBezTo>
                    <a:pt x="17322" y="5226"/>
                    <a:pt x="17410" y="5052"/>
                    <a:pt x="17509" y="5052"/>
                  </a:cubicBezTo>
                  <a:cubicBezTo>
                    <a:pt x="17652" y="5052"/>
                    <a:pt x="17762" y="5400"/>
                    <a:pt x="17839" y="6010"/>
                  </a:cubicBezTo>
                  <a:close/>
                </a:path>
              </a:pathLst>
            </a:custGeom>
            <a:solidFill>
              <a:srgbClr val="02203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Shape">
              <a:extLst>
                <a:ext uri="{FF2B5EF4-FFF2-40B4-BE49-F238E27FC236}">
                  <a16:creationId xmlns:a16="http://schemas.microsoft.com/office/drawing/2014/main" id="{4DA21CF1-E590-327D-79EB-27F8689C5195}"/>
                </a:ext>
              </a:extLst>
            </p:cNvPr>
            <p:cNvSpPr/>
            <p:nvPr userDrawn="1"/>
          </p:nvSpPr>
          <p:spPr>
            <a:xfrm>
              <a:off x="1714499" y="5257800"/>
              <a:ext cx="4141472" cy="1689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59" y="17540"/>
                  </a:moveTo>
                  <a:cubicBezTo>
                    <a:pt x="4279" y="18027"/>
                    <a:pt x="4286" y="18514"/>
                    <a:pt x="4286" y="19164"/>
                  </a:cubicBezTo>
                  <a:cubicBezTo>
                    <a:pt x="4286" y="19814"/>
                    <a:pt x="4279" y="20463"/>
                    <a:pt x="4259" y="20950"/>
                  </a:cubicBezTo>
                  <a:cubicBezTo>
                    <a:pt x="4239" y="21438"/>
                    <a:pt x="4219" y="21600"/>
                    <a:pt x="4193" y="21600"/>
                  </a:cubicBezTo>
                  <a:cubicBezTo>
                    <a:pt x="4166" y="21600"/>
                    <a:pt x="4146" y="21438"/>
                    <a:pt x="4127" y="20950"/>
                  </a:cubicBezTo>
                  <a:cubicBezTo>
                    <a:pt x="4107" y="20463"/>
                    <a:pt x="4100" y="19976"/>
                    <a:pt x="4100" y="19164"/>
                  </a:cubicBezTo>
                  <a:cubicBezTo>
                    <a:pt x="4100" y="18514"/>
                    <a:pt x="4107" y="17865"/>
                    <a:pt x="4127" y="17540"/>
                  </a:cubicBezTo>
                  <a:cubicBezTo>
                    <a:pt x="4146" y="17053"/>
                    <a:pt x="4166" y="16890"/>
                    <a:pt x="4193" y="16890"/>
                  </a:cubicBezTo>
                  <a:cubicBezTo>
                    <a:pt x="4219" y="16890"/>
                    <a:pt x="4246" y="17053"/>
                    <a:pt x="4259" y="17540"/>
                  </a:cubicBezTo>
                  <a:close/>
                  <a:moveTo>
                    <a:pt x="3670" y="13642"/>
                  </a:moveTo>
                  <a:lnTo>
                    <a:pt x="3623" y="18839"/>
                  </a:lnTo>
                  <a:lnTo>
                    <a:pt x="3617" y="18839"/>
                  </a:lnTo>
                  <a:lnTo>
                    <a:pt x="3564" y="13642"/>
                  </a:lnTo>
                  <a:lnTo>
                    <a:pt x="3411" y="650"/>
                  </a:lnTo>
                  <a:lnTo>
                    <a:pt x="3279" y="650"/>
                  </a:lnTo>
                  <a:lnTo>
                    <a:pt x="3126" y="13642"/>
                  </a:lnTo>
                  <a:lnTo>
                    <a:pt x="3073" y="18839"/>
                  </a:lnTo>
                  <a:lnTo>
                    <a:pt x="3067" y="18839"/>
                  </a:lnTo>
                  <a:lnTo>
                    <a:pt x="3027" y="13642"/>
                  </a:lnTo>
                  <a:lnTo>
                    <a:pt x="2881" y="650"/>
                  </a:lnTo>
                  <a:lnTo>
                    <a:pt x="2749" y="650"/>
                  </a:lnTo>
                  <a:lnTo>
                    <a:pt x="3001" y="21113"/>
                  </a:lnTo>
                  <a:lnTo>
                    <a:pt x="3133" y="21113"/>
                  </a:lnTo>
                  <a:lnTo>
                    <a:pt x="3285" y="8120"/>
                  </a:lnTo>
                  <a:lnTo>
                    <a:pt x="3338" y="2761"/>
                  </a:lnTo>
                  <a:lnTo>
                    <a:pt x="3391" y="8120"/>
                  </a:lnTo>
                  <a:lnTo>
                    <a:pt x="3544" y="21113"/>
                  </a:lnTo>
                  <a:lnTo>
                    <a:pt x="3689" y="21113"/>
                  </a:lnTo>
                  <a:lnTo>
                    <a:pt x="3934" y="650"/>
                  </a:lnTo>
                  <a:lnTo>
                    <a:pt x="3809" y="650"/>
                  </a:lnTo>
                  <a:lnTo>
                    <a:pt x="3670" y="13642"/>
                  </a:lnTo>
                  <a:close/>
                  <a:moveTo>
                    <a:pt x="2292" y="13642"/>
                  </a:moveTo>
                  <a:lnTo>
                    <a:pt x="2245" y="18839"/>
                  </a:lnTo>
                  <a:lnTo>
                    <a:pt x="2239" y="18839"/>
                  </a:lnTo>
                  <a:lnTo>
                    <a:pt x="2192" y="13642"/>
                  </a:lnTo>
                  <a:lnTo>
                    <a:pt x="2040" y="650"/>
                  </a:lnTo>
                  <a:lnTo>
                    <a:pt x="1908" y="650"/>
                  </a:lnTo>
                  <a:lnTo>
                    <a:pt x="1755" y="13642"/>
                  </a:lnTo>
                  <a:lnTo>
                    <a:pt x="1702" y="18839"/>
                  </a:lnTo>
                  <a:lnTo>
                    <a:pt x="1696" y="18839"/>
                  </a:lnTo>
                  <a:lnTo>
                    <a:pt x="1656" y="13642"/>
                  </a:lnTo>
                  <a:lnTo>
                    <a:pt x="1510" y="650"/>
                  </a:lnTo>
                  <a:lnTo>
                    <a:pt x="1378" y="650"/>
                  </a:lnTo>
                  <a:lnTo>
                    <a:pt x="1629" y="21113"/>
                  </a:lnTo>
                  <a:lnTo>
                    <a:pt x="1762" y="21113"/>
                  </a:lnTo>
                  <a:lnTo>
                    <a:pt x="1914" y="8120"/>
                  </a:lnTo>
                  <a:lnTo>
                    <a:pt x="1967" y="2761"/>
                  </a:lnTo>
                  <a:lnTo>
                    <a:pt x="2020" y="8120"/>
                  </a:lnTo>
                  <a:lnTo>
                    <a:pt x="2173" y="21113"/>
                  </a:lnTo>
                  <a:lnTo>
                    <a:pt x="2318" y="21113"/>
                  </a:lnTo>
                  <a:lnTo>
                    <a:pt x="2563" y="650"/>
                  </a:lnTo>
                  <a:lnTo>
                    <a:pt x="2438" y="650"/>
                  </a:lnTo>
                  <a:lnTo>
                    <a:pt x="2292" y="13642"/>
                  </a:lnTo>
                  <a:close/>
                  <a:moveTo>
                    <a:pt x="921" y="13642"/>
                  </a:moveTo>
                  <a:lnTo>
                    <a:pt x="874" y="18839"/>
                  </a:lnTo>
                  <a:lnTo>
                    <a:pt x="868" y="18839"/>
                  </a:lnTo>
                  <a:lnTo>
                    <a:pt x="815" y="13642"/>
                  </a:lnTo>
                  <a:lnTo>
                    <a:pt x="662" y="650"/>
                  </a:lnTo>
                  <a:lnTo>
                    <a:pt x="530" y="650"/>
                  </a:lnTo>
                  <a:lnTo>
                    <a:pt x="378" y="13642"/>
                  </a:lnTo>
                  <a:lnTo>
                    <a:pt x="325" y="18839"/>
                  </a:lnTo>
                  <a:lnTo>
                    <a:pt x="318" y="18839"/>
                  </a:lnTo>
                  <a:lnTo>
                    <a:pt x="278" y="13642"/>
                  </a:lnTo>
                  <a:lnTo>
                    <a:pt x="132" y="650"/>
                  </a:lnTo>
                  <a:lnTo>
                    <a:pt x="0" y="650"/>
                  </a:lnTo>
                  <a:lnTo>
                    <a:pt x="252" y="21113"/>
                  </a:lnTo>
                  <a:lnTo>
                    <a:pt x="384" y="21113"/>
                  </a:lnTo>
                  <a:lnTo>
                    <a:pt x="537" y="8120"/>
                  </a:lnTo>
                  <a:lnTo>
                    <a:pt x="590" y="2761"/>
                  </a:lnTo>
                  <a:lnTo>
                    <a:pt x="643" y="8120"/>
                  </a:lnTo>
                  <a:lnTo>
                    <a:pt x="795" y="21113"/>
                  </a:lnTo>
                  <a:lnTo>
                    <a:pt x="941" y="21113"/>
                  </a:lnTo>
                  <a:lnTo>
                    <a:pt x="1186" y="650"/>
                  </a:lnTo>
                  <a:lnTo>
                    <a:pt x="1060" y="650"/>
                  </a:lnTo>
                  <a:lnTo>
                    <a:pt x="921" y="13642"/>
                  </a:lnTo>
                  <a:close/>
                  <a:moveTo>
                    <a:pt x="18911" y="19001"/>
                  </a:moveTo>
                  <a:cubicBezTo>
                    <a:pt x="18884" y="19164"/>
                    <a:pt x="18845" y="19326"/>
                    <a:pt x="18811" y="19326"/>
                  </a:cubicBezTo>
                  <a:cubicBezTo>
                    <a:pt x="18772" y="19326"/>
                    <a:pt x="18739" y="19164"/>
                    <a:pt x="18699" y="18839"/>
                  </a:cubicBezTo>
                  <a:cubicBezTo>
                    <a:pt x="18659" y="18514"/>
                    <a:pt x="18633" y="18027"/>
                    <a:pt x="18599" y="17377"/>
                  </a:cubicBezTo>
                  <a:cubicBezTo>
                    <a:pt x="18566" y="16728"/>
                    <a:pt x="18546" y="15916"/>
                    <a:pt x="18533" y="14779"/>
                  </a:cubicBezTo>
                  <a:cubicBezTo>
                    <a:pt x="18513" y="13642"/>
                    <a:pt x="18507" y="12343"/>
                    <a:pt x="18507" y="10719"/>
                  </a:cubicBezTo>
                  <a:cubicBezTo>
                    <a:pt x="18507" y="8120"/>
                    <a:pt x="18533" y="6171"/>
                    <a:pt x="18593" y="4710"/>
                  </a:cubicBezTo>
                  <a:cubicBezTo>
                    <a:pt x="18652" y="3248"/>
                    <a:pt x="18725" y="2599"/>
                    <a:pt x="18818" y="2599"/>
                  </a:cubicBezTo>
                  <a:cubicBezTo>
                    <a:pt x="18851" y="2599"/>
                    <a:pt x="18878" y="2599"/>
                    <a:pt x="18911" y="2761"/>
                  </a:cubicBezTo>
                  <a:cubicBezTo>
                    <a:pt x="18937" y="2923"/>
                    <a:pt x="18970" y="3248"/>
                    <a:pt x="19003" y="3573"/>
                  </a:cubicBezTo>
                  <a:lnTo>
                    <a:pt x="19030" y="1137"/>
                  </a:lnTo>
                  <a:cubicBezTo>
                    <a:pt x="18990" y="650"/>
                    <a:pt x="18951" y="325"/>
                    <a:pt x="18911" y="162"/>
                  </a:cubicBezTo>
                  <a:cubicBezTo>
                    <a:pt x="18878" y="0"/>
                    <a:pt x="18838" y="0"/>
                    <a:pt x="18805" y="0"/>
                  </a:cubicBezTo>
                  <a:cubicBezTo>
                    <a:pt x="18745" y="0"/>
                    <a:pt x="18686" y="162"/>
                    <a:pt x="18633" y="650"/>
                  </a:cubicBezTo>
                  <a:cubicBezTo>
                    <a:pt x="18580" y="1137"/>
                    <a:pt x="18540" y="1786"/>
                    <a:pt x="18500" y="2761"/>
                  </a:cubicBezTo>
                  <a:cubicBezTo>
                    <a:pt x="18460" y="3735"/>
                    <a:pt x="18434" y="4872"/>
                    <a:pt x="18414" y="6171"/>
                  </a:cubicBezTo>
                  <a:cubicBezTo>
                    <a:pt x="18394" y="7471"/>
                    <a:pt x="18381" y="8932"/>
                    <a:pt x="18381" y="10556"/>
                  </a:cubicBezTo>
                  <a:cubicBezTo>
                    <a:pt x="18381" y="12343"/>
                    <a:pt x="18394" y="13805"/>
                    <a:pt x="18414" y="15266"/>
                  </a:cubicBezTo>
                  <a:cubicBezTo>
                    <a:pt x="18434" y="16565"/>
                    <a:pt x="18467" y="17702"/>
                    <a:pt x="18507" y="18514"/>
                  </a:cubicBezTo>
                  <a:cubicBezTo>
                    <a:pt x="18546" y="19326"/>
                    <a:pt x="18593" y="20138"/>
                    <a:pt x="18639" y="20463"/>
                  </a:cubicBezTo>
                  <a:cubicBezTo>
                    <a:pt x="18692" y="20950"/>
                    <a:pt x="18745" y="21113"/>
                    <a:pt x="18805" y="21113"/>
                  </a:cubicBezTo>
                  <a:cubicBezTo>
                    <a:pt x="18891" y="21113"/>
                    <a:pt x="18964" y="20788"/>
                    <a:pt x="19030" y="19976"/>
                  </a:cubicBezTo>
                  <a:lnTo>
                    <a:pt x="19003" y="17702"/>
                  </a:lnTo>
                  <a:cubicBezTo>
                    <a:pt x="18964" y="18514"/>
                    <a:pt x="18937" y="18677"/>
                    <a:pt x="18911" y="19001"/>
                  </a:cubicBezTo>
                  <a:close/>
                  <a:moveTo>
                    <a:pt x="21534" y="2111"/>
                  </a:moveTo>
                  <a:cubicBezTo>
                    <a:pt x="21487" y="974"/>
                    <a:pt x="21428" y="325"/>
                    <a:pt x="21342" y="325"/>
                  </a:cubicBezTo>
                  <a:cubicBezTo>
                    <a:pt x="21282" y="325"/>
                    <a:pt x="21229" y="650"/>
                    <a:pt x="21176" y="1137"/>
                  </a:cubicBezTo>
                  <a:cubicBezTo>
                    <a:pt x="21123" y="1786"/>
                    <a:pt x="21083" y="2598"/>
                    <a:pt x="21037" y="3573"/>
                  </a:cubicBezTo>
                  <a:cubicBezTo>
                    <a:pt x="21017" y="2598"/>
                    <a:pt x="20991" y="1624"/>
                    <a:pt x="20951" y="1137"/>
                  </a:cubicBezTo>
                  <a:cubicBezTo>
                    <a:pt x="20911" y="487"/>
                    <a:pt x="20865" y="162"/>
                    <a:pt x="20805" y="162"/>
                  </a:cubicBezTo>
                  <a:cubicBezTo>
                    <a:pt x="20739" y="162"/>
                    <a:pt x="20686" y="487"/>
                    <a:pt x="20646" y="974"/>
                  </a:cubicBezTo>
                  <a:cubicBezTo>
                    <a:pt x="20606" y="1462"/>
                    <a:pt x="20560" y="2274"/>
                    <a:pt x="20520" y="3248"/>
                  </a:cubicBezTo>
                  <a:lnTo>
                    <a:pt x="20500" y="487"/>
                  </a:lnTo>
                  <a:lnTo>
                    <a:pt x="20408" y="487"/>
                  </a:lnTo>
                  <a:lnTo>
                    <a:pt x="20408" y="20950"/>
                  </a:lnTo>
                  <a:lnTo>
                    <a:pt x="20534" y="20950"/>
                  </a:lnTo>
                  <a:lnTo>
                    <a:pt x="20534" y="5684"/>
                  </a:lnTo>
                  <a:cubicBezTo>
                    <a:pt x="20567" y="4710"/>
                    <a:pt x="20606" y="4060"/>
                    <a:pt x="20646" y="3573"/>
                  </a:cubicBezTo>
                  <a:cubicBezTo>
                    <a:pt x="20686" y="3086"/>
                    <a:pt x="20726" y="2761"/>
                    <a:pt x="20765" y="2761"/>
                  </a:cubicBezTo>
                  <a:cubicBezTo>
                    <a:pt x="20832" y="2761"/>
                    <a:pt x="20878" y="3248"/>
                    <a:pt x="20905" y="4060"/>
                  </a:cubicBezTo>
                  <a:cubicBezTo>
                    <a:pt x="20931" y="4872"/>
                    <a:pt x="20944" y="6009"/>
                    <a:pt x="20944" y="7633"/>
                  </a:cubicBezTo>
                  <a:lnTo>
                    <a:pt x="20944" y="21113"/>
                  </a:lnTo>
                  <a:lnTo>
                    <a:pt x="21070" y="21113"/>
                  </a:lnTo>
                  <a:lnTo>
                    <a:pt x="21070" y="6983"/>
                  </a:lnTo>
                  <a:cubicBezTo>
                    <a:pt x="21070" y="6821"/>
                    <a:pt x="21070" y="6496"/>
                    <a:pt x="21070" y="6334"/>
                  </a:cubicBezTo>
                  <a:cubicBezTo>
                    <a:pt x="21070" y="6171"/>
                    <a:pt x="21070" y="5847"/>
                    <a:pt x="21070" y="5684"/>
                  </a:cubicBezTo>
                  <a:cubicBezTo>
                    <a:pt x="21103" y="4710"/>
                    <a:pt x="21136" y="4060"/>
                    <a:pt x="21176" y="3573"/>
                  </a:cubicBezTo>
                  <a:cubicBezTo>
                    <a:pt x="21216" y="3086"/>
                    <a:pt x="21256" y="2761"/>
                    <a:pt x="21295" y="2761"/>
                  </a:cubicBezTo>
                  <a:cubicBezTo>
                    <a:pt x="21362" y="2761"/>
                    <a:pt x="21408" y="3248"/>
                    <a:pt x="21434" y="4060"/>
                  </a:cubicBezTo>
                  <a:cubicBezTo>
                    <a:pt x="21461" y="4872"/>
                    <a:pt x="21474" y="6009"/>
                    <a:pt x="21474" y="7633"/>
                  </a:cubicBezTo>
                  <a:lnTo>
                    <a:pt x="21474" y="21113"/>
                  </a:lnTo>
                  <a:lnTo>
                    <a:pt x="21600" y="21113"/>
                  </a:lnTo>
                  <a:lnTo>
                    <a:pt x="21600" y="6983"/>
                  </a:lnTo>
                  <a:cubicBezTo>
                    <a:pt x="21600" y="4872"/>
                    <a:pt x="21580" y="3248"/>
                    <a:pt x="21534" y="2111"/>
                  </a:cubicBezTo>
                  <a:close/>
                  <a:moveTo>
                    <a:pt x="17997" y="16890"/>
                  </a:moveTo>
                  <a:cubicBezTo>
                    <a:pt x="17970" y="16890"/>
                    <a:pt x="17950" y="17053"/>
                    <a:pt x="17930" y="17540"/>
                  </a:cubicBezTo>
                  <a:cubicBezTo>
                    <a:pt x="17911" y="18027"/>
                    <a:pt x="17904" y="18514"/>
                    <a:pt x="17904" y="19164"/>
                  </a:cubicBezTo>
                  <a:cubicBezTo>
                    <a:pt x="17904" y="19814"/>
                    <a:pt x="17911" y="20463"/>
                    <a:pt x="17930" y="20950"/>
                  </a:cubicBezTo>
                  <a:cubicBezTo>
                    <a:pt x="17950" y="21438"/>
                    <a:pt x="17970" y="21600"/>
                    <a:pt x="17997" y="21600"/>
                  </a:cubicBezTo>
                  <a:cubicBezTo>
                    <a:pt x="18023" y="21600"/>
                    <a:pt x="18043" y="21438"/>
                    <a:pt x="18063" y="20950"/>
                  </a:cubicBezTo>
                  <a:cubicBezTo>
                    <a:pt x="18083" y="20463"/>
                    <a:pt x="18089" y="19976"/>
                    <a:pt x="18089" y="19164"/>
                  </a:cubicBezTo>
                  <a:cubicBezTo>
                    <a:pt x="18089" y="18514"/>
                    <a:pt x="18083" y="17865"/>
                    <a:pt x="18063" y="17540"/>
                  </a:cubicBezTo>
                  <a:cubicBezTo>
                    <a:pt x="18043" y="17053"/>
                    <a:pt x="18023" y="16890"/>
                    <a:pt x="17997" y="16890"/>
                  </a:cubicBezTo>
                  <a:close/>
                  <a:moveTo>
                    <a:pt x="20017" y="6171"/>
                  </a:moveTo>
                  <a:cubicBezTo>
                    <a:pt x="20037" y="7471"/>
                    <a:pt x="20043" y="8932"/>
                    <a:pt x="20043" y="10556"/>
                  </a:cubicBezTo>
                  <a:cubicBezTo>
                    <a:pt x="20043" y="12343"/>
                    <a:pt x="20030" y="13805"/>
                    <a:pt x="20010" y="15104"/>
                  </a:cubicBezTo>
                  <a:cubicBezTo>
                    <a:pt x="19990" y="16403"/>
                    <a:pt x="19964" y="17540"/>
                    <a:pt x="19924" y="18514"/>
                  </a:cubicBezTo>
                  <a:cubicBezTo>
                    <a:pt x="19891" y="19489"/>
                    <a:pt x="19845" y="20138"/>
                    <a:pt x="19798" y="20626"/>
                  </a:cubicBezTo>
                  <a:cubicBezTo>
                    <a:pt x="19752" y="21113"/>
                    <a:pt x="19699" y="21275"/>
                    <a:pt x="19646" y="21275"/>
                  </a:cubicBezTo>
                  <a:cubicBezTo>
                    <a:pt x="19593" y="21275"/>
                    <a:pt x="19540" y="21113"/>
                    <a:pt x="19494" y="20626"/>
                  </a:cubicBezTo>
                  <a:cubicBezTo>
                    <a:pt x="19447" y="20138"/>
                    <a:pt x="19408" y="19489"/>
                    <a:pt x="19368" y="18677"/>
                  </a:cubicBezTo>
                  <a:cubicBezTo>
                    <a:pt x="19335" y="17865"/>
                    <a:pt x="19308" y="16728"/>
                    <a:pt x="19288" y="15429"/>
                  </a:cubicBezTo>
                  <a:cubicBezTo>
                    <a:pt x="19268" y="14129"/>
                    <a:pt x="19255" y="12668"/>
                    <a:pt x="19255" y="10881"/>
                  </a:cubicBezTo>
                  <a:cubicBezTo>
                    <a:pt x="19255" y="9095"/>
                    <a:pt x="19268" y="7633"/>
                    <a:pt x="19288" y="6334"/>
                  </a:cubicBezTo>
                  <a:cubicBezTo>
                    <a:pt x="19308" y="5035"/>
                    <a:pt x="19335" y="3898"/>
                    <a:pt x="19374" y="2923"/>
                  </a:cubicBezTo>
                  <a:cubicBezTo>
                    <a:pt x="19408" y="1949"/>
                    <a:pt x="19454" y="1299"/>
                    <a:pt x="19500" y="812"/>
                  </a:cubicBezTo>
                  <a:cubicBezTo>
                    <a:pt x="19547" y="325"/>
                    <a:pt x="19600" y="162"/>
                    <a:pt x="19659" y="162"/>
                  </a:cubicBezTo>
                  <a:cubicBezTo>
                    <a:pt x="19712" y="162"/>
                    <a:pt x="19765" y="325"/>
                    <a:pt x="19812" y="812"/>
                  </a:cubicBezTo>
                  <a:cubicBezTo>
                    <a:pt x="19858" y="1299"/>
                    <a:pt x="19898" y="1949"/>
                    <a:pt x="19937" y="2761"/>
                  </a:cubicBezTo>
                  <a:cubicBezTo>
                    <a:pt x="19971" y="3898"/>
                    <a:pt x="20004" y="4872"/>
                    <a:pt x="20017" y="6171"/>
                  </a:cubicBezTo>
                  <a:close/>
                  <a:moveTo>
                    <a:pt x="19918" y="10881"/>
                  </a:moveTo>
                  <a:cubicBezTo>
                    <a:pt x="19918" y="9420"/>
                    <a:pt x="19911" y="8283"/>
                    <a:pt x="19898" y="7146"/>
                  </a:cubicBezTo>
                  <a:cubicBezTo>
                    <a:pt x="19884" y="6171"/>
                    <a:pt x="19865" y="5197"/>
                    <a:pt x="19838" y="4547"/>
                  </a:cubicBezTo>
                  <a:cubicBezTo>
                    <a:pt x="19812" y="3898"/>
                    <a:pt x="19785" y="3410"/>
                    <a:pt x="19752" y="3086"/>
                  </a:cubicBezTo>
                  <a:cubicBezTo>
                    <a:pt x="19719" y="2761"/>
                    <a:pt x="19686" y="2599"/>
                    <a:pt x="19653" y="2599"/>
                  </a:cubicBezTo>
                  <a:cubicBezTo>
                    <a:pt x="19620" y="2599"/>
                    <a:pt x="19586" y="2761"/>
                    <a:pt x="19553" y="3086"/>
                  </a:cubicBezTo>
                  <a:cubicBezTo>
                    <a:pt x="19520" y="3411"/>
                    <a:pt x="19494" y="3898"/>
                    <a:pt x="19467" y="4547"/>
                  </a:cubicBezTo>
                  <a:cubicBezTo>
                    <a:pt x="19441" y="5197"/>
                    <a:pt x="19421" y="6009"/>
                    <a:pt x="19408" y="6983"/>
                  </a:cubicBezTo>
                  <a:cubicBezTo>
                    <a:pt x="19394" y="7958"/>
                    <a:pt x="19388" y="9257"/>
                    <a:pt x="19388" y="10719"/>
                  </a:cubicBezTo>
                  <a:cubicBezTo>
                    <a:pt x="19388" y="12180"/>
                    <a:pt x="19394" y="13480"/>
                    <a:pt x="19408" y="14454"/>
                  </a:cubicBezTo>
                  <a:cubicBezTo>
                    <a:pt x="19421" y="15429"/>
                    <a:pt x="19441" y="16403"/>
                    <a:pt x="19467" y="17053"/>
                  </a:cubicBezTo>
                  <a:cubicBezTo>
                    <a:pt x="19494" y="17702"/>
                    <a:pt x="19520" y="18189"/>
                    <a:pt x="19553" y="18514"/>
                  </a:cubicBezTo>
                  <a:cubicBezTo>
                    <a:pt x="19586" y="18839"/>
                    <a:pt x="19620" y="19001"/>
                    <a:pt x="19653" y="19001"/>
                  </a:cubicBezTo>
                  <a:cubicBezTo>
                    <a:pt x="19686" y="19001"/>
                    <a:pt x="19719" y="18839"/>
                    <a:pt x="19752" y="18514"/>
                  </a:cubicBezTo>
                  <a:cubicBezTo>
                    <a:pt x="19785" y="18189"/>
                    <a:pt x="19812" y="17702"/>
                    <a:pt x="19838" y="17053"/>
                  </a:cubicBezTo>
                  <a:cubicBezTo>
                    <a:pt x="19865" y="16403"/>
                    <a:pt x="19884" y="15591"/>
                    <a:pt x="19898" y="14454"/>
                  </a:cubicBezTo>
                  <a:cubicBezTo>
                    <a:pt x="19911" y="13805"/>
                    <a:pt x="19918" y="12505"/>
                    <a:pt x="19918" y="10881"/>
                  </a:cubicBezTo>
                  <a:close/>
                </a:path>
              </a:pathLst>
            </a:custGeom>
            <a:solidFill>
              <a:srgbClr val="D3D3D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513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63482"/>
            <a:ext cx="10515600" cy="739056"/>
          </a:xfrm>
          <a:prstGeom prst="rect">
            <a:avLst/>
          </a:prstGeom>
        </p:spPr>
        <p:txBody>
          <a:bodyPr rIns="0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9200"/>
            <a:ext cx="10515600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305911"/>
            <a:ext cx="12192000" cy="5520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15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-12701" y="6959601"/>
            <a:ext cx="16039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0" i="0" dirty="0">
                <a:solidFill>
                  <a:srgbClr val="008C58"/>
                </a:solidFill>
                <a:effectLst/>
                <a:latin typeface="+mn-lt"/>
              </a:rPr>
              <a:t>© </a:t>
            </a:r>
            <a:r>
              <a:rPr lang="en-US" sz="1200" b="0" i="0" u="none" strike="noStrike" dirty="0">
                <a:solidFill>
                  <a:srgbClr val="008C58"/>
                </a:solidFill>
                <a:effectLst/>
                <a:latin typeface="+mn-lt"/>
                <a:hlinkClick r:id="rId3" tooltip="PresentationGo!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presentationgo.com</a:t>
            </a:r>
            <a:endParaRPr lang="en-US" sz="1200" dirty="0">
              <a:solidFill>
                <a:srgbClr val="008C58"/>
              </a:solidFill>
              <a:latin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EFF1A5-A306-8A52-C88A-8BEF71F01730}"/>
              </a:ext>
            </a:extLst>
          </p:cNvPr>
          <p:cNvGrpSpPr/>
          <p:nvPr userDrawn="1"/>
        </p:nvGrpSpPr>
        <p:grpSpPr>
          <a:xfrm>
            <a:off x="12313760" y="-58780"/>
            <a:ext cx="1738741" cy="604829"/>
            <a:chOff x="-1808527" y="-16654"/>
            <a:chExt cx="1738741" cy="60482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A50FD8E-19D7-5B2F-6254-FB0B4BCB9871}"/>
                </a:ext>
              </a:extLst>
            </p:cNvPr>
            <p:cNvGrpSpPr/>
            <p:nvPr userDrawn="1"/>
          </p:nvGrpSpPr>
          <p:grpSpPr>
            <a:xfrm>
              <a:off x="-1808527" y="-16654"/>
              <a:ext cx="1738741" cy="604829"/>
              <a:chOff x="-2250002" y="21447"/>
              <a:chExt cx="1738741" cy="604829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213115-9842-67D1-D9D6-633479CDE9CB}"/>
                  </a:ext>
                </a:extLst>
              </p:cNvPr>
              <p:cNvSpPr txBox="1"/>
              <p:nvPr userDrawn="1"/>
            </p:nvSpPr>
            <p:spPr>
              <a:xfrm>
                <a:off x="-2250002" y="21447"/>
                <a:ext cx="34336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By: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AEE582F-C1D0-CB4C-7244-58A246DA1C6C}"/>
                  </a:ext>
                </a:extLst>
              </p:cNvPr>
              <p:cNvSpPr txBox="1"/>
              <p:nvPr userDrawn="1"/>
            </p:nvSpPr>
            <p:spPr>
              <a:xfrm>
                <a:off x="-950805" y="380055"/>
                <a:ext cx="43954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.com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5C23839-F8D9-FC13-F695-5873F14BAF9B}"/>
                </a:ext>
              </a:extLst>
            </p:cNvPr>
            <p:cNvGrpSpPr/>
            <p:nvPr userDrawn="1"/>
          </p:nvGrpSpPr>
          <p:grpSpPr>
            <a:xfrm>
              <a:off x="-1719071" y="218885"/>
              <a:ext cx="1547194" cy="159662"/>
              <a:chOff x="757647" y="1021854"/>
              <a:chExt cx="5325710" cy="549583"/>
            </a:xfrm>
          </p:grpSpPr>
          <p:sp>
            <p:nvSpPr>
              <p:cNvPr id="7" name="Shape">
                <a:extLst>
                  <a:ext uri="{FF2B5EF4-FFF2-40B4-BE49-F238E27FC236}">
                    <a16:creationId xmlns:a16="http://schemas.microsoft.com/office/drawing/2014/main" id="{D2DFAADE-AEEE-67C4-E631-0A26CC2A0487}"/>
                  </a:ext>
                </a:extLst>
              </p:cNvPr>
              <p:cNvSpPr/>
              <p:nvPr userDrawn="1"/>
            </p:nvSpPr>
            <p:spPr>
              <a:xfrm>
                <a:off x="757647" y="1022945"/>
                <a:ext cx="4193833" cy="5484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662"/>
                    </a:moveTo>
                    <a:lnTo>
                      <a:pt x="882" y="2662"/>
                    </a:lnTo>
                    <a:cubicBezTo>
                      <a:pt x="1028" y="2662"/>
                      <a:pt x="1163" y="2791"/>
                      <a:pt x="1280" y="3049"/>
                    </a:cubicBezTo>
                    <a:cubicBezTo>
                      <a:pt x="1398" y="3307"/>
                      <a:pt x="1500" y="3693"/>
                      <a:pt x="1584" y="4165"/>
                    </a:cubicBezTo>
                    <a:cubicBezTo>
                      <a:pt x="1668" y="4638"/>
                      <a:pt x="1730" y="5239"/>
                      <a:pt x="1775" y="5969"/>
                    </a:cubicBezTo>
                    <a:cubicBezTo>
                      <a:pt x="1820" y="6656"/>
                      <a:pt x="1842" y="7472"/>
                      <a:pt x="1842" y="8374"/>
                    </a:cubicBezTo>
                    <a:cubicBezTo>
                      <a:pt x="1842" y="9447"/>
                      <a:pt x="1814" y="10392"/>
                      <a:pt x="1763" y="11165"/>
                    </a:cubicBezTo>
                    <a:cubicBezTo>
                      <a:pt x="1707" y="11938"/>
                      <a:pt x="1634" y="12625"/>
                      <a:pt x="1544" y="13140"/>
                    </a:cubicBezTo>
                    <a:cubicBezTo>
                      <a:pt x="1455" y="13656"/>
                      <a:pt x="1348" y="14042"/>
                      <a:pt x="1224" y="14300"/>
                    </a:cubicBezTo>
                    <a:cubicBezTo>
                      <a:pt x="1101" y="14557"/>
                      <a:pt x="972" y="14686"/>
                      <a:pt x="837" y="14686"/>
                    </a:cubicBezTo>
                    <a:lnTo>
                      <a:pt x="590" y="14686"/>
                    </a:lnTo>
                    <a:lnTo>
                      <a:pt x="590" y="21299"/>
                    </a:lnTo>
                    <a:lnTo>
                      <a:pt x="0" y="21299"/>
                    </a:lnTo>
                    <a:lnTo>
                      <a:pt x="0" y="2662"/>
                    </a:lnTo>
                    <a:close/>
                    <a:moveTo>
                      <a:pt x="584" y="11251"/>
                    </a:moveTo>
                    <a:lnTo>
                      <a:pt x="798" y="11251"/>
                    </a:lnTo>
                    <a:cubicBezTo>
                      <a:pt x="854" y="11251"/>
                      <a:pt x="910" y="11208"/>
                      <a:pt x="966" y="11122"/>
                    </a:cubicBezTo>
                    <a:cubicBezTo>
                      <a:pt x="1022" y="11036"/>
                      <a:pt x="1067" y="10864"/>
                      <a:pt x="1106" y="10650"/>
                    </a:cubicBezTo>
                    <a:cubicBezTo>
                      <a:pt x="1146" y="10435"/>
                      <a:pt x="1179" y="10177"/>
                      <a:pt x="1202" y="9834"/>
                    </a:cubicBezTo>
                    <a:cubicBezTo>
                      <a:pt x="1224" y="9490"/>
                      <a:pt x="1241" y="9104"/>
                      <a:pt x="1241" y="8588"/>
                    </a:cubicBezTo>
                    <a:cubicBezTo>
                      <a:pt x="1241" y="7730"/>
                      <a:pt x="1202" y="7085"/>
                      <a:pt x="1129" y="6656"/>
                    </a:cubicBezTo>
                    <a:cubicBezTo>
                      <a:pt x="1050" y="6227"/>
                      <a:pt x="955" y="6012"/>
                      <a:pt x="826" y="6012"/>
                    </a:cubicBezTo>
                    <a:lnTo>
                      <a:pt x="590" y="6012"/>
                    </a:lnTo>
                    <a:lnTo>
                      <a:pt x="590" y="11251"/>
                    </a:lnTo>
                    <a:close/>
                    <a:moveTo>
                      <a:pt x="2179" y="21256"/>
                    </a:moveTo>
                    <a:lnTo>
                      <a:pt x="2179" y="7085"/>
                    </a:lnTo>
                    <a:lnTo>
                      <a:pt x="2628" y="7085"/>
                    </a:lnTo>
                    <a:lnTo>
                      <a:pt x="2685" y="9576"/>
                    </a:lnTo>
                    <a:cubicBezTo>
                      <a:pt x="2707" y="9233"/>
                      <a:pt x="2735" y="8889"/>
                      <a:pt x="2769" y="8546"/>
                    </a:cubicBezTo>
                    <a:cubicBezTo>
                      <a:pt x="2802" y="8202"/>
                      <a:pt x="2842" y="7901"/>
                      <a:pt x="2887" y="7644"/>
                    </a:cubicBezTo>
                    <a:cubicBezTo>
                      <a:pt x="2932" y="7386"/>
                      <a:pt x="2988" y="7171"/>
                      <a:pt x="3044" y="7043"/>
                    </a:cubicBezTo>
                    <a:cubicBezTo>
                      <a:pt x="3106" y="6871"/>
                      <a:pt x="3173" y="6828"/>
                      <a:pt x="3246" y="6828"/>
                    </a:cubicBezTo>
                    <a:cubicBezTo>
                      <a:pt x="3302" y="6828"/>
                      <a:pt x="3353" y="6871"/>
                      <a:pt x="3403" y="7000"/>
                    </a:cubicBezTo>
                    <a:cubicBezTo>
                      <a:pt x="3448" y="7128"/>
                      <a:pt x="3488" y="7214"/>
                      <a:pt x="3516" y="7386"/>
                    </a:cubicBezTo>
                    <a:lnTo>
                      <a:pt x="3426" y="10779"/>
                    </a:lnTo>
                    <a:cubicBezTo>
                      <a:pt x="3398" y="10650"/>
                      <a:pt x="3364" y="10564"/>
                      <a:pt x="3319" y="10435"/>
                    </a:cubicBezTo>
                    <a:cubicBezTo>
                      <a:pt x="3274" y="10349"/>
                      <a:pt x="3224" y="10306"/>
                      <a:pt x="3156" y="10306"/>
                    </a:cubicBezTo>
                    <a:cubicBezTo>
                      <a:pt x="3038" y="10306"/>
                      <a:pt x="2937" y="10607"/>
                      <a:pt x="2859" y="11208"/>
                    </a:cubicBezTo>
                    <a:cubicBezTo>
                      <a:pt x="2780" y="11809"/>
                      <a:pt x="2741" y="12840"/>
                      <a:pt x="2741" y="14257"/>
                    </a:cubicBezTo>
                    <a:lnTo>
                      <a:pt x="2741" y="21342"/>
                    </a:lnTo>
                    <a:lnTo>
                      <a:pt x="2179" y="21342"/>
                    </a:lnTo>
                    <a:close/>
                    <a:moveTo>
                      <a:pt x="5279" y="15416"/>
                    </a:moveTo>
                    <a:lnTo>
                      <a:pt x="4083" y="15416"/>
                    </a:lnTo>
                    <a:lnTo>
                      <a:pt x="4083" y="15545"/>
                    </a:lnTo>
                    <a:cubicBezTo>
                      <a:pt x="4083" y="16533"/>
                      <a:pt x="4134" y="17263"/>
                      <a:pt x="4235" y="17692"/>
                    </a:cubicBezTo>
                    <a:cubicBezTo>
                      <a:pt x="4336" y="18165"/>
                      <a:pt x="4459" y="18379"/>
                      <a:pt x="4611" y="18379"/>
                    </a:cubicBezTo>
                    <a:cubicBezTo>
                      <a:pt x="4718" y="18379"/>
                      <a:pt x="4807" y="18293"/>
                      <a:pt x="4886" y="18165"/>
                    </a:cubicBezTo>
                    <a:cubicBezTo>
                      <a:pt x="4965" y="17993"/>
                      <a:pt x="5032" y="17821"/>
                      <a:pt x="5088" y="17606"/>
                    </a:cubicBezTo>
                    <a:lnTo>
                      <a:pt x="5195" y="20612"/>
                    </a:lnTo>
                    <a:cubicBezTo>
                      <a:pt x="5128" y="20870"/>
                      <a:pt x="5038" y="21085"/>
                      <a:pt x="4931" y="21299"/>
                    </a:cubicBezTo>
                    <a:cubicBezTo>
                      <a:pt x="4824" y="21514"/>
                      <a:pt x="4695" y="21600"/>
                      <a:pt x="4538" y="21600"/>
                    </a:cubicBezTo>
                    <a:cubicBezTo>
                      <a:pt x="4398" y="21600"/>
                      <a:pt x="4268" y="21471"/>
                      <a:pt x="4145" y="21171"/>
                    </a:cubicBezTo>
                    <a:cubicBezTo>
                      <a:pt x="4021" y="20870"/>
                      <a:pt x="3909" y="20441"/>
                      <a:pt x="3819" y="19839"/>
                    </a:cubicBezTo>
                    <a:cubicBezTo>
                      <a:pt x="3724" y="19238"/>
                      <a:pt x="3651" y="18508"/>
                      <a:pt x="3594" y="17606"/>
                    </a:cubicBezTo>
                    <a:cubicBezTo>
                      <a:pt x="3538" y="16705"/>
                      <a:pt x="3510" y="15631"/>
                      <a:pt x="3510" y="14343"/>
                    </a:cubicBezTo>
                    <a:cubicBezTo>
                      <a:pt x="3510" y="13226"/>
                      <a:pt x="3533" y="12196"/>
                      <a:pt x="3578" y="11251"/>
                    </a:cubicBezTo>
                    <a:cubicBezTo>
                      <a:pt x="3622" y="10306"/>
                      <a:pt x="3684" y="9533"/>
                      <a:pt x="3768" y="8846"/>
                    </a:cubicBezTo>
                    <a:cubicBezTo>
                      <a:pt x="3853" y="8159"/>
                      <a:pt x="3948" y="7644"/>
                      <a:pt x="4066" y="7300"/>
                    </a:cubicBezTo>
                    <a:cubicBezTo>
                      <a:pt x="4178" y="6957"/>
                      <a:pt x="4308" y="6742"/>
                      <a:pt x="4448" y="6742"/>
                    </a:cubicBezTo>
                    <a:cubicBezTo>
                      <a:pt x="4701" y="6742"/>
                      <a:pt x="4903" y="7343"/>
                      <a:pt x="5060" y="8503"/>
                    </a:cubicBezTo>
                    <a:cubicBezTo>
                      <a:pt x="5212" y="9662"/>
                      <a:pt x="5290" y="11380"/>
                      <a:pt x="5290" y="13527"/>
                    </a:cubicBezTo>
                    <a:lnTo>
                      <a:pt x="5290" y="15416"/>
                    </a:lnTo>
                    <a:close/>
                    <a:moveTo>
                      <a:pt x="4695" y="12453"/>
                    </a:moveTo>
                    <a:cubicBezTo>
                      <a:pt x="4695" y="12110"/>
                      <a:pt x="4690" y="11809"/>
                      <a:pt x="4678" y="11466"/>
                    </a:cubicBezTo>
                    <a:cubicBezTo>
                      <a:pt x="4667" y="11165"/>
                      <a:pt x="4650" y="10864"/>
                      <a:pt x="4628" y="10607"/>
                    </a:cubicBezTo>
                    <a:cubicBezTo>
                      <a:pt x="4605" y="10349"/>
                      <a:pt x="4577" y="10177"/>
                      <a:pt x="4544" y="10006"/>
                    </a:cubicBezTo>
                    <a:cubicBezTo>
                      <a:pt x="4510" y="9877"/>
                      <a:pt x="4465" y="9791"/>
                      <a:pt x="4420" y="9791"/>
                    </a:cubicBezTo>
                    <a:cubicBezTo>
                      <a:pt x="4330" y="9791"/>
                      <a:pt x="4257" y="10049"/>
                      <a:pt x="4195" y="10521"/>
                    </a:cubicBezTo>
                    <a:cubicBezTo>
                      <a:pt x="4134" y="10993"/>
                      <a:pt x="4100" y="11637"/>
                      <a:pt x="4089" y="12496"/>
                    </a:cubicBezTo>
                    <a:lnTo>
                      <a:pt x="4695" y="12453"/>
                    </a:lnTo>
                    <a:close/>
                    <a:moveTo>
                      <a:pt x="6773" y="10693"/>
                    </a:moveTo>
                    <a:cubicBezTo>
                      <a:pt x="6706" y="10435"/>
                      <a:pt x="6633" y="10220"/>
                      <a:pt x="6554" y="10091"/>
                    </a:cubicBezTo>
                    <a:cubicBezTo>
                      <a:pt x="6476" y="9963"/>
                      <a:pt x="6402" y="9877"/>
                      <a:pt x="6329" y="9877"/>
                    </a:cubicBezTo>
                    <a:cubicBezTo>
                      <a:pt x="6262" y="9877"/>
                      <a:pt x="6206" y="9963"/>
                      <a:pt x="6167" y="10134"/>
                    </a:cubicBezTo>
                    <a:cubicBezTo>
                      <a:pt x="6127" y="10306"/>
                      <a:pt x="6105" y="10564"/>
                      <a:pt x="6105" y="10864"/>
                    </a:cubicBezTo>
                    <a:cubicBezTo>
                      <a:pt x="6105" y="11208"/>
                      <a:pt x="6127" y="11466"/>
                      <a:pt x="6167" y="11723"/>
                    </a:cubicBezTo>
                    <a:cubicBezTo>
                      <a:pt x="6206" y="11938"/>
                      <a:pt x="6285" y="12196"/>
                      <a:pt x="6402" y="12453"/>
                    </a:cubicBezTo>
                    <a:lnTo>
                      <a:pt x="6520" y="12711"/>
                    </a:lnTo>
                    <a:cubicBezTo>
                      <a:pt x="6672" y="13054"/>
                      <a:pt x="6790" y="13570"/>
                      <a:pt x="6869" y="14257"/>
                    </a:cubicBezTo>
                    <a:cubicBezTo>
                      <a:pt x="6947" y="14944"/>
                      <a:pt x="6987" y="15803"/>
                      <a:pt x="6987" y="16876"/>
                    </a:cubicBezTo>
                    <a:cubicBezTo>
                      <a:pt x="6987" y="17563"/>
                      <a:pt x="6970" y="18208"/>
                      <a:pt x="6930" y="18809"/>
                    </a:cubicBezTo>
                    <a:cubicBezTo>
                      <a:pt x="6891" y="19410"/>
                      <a:pt x="6835" y="19882"/>
                      <a:pt x="6768" y="20312"/>
                    </a:cubicBezTo>
                    <a:cubicBezTo>
                      <a:pt x="6695" y="20741"/>
                      <a:pt x="6610" y="21042"/>
                      <a:pt x="6515" y="21256"/>
                    </a:cubicBezTo>
                    <a:cubicBezTo>
                      <a:pt x="6414" y="21471"/>
                      <a:pt x="6307" y="21600"/>
                      <a:pt x="6183" y="21600"/>
                    </a:cubicBezTo>
                    <a:cubicBezTo>
                      <a:pt x="6054" y="21600"/>
                      <a:pt x="5936" y="21514"/>
                      <a:pt x="5835" y="21342"/>
                    </a:cubicBezTo>
                    <a:cubicBezTo>
                      <a:pt x="5734" y="21171"/>
                      <a:pt x="5639" y="20913"/>
                      <a:pt x="5554" y="20569"/>
                    </a:cubicBezTo>
                    <a:lnTo>
                      <a:pt x="5678" y="17435"/>
                    </a:lnTo>
                    <a:cubicBezTo>
                      <a:pt x="5751" y="17735"/>
                      <a:pt x="5830" y="17950"/>
                      <a:pt x="5914" y="18165"/>
                    </a:cubicBezTo>
                    <a:cubicBezTo>
                      <a:pt x="5993" y="18336"/>
                      <a:pt x="6077" y="18465"/>
                      <a:pt x="6161" y="18465"/>
                    </a:cubicBezTo>
                    <a:cubicBezTo>
                      <a:pt x="6256" y="18465"/>
                      <a:pt x="6329" y="18336"/>
                      <a:pt x="6369" y="18122"/>
                    </a:cubicBezTo>
                    <a:cubicBezTo>
                      <a:pt x="6408" y="17907"/>
                      <a:pt x="6431" y="17649"/>
                      <a:pt x="6431" y="17349"/>
                    </a:cubicBezTo>
                    <a:cubicBezTo>
                      <a:pt x="6431" y="17177"/>
                      <a:pt x="6425" y="17005"/>
                      <a:pt x="6419" y="16876"/>
                    </a:cubicBezTo>
                    <a:cubicBezTo>
                      <a:pt x="6408" y="16748"/>
                      <a:pt x="6397" y="16619"/>
                      <a:pt x="6369" y="16490"/>
                    </a:cubicBezTo>
                    <a:cubicBezTo>
                      <a:pt x="6346" y="16361"/>
                      <a:pt x="6313" y="16275"/>
                      <a:pt x="6268" y="16146"/>
                    </a:cubicBezTo>
                    <a:cubicBezTo>
                      <a:pt x="6223" y="16017"/>
                      <a:pt x="6172" y="15889"/>
                      <a:pt x="6105" y="15760"/>
                    </a:cubicBezTo>
                    <a:lnTo>
                      <a:pt x="5987" y="15502"/>
                    </a:lnTo>
                    <a:cubicBezTo>
                      <a:pt x="5835" y="15116"/>
                      <a:pt x="5723" y="14600"/>
                      <a:pt x="5656" y="13956"/>
                    </a:cubicBezTo>
                    <a:cubicBezTo>
                      <a:pt x="5588" y="13312"/>
                      <a:pt x="5549" y="12410"/>
                      <a:pt x="5549" y="11294"/>
                    </a:cubicBezTo>
                    <a:cubicBezTo>
                      <a:pt x="5549" y="10650"/>
                      <a:pt x="5566" y="10049"/>
                      <a:pt x="5599" y="9490"/>
                    </a:cubicBezTo>
                    <a:cubicBezTo>
                      <a:pt x="5633" y="8932"/>
                      <a:pt x="5684" y="8460"/>
                      <a:pt x="5745" y="8073"/>
                    </a:cubicBezTo>
                    <a:cubicBezTo>
                      <a:pt x="5807" y="7687"/>
                      <a:pt x="5886" y="7343"/>
                      <a:pt x="5976" y="7128"/>
                    </a:cubicBezTo>
                    <a:cubicBezTo>
                      <a:pt x="6066" y="6914"/>
                      <a:pt x="6172" y="6785"/>
                      <a:pt x="6290" y="6785"/>
                    </a:cubicBezTo>
                    <a:cubicBezTo>
                      <a:pt x="6408" y="6785"/>
                      <a:pt x="6520" y="6871"/>
                      <a:pt x="6622" y="7043"/>
                    </a:cubicBezTo>
                    <a:cubicBezTo>
                      <a:pt x="6723" y="7214"/>
                      <a:pt x="6812" y="7429"/>
                      <a:pt x="6897" y="7730"/>
                    </a:cubicBezTo>
                    <a:lnTo>
                      <a:pt x="6773" y="10693"/>
                    </a:lnTo>
                    <a:close/>
                    <a:moveTo>
                      <a:pt x="8992" y="15416"/>
                    </a:moveTo>
                    <a:lnTo>
                      <a:pt x="7795" y="15416"/>
                    </a:lnTo>
                    <a:lnTo>
                      <a:pt x="7795" y="15545"/>
                    </a:lnTo>
                    <a:cubicBezTo>
                      <a:pt x="7795" y="16533"/>
                      <a:pt x="7846" y="17263"/>
                      <a:pt x="7947" y="17692"/>
                    </a:cubicBezTo>
                    <a:cubicBezTo>
                      <a:pt x="8048" y="18165"/>
                      <a:pt x="8172" y="18379"/>
                      <a:pt x="8323" y="18379"/>
                    </a:cubicBezTo>
                    <a:cubicBezTo>
                      <a:pt x="8430" y="18379"/>
                      <a:pt x="8520" y="18293"/>
                      <a:pt x="8598" y="18165"/>
                    </a:cubicBezTo>
                    <a:cubicBezTo>
                      <a:pt x="8677" y="17993"/>
                      <a:pt x="8744" y="17821"/>
                      <a:pt x="8801" y="17606"/>
                    </a:cubicBezTo>
                    <a:lnTo>
                      <a:pt x="8907" y="20612"/>
                    </a:lnTo>
                    <a:cubicBezTo>
                      <a:pt x="8840" y="20870"/>
                      <a:pt x="8750" y="21085"/>
                      <a:pt x="8643" y="21299"/>
                    </a:cubicBezTo>
                    <a:cubicBezTo>
                      <a:pt x="8537" y="21514"/>
                      <a:pt x="8407" y="21600"/>
                      <a:pt x="8250" y="21600"/>
                    </a:cubicBezTo>
                    <a:cubicBezTo>
                      <a:pt x="8110" y="21600"/>
                      <a:pt x="7981" y="21471"/>
                      <a:pt x="7857" y="21171"/>
                    </a:cubicBezTo>
                    <a:cubicBezTo>
                      <a:pt x="7734" y="20870"/>
                      <a:pt x="7621" y="20441"/>
                      <a:pt x="7531" y="19839"/>
                    </a:cubicBezTo>
                    <a:cubicBezTo>
                      <a:pt x="7436" y="19238"/>
                      <a:pt x="7363" y="18508"/>
                      <a:pt x="7307" y="17606"/>
                    </a:cubicBezTo>
                    <a:cubicBezTo>
                      <a:pt x="7251" y="16705"/>
                      <a:pt x="7222" y="15631"/>
                      <a:pt x="7222" y="14343"/>
                    </a:cubicBezTo>
                    <a:cubicBezTo>
                      <a:pt x="7222" y="13226"/>
                      <a:pt x="7245" y="12196"/>
                      <a:pt x="7290" y="11251"/>
                    </a:cubicBezTo>
                    <a:cubicBezTo>
                      <a:pt x="7335" y="10306"/>
                      <a:pt x="7397" y="9533"/>
                      <a:pt x="7481" y="8846"/>
                    </a:cubicBezTo>
                    <a:cubicBezTo>
                      <a:pt x="7565" y="8159"/>
                      <a:pt x="7661" y="7644"/>
                      <a:pt x="7778" y="7300"/>
                    </a:cubicBezTo>
                    <a:cubicBezTo>
                      <a:pt x="7891" y="6957"/>
                      <a:pt x="8020" y="6742"/>
                      <a:pt x="8160" y="6742"/>
                    </a:cubicBezTo>
                    <a:cubicBezTo>
                      <a:pt x="8413" y="6742"/>
                      <a:pt x="8615" y="7343"/>
                      <a:pt x="8773" y="8503"/>
                    </a:cubicBezTo>
                    <a:cubicBezTo>
                      <a:pt x="8924" y="9662"/>
                      <a:pt x="9003" y="11380"/>
                      <a:pt x="9003" y="13527"/>
                    </a:cubicBezTo>
                    <a:lnTo>
                      <a:pt x="9003" y="15416"/>
                    </a:lnTo>
                    <a:close/>
                    <a:moveTo>
                      <a:pt x="8413" y="12453"/>
                    </a:moveTo>
                    <a:cubicBezTo>
                      <a:pt x="8413" y="12110"/>
                      <a:pt x="8407" y="11809"/>
                      <a:pt x="8396" y="11466"/>
                    </a:cubicBezTo>
                    <a:cubicBezTo>
                      <a:pt x="8385" y="11165"/>
                      <a:pt x="8368" y="10864"/>
                      <a:pt x="8346" y="10607"/>
                    </a:cubicBezTo>
                    <a:cubicBezTo>
                      <a:pt x="8323" y="10349"/>
                      <a:pt x="8295" y="10177"/>
                      <a:pt x="8261" y="10006"/>
                    </a:cubicBezTo>
                    <a:cubicBezTo>
                      <a:pt x="8228" y="9834"/>
                      <a:pt x="8183" y="9791"/>
                      <a:pt x="8138" y="9791"/>
                    </a:cubicBezTo>
                    <a:cubicBezTo>
                      <a:pt x="8048" y="9791"/>
                      <a:pt x="7975" y="10049"/>
                      <a:pt x="7913" y="10521"/>
                    </a:cubicBezTo>
                    <a:cubicBezTo>
                      <a:pt x="7851" y="10993"/>
                      <a:pt x="7818" y="11637"/>
                      <a:pt x="7807" y="12496"/>
                    </a:cubicBezTo>
                    <a:lnTo>
                      <a:pt x="8413" y="12453"/>
                    </a:lnTo>
                    <a:close/>
                    <a:moveTo>
                      <a:pt x="9913" y="21256"/>
                    </a:moveTo>
                    <a:lnTo>
                      <a:pt x="9340" y="21256"/>
                    </a:lnTo>
                    <a:lnTo>
                      <a:pt x="9340" y="7085"/>
                    </a:lnTo>
                    <a:lnTo>
                      <a:pt x="9783" y="7085"/>
                    </a:lnTo>
                    <a:lnTo>
                      <a:pt x="9851" y="8846"/>
                    </a:lnTo>
                    <a:cubicBezTo>
                      <a:pt x="9935" y="8202"/>
                      <a:pt x="10025" y="7687"/>
                      <a:pt x="10126" y="7300"/>
                    </a:cubicBezTo>
                    <a:cubicBezTo>
                      <a:pt x="10227" y="6914"/>
                      <a:pt x="10339" y="6742"/>
                      <a:pt x="10463" y="6742"/>
                    </a:cubicBezTo>
                    <a:cubicBezTo>
                      <a:pt x="10671" y="6742"/>
                      <a:pt x="10828" y="7171"/>
                      <a:pt x="10940" y="8030"/>
                    </a:cubicBezTo>
                    <a:cubicBezTo>
                      <a:pt x="11053" y="8889"/>
                      <a:pt x="11109" y="10177"/>
                      <a:pt x="11109" y="11852"/>
                    </a:cubicBezTo>
                    <a:lnTo>
                      <a:pt x="11109" y="21214"/>
                    </a:lnTo>
                    <a:lnTo>
                      <a:pt x="10536" y="21214"/>
                    </a:lnTo>
                    <a:lnTo>
                      <a:pt x="10536" y="12281"/>
                    </a:lnTo>
                    <a:cubicBezTo>
                      <a:pt x="10536" y="11594"/>
                      <a:pt x="10514" y="11036"/>
                      <a:pt x="10474" y="10650"/>
                    </a:cubicBezTo>
                    <a:cubicBezTo>
                      <a:pt x="10429" y="10263"/>
                      <a:pt x="10368" y="10048"/>
                      <a:pt x="10289" y="10048"/>
                    </a:cubicBezTo>
                    <a:cubicBezTo>
                      <a:pt x="10227" y="10048"/>
                      <a:pt x="10160" y="10177"/>
                      <a:pt x="10092" y="10478"/>
                    </a:cubicBezTo>
                    <a:cubicBezTo>
                      <a:pt x="10025" y="10736"/>
                      <a:pt x="9963" y="11122"/>
                      <a:pt x="9913" y="11551"/>
                    </a:cubicBezTo>
                    <a:lnTo>
                      <a:pt x="9913" y="21256"/>
                    </a:lnTo>
                    <a:close/>
                    <a:moveTo>
                      <a:pt x="12687" y="10220"/>
                    </a:moveTo>
                    <a:lnTo>
                      <a:pt x="12215" y="10220"/>
                    </a:lnTo>
                    <a:lnTo>
                      <a:pt x="12215" y="16189"/>
                    </a:lnTo>
                    <a:cubicBezTo>
                      <a:pt x="12215" y="16833"/>
                      <a:pt x="12232" y="17306"/>
                      <a:pt x="12271" y="17563"/>
                    </a:cubicBezTo>
                    <a:cubicBezTo>
                      <a:pt x="12311" y="17821"/>
                      <a:pt x="12361" y="17950"/>
                      <a:pt x="12429" y="17950"/>
                    </a:cubicBezTo>
                    <a:cubicBezTo>
                      <a:pt x="12479" y="17950"/>
                      <a:pt x="12530" y="17907"/>
                      <a:pt x="12580" y="17821"/>
                    </a:cubicBezTo>
                    <a:cubicBezTo>
                      <a:pt x="12631" y="17735"/>
                      <a:pt x="12670" y="17649"/>
                      <a:pt x="12698" y="17478"/>
                    </a:cubicBezTo>
                    <a:lnTo>
                      <a:pt x="12783" y="20441"/>
                    </a:lnTo>
                    <a:cubicBezTo>
                      <a:pt x="12738" y="20612"/>
                      <a:pt x="12670" y="20784"/>
                      <a:pt x="12586" y="20956"/>
                    </a:cubicBezTo>
                    <a:cubicBezTo>
                      <a:pt x="12496" y="21128"/>
                      <a:pt x="12401" y="21213"/>
                      <a:pt x="12305" y="21213"/>
                    </a:cubicBezTo>
                    <a:cubicBezTo>
                      <a:pt x="12064" y="21213"/>
                      <a:pt x="11895" y="20870"/>
                      <a:pt x="11800" y="20140"/>
                    </a:cubicBezTo>
                    <a:cubicBezTo>
                      <a:pt x="11699" y="19453"/>
                      <a:pt x="11654" y="18379"/>
                      <a:pt x="11654" y="16919"/>
                    </a:cubicBezTo>
                    <a:lnTo>
                      <a:pt x="11654" y="10220"/>
                    </a:lnTo>
                    <a:lnTo>
                      <a:pt x="11362" y="10220"/>
                    </a:lnTo>
                    <a:lnTo>
                      <a:pt x="11362" y="7085"/>
                    </a:lnTo>
                    <a:lnTo>
                      <a:pt x="11654" y="7085"/>
                    </a:lnTo>
                    <a:lnTo>
                      <a:pt x="11654" y="2791"/>
                    </a:lnTo>
                    <a:lnTo>
                      <a:pt x="12221" y="2791"/>
                    </a:lnTo>
                    <a:lnTo>
                      <a:pt x="12221" y="7085"/>
                    </a:lnTo>
                    <a:lnTo>
                      <a:pt x="12693" y="7085"/>
                    </a:lnTo>
                    <a:lnTo>
                      <a:pt x="12693" y="10220"/>
                    </a:lnTo>
                    <a:close/>
                    <a:moveTo>
                      <a:pt x="13069" y="8331"/>
                    </a:moveTo>
                    <a:cubicBezTo>
                      <a:pt x="13176" y="7858"/>
                      <a:pt x="13294" y="7472"/>
                      <a:pt x="13428" y="7214"/>
                    </a:cubicBezTo>
                    <a:cubicBezTo>
                      <a:pt x="13563" y="6914"/>
                      <a:pt x="13698" y="6785"/>
                      <a:pt x="13833" y="6785"/>
                    </a:cubicBezTo>
                    <a:cubicBezTo>
                      <a:pt x="14063" y="6785"/>
                      <a:pt x="14243" y="7214"/>
                      <a:pt x="14383" y="8073"/>
                    </a:cubicBezTo>
                    <a:cubicBezTo>
                      <a:pt x="14524" y="8932"/>
                      <a:pt x="14591" y="10263"/>
                      <a:pt x="14591" y="12110"/>
                    </a:cubicBezTo>
                    <a:lnTo>
                      <a:pt x="14591" y="21299"/>
                    </a:lnTo>
                    <a:lnTo>
                      <a:pt x="14153" y="21299"/>
                    </a:lnTo>
                    <a:lnTo>
                      <a:pt x="14102" y="19882"/>
                    </a:lnTo>
                    <a:lnTo>
                      <a:pt x="14085" y="19882"/>
                    </a:lnTo>
                    <a:cubicBezTo>
                      <a:pt x="14035" y="20398"/>
                      <a:pt x="13962" y="20827"/>
                      <a:pt x="13872" y="21128"/>
                    </a:cubicBezTo>
                    <a:cubicBezTo>
                      <a:pt x="13782" y="21471"/>
                      <a:pt x="13676" y="21600"/>
                      <a:pt x="13552" y="21600"/>
                    </a:cubicBezTo>
                    <a:cubicBezTo>
                      <a:pt x="13445" y="21600"/>
                      <a:pt x="13355" y="21471"/>
                      <a:pt x="13277" y="21256"/>
                    </a:cubicBezTo>
                    <a:cubicBezTo>
                      <a:pt x="13198" y="21042"/>
                      <a:pt x="13131" y="20698"/>
                      <a:pt x="13080" y="20312"/>
                    </a:cubicBezTo>
                    <a:cubicBezTo>
                      <a:pt x="13030" y="19925"/>
                      <a:pt x="12990" y="19453"/>
                      <a:pt x="12962" y="18895"/>
                    </a:cubicBezTo>
                    <a:cubicBezTo>
                      <a:pt x="12934" y="18336"/>
                      <a:pt x="12923" y="17778"/>
                      <a:pt x="12923" y="17177"/>
                    </a:cubicBezTo>
                    <a:cubicBezTo>
                      <a:pt x="12923" y="16361"/>
                      <a:pt x="12945" y="15631"/>
                      <a:pt x="12996" y="15073"/>
                    </a:cubicBezTo>
                    <a:cubicBezTo>
                      <a:pt x="13041" y="14472"/>
                      <a:pt x="13108" y="13999"/>
                      <a:pt x="13187" y="13613"/>
                    </a:cubicBezTo>
                    <a:cubicBezTo>
                      <a:pt x="13266" y="13226"/>
                      <a:pt x="13361" y="12969"/>
                      <a:pt x="13473" y="12797"/>
                    </a:cubicBezTo>
                    <a:cubicBezTo>
                      <a:pt x="13580" y="12625"/>
                      <a:pt x="13698" y="12539"/>
                      <a:pt x="13822" y="12539"/>
                    </a:cubicBezTo>
                    <a:lnTo>
                      <a:pt x="14012" y="12539"/>
                    </a:lnTo>
                    <a:lnTo>
                      <a:pt x="14012" y="11766"/>
                    </a:lnTo>
                    <a:cubicBezTo>
                      <a:pt x="14012" y="11251"/>
                      <a:pt x="13990" y="10821"/>
                      <a:pt x="13939" y="10564"/>
                    </a:cubicBezTo>
                    <a:cubicBezTo>
                      <a:pt x="13889" y="10263"/>
                      <a:pt x="13822" y="10134"/>
                      <a:pt x="13732" y="10134"/>
                    </a:cubicBezTo>
                    <a:cubicBezTo>
                      <a:pt x="13653" y="10134"/>
                      <a:pt x="13580" y="10220"/>
                      <a:pt x="13501" y="10392"/>
                    </a:cubicBezTo>
                    <a:cubicBezTo>
                      <a:pt x="13428" y="10564"/>
                      <a:pt x="13344" y="10864"/>
                      <a:pt x="13254" y="11251"/>
                    </a:cubicBezTo>
                    <a:lnTo>
                      <a:pt x="13069" y="8331"/>
                    </a:lnTo>
                    <a:close/>
                    <a:moveTo>
                      <a:pt x="14024" y="15116"/>
                    </a:moveTo>
                    <a:lnTo>
                      <a:pt x="13895" y="15159"/>
                    </a:lnTo>
                    <a:cubicBezTo>
                      <a:pt x="13822" y="15159"/>
                      <a:pt x="13760" y="15245"/>
                      <a:pt x="13715" y="15330"/>
                    </a:cubicBezTo>
                    <a:cubicBezTo>
                      <a:pt x="13664" y="15416"/>
                      <a:pt x="13625" y="15545"/>
                      <a:pt x="13597" y="15717"/>
                    </a:cubicBezTo>
                    <a:cubicBezTo>
                      <a:pt x="13569" y="15846"/>
                      <a:pt x="13546" y="16060"/>
                      <a:pt x="13535" y="16232"/>
                    </a:cubicBezTo>
                    <a:cubicBezTo>
                      <a:pt x="13524" y="16447"/>
                      <a:pt x="13518" y="16662"/>
                      <a:pt x="13518" y="16876"/>
                    </a:cubicBezTo>
                    <a:cubicBezTo>
                      <a:pt x="13518" y="17478"/>
                      <a:pt x="13541" y="17907"/>
                      <a:pt x="13591" y="18122"/>
                    </a:cubicBezTo>
                    <a:cubicBezTo>
                      <a:pt x="13636" y="18336"/>
                      <a:pt x="13692" y="18465"/>
                      <a:pt x="13754" y="18465"/>
                    </a:cubicBezTo>
                    <a:cubicBezTo>
                      <a:pt x="13816" y="18465"/>
                      <a:pt x="13872" y="18336"/>
                      <a:pt x="13923" y="18036"/>
                    </a:cubicBezTo>
                    <a:cubicBezTo>
                      <a:pt x="13973" y="17778"/>
                      <a:pt x="14007" y="17478"/>
                      <a:pt x="14029" y="17134"/>
                    </a:cubicBezTo>
                    <a:lnTo>
                      <a:pt x="14029" y="15116"/>
                    </a:lnTo>
                    <a:close/>
                    <a:moveTo>
                      <a:pt x="16192" y="10220"/>
                    </a:moveTo>
                    <a:lnTo>
                      <a:pt x="15720" y="10220"/>
                    </a:lnTo>
                    <a:lnTo>
                      <a:pt x="15720" y="16189"/>
                    </a:lnTo>
                    <a:cubicBezTo>
                      <a:pt x="15720" y="16833"/>
                      <a:pt x="15737" y="17306"/>
                      <a:pt x="15776" y="17563"/>
                    </a:cubicBezTo>
                    <a:cubicBezTo>
                      <a:pt x="15815" y="17821"/>
                      <a:pt x="15866" y="17950"/>
                      <a:pt x="15933" y="17950"/>
                    </a:cubicBezTo>
                    <a:cubicBezTo>
                      <a:pt x="15984" y="17950"/>
                      <a:pt x="16034" y="17907"/>
                      <a:pt x="16085" y="17821"/>
                    </a:cubicBezTo>
                    <a:cubicBezTo>
                      <a:pt x="16135" y="17735"/>
                      <a:pt x="16175" y="17649"/>
                      <a:pt x="16203" y="17478"/>
                    </a:cubicBezTo>
                    <a:lnTo>
                      <a:pt x="16287" y="20441"/>
                    </a:lnTo>
                    <a:cubicBezTo>
                      <a:pt x="16242" y="20612"/>
                      <a:pt x="16175" y="20784"/>
                      <a:pt x="16090" y="20956"/>
                    </a:cubicBezTo>
                    <a:cubicBezTo>
                      <a:pt x="16001" y="21128"/>
                      <a:pt x="15905" y="21213"/>
                      <a:pt x="15810" y="21213"/>
                    </a:cubicBezTo>
                    <a:cubicBezTo>
                      <a:pt x="15568" y="21213"/>
                      <a:pt x="15400" y="20870"/>
                      <a:pt x="15304" y="20140"/>
                    </a:cubicBezTo>
                    <a:cubicBezTo>
                      <a:pt x="15203" y="19453"/>
                      <a:pt x="15158" y="18379"/>
                      <a:pt x="15158" y="16919"/>
                    </a:cubicBezTo>
                    <a:lnTo>
                      <a:pt x="15158" y="10220"/>
                    </a:lnTo>
                    <a:lnTo>
                      <a:pt x="14866" y="10220"/>
                    </a:lnTo>
                    <a:lnTo>
                      <a:pt x="14866" y="7085"/>
                    </a:lnTo>
                    <a:lnTo>
                      <a:pt x="15158" y="7085"/>
                    </a:lnTo>
                    <a:lnTo>
                      <a:pt x="15158" y="2791"/>
                    </a:lnTo>
                    <a:lnTo>
                      <a:pt x="15725" y="2791"/>
                    </a:lnTo>
                    <a:lnTo>
                      <a:pt x="15725" y="7085"/>
                    </a:lnTo>
                    <a:lnTo>
                      <a:pt x="16197" y="7085"/>
                    </a:lnTo>
                    <a:lnTo>
                      <a:pt x="16197" y="10220"/>
                    </a:lnTo>
                    <a:close/>
                    <a:moveTo>
                      <a:pt x="16871" y="4294"/>
                    </a:moveTo>
                    <a:cubicBezTo>
                      <a:pt x="16776" y="4294"/>
                      <a:pt x="16697" y="4080"/>
                      <a:pt x="16646" y="3650"/>
                    </a:cubicBezTo>
                    <a:cubicBezTo>
                      <a:pt x="16596" y="3221"/>
                      <a:pt x="16568" y="2705"/>
                      <a:pt x="16568" y="2147"/>
                    </a:cubicBezTo>
                    <a:cubicBezTo>
                      <a:pt x="16568" y="1546"/>
                      <a:pt x="16596" y="1031"/>
                      <a:pt x="16646" y="644"/>
                    </a:cubicBezTo>
                    <a:cubicBezTo>
                      <a:pt x="16697" y="215"/>
                      <a:pt x="16776" y="0"/>
                      <a:pt x="16866" y="0"/>
                    </a:cubicBezTo>
                    <a:cubicBezTo>
                      <a:pt x="16961" y="0"/>
                      <a:pt x="17034" y="215"/>
                      <a:pt x="17085" y="601"/>
                    </a:cubicBezTo>
                    <a:cubicBezTo>
                      <a:pt x="17135" y="1031"/>
                      <a:pt x="17163" y="1546"/>
                      <a:pt x="17163" y="2147"/>
                    </a:cubicBezTo>
                    <a:cubicBezTo>
                      <a:pt x="17163" y="2748"/>
                      <a:pt x="17135" y="3264"/>
                      <a:pt x="17085" y="3693"/>
                    </a:cubicBezTo>
                    <a:cubicBezTo>
                      <a:pt x="17045" y="4122"/>
                      <a:pt x="16972" y="4294"/>
                      <a:pt x="16871" y="4294"/>
                    </a:cubicBezTo>
                    <a:close/>
                    <a:moveTo>
                      <a:pt x="16585" y="21256"/>
                    </a:moveTo>
                    <a:lnTo>
                      <a:pt x="16585" y="7085"/>
                    </a:lnTo>
                    <a:lnTo>
                      <a:pt x="17158" y="7085"/>
                    </a:lnTo>
                    <a:lnTo>
                      <a:pt x="17158" y="21256"/>
                    </a:lnTo>
                    <a:lnTo>
                      <a:pt x="16585" y="21256"/>
                    </a:lnTo>
                    <a:close/>
                    <a:moveTo>
                      <a:pt x="19477" y="14085"/>
                    </a:moveTo>
                    <a:cubicBezTo>
                      <a:pt x="19477" y="15245"/>
                      <a:pt x="19455" y="16275"/>
                      <a:pt x="19404" y="17220"/>
                    </a:cubicBezTo>
                    <a:cubicBezTo>
                      <a:pt x="19354" y="18165"/>
                      <a:pt x="19286" y="18938"/>
                      <a:pt x="19196" y="19582"/>
                    </a:cubicBezTo>
                    <a:cubicBezTo>
                      <a:pt x="19106" y="20226"/>
                      <a:pt x="19005" y="20741"/>
                      <a:pt x="18887" y="21085"/>
                    </a:cubicBezTo>
                    <a:cubicBezTo>
                      <a:pt x="18769" y="21428"/>
                      <a:pt x="18640" y="21600"/>
                      <a:pt x="18505" y="21600"/>
                    </a:cubicBezTo>
                    <a:cubicBezTo>
                      <a:pt x="18371" y="21600"/>
                      <a:pt x="18241" y="21428"/>
                      <a:pt x="18124" y="21128"/>
                    </a:cubicBezTo>
                    <a:cubicBezTo>
                      <a:pt x="18006" y="20784"/>
                      <a:pt x="17905" y="20355"/>
                      <a:pt x="17820" y="19711"/>
                    </a:cubicBezTo>
                    <a:cubicBezTo>
                      <a:pt x="17736" y="19109"/>
                      <a:pt x="17669" y="18336"/>
                      <a:pt x="17618" y="17435"/>
                    </a:cubicBezTo>
                    <a:cubicBezTo>
                      <a:pt x="17568" y="16533"/>
                      <a:pt x="17545" y="15502"/>
                      <a:pt x="17545" y="14386"/>
                    </a:cubicBezTo>
                    <a:cubicBezTo>
                      <a:pt x="17545" y="13183"/>
                      <a:pt x="17568" y="12110"/>
                      <a:pt x="17618" y="11165"/>
                    </a:cubicBezTo>
                    <a:cubicBezTo>
                      <a:pt x="17669" y="10220"/>
                      <a:pt x="17736" y="9404"/>
                      <a:pt x="17826" y="8760"/>
                    </a:cubicBezTo>
                    <a:cubicBezTo>
                      <a:pt x="17916" y="8116"/>
                      <a:pt x="18017" y="7601"/>
                      <a:pt x="18135" y="7257"/>
                    </a:cubicBezTo>
                    <a:cubicBezTo>
                      <a:pt x="18253" y="6914"/>
                      <a:pt x="18382" y="6742"/>
                      <a:pt x="18517" y="6742"/>
                    </a:cubicBezTo>
                    <a:cubicBezTo>
                      <a:pt x="18651" y="6742"/>
                      <a:pt x="18781" y="6914"/>
                      <a:pt x="18899" y="7214"/>
                    </a:cubicBezTo>
                    <a:cubicBezTo>
                      <a:pt x="19017" y="7515"/>
                      <a:pt x="19118" y="7987"/>
                      <a:pt x="19202" y="8631"/>
                    </a:cubicBezTo>
                    <a:cubicBezTo>
                      <a:pt x="19286" y="9233"/>
                      <a:pt x="19354" y="10006"/>
                      <a:pt x="19404" y="10907"/>
                    </a:cubicBezTo>
                    <a:cubicBezTo>
                      <a:pt x="19455" y="11809"/>
                      <a:pt x="19477" y="12883"/>
                      <a:pt x="19477" y="14085"/>
                    </a:cubicBezTo>
                    <a:close/>
                    <a:moveTo>
                      <a:pt x="18893" y="14214"/>
                    </a:moveTo>
                    <a:cubicBezTo>
                      <a:pt x="18893" y="13441"/>
                      <a:pt x="18882" y="12797"/>
                      <a:pt x="18865" y="12239"/>
                    </a:cubicBezTo>
                    <a:cubicBezTo>
                      <a:pt x="18842" y="11680"/>
                      <a:pt x="18814" y="11251"/>
                      <a:pt x="18781" y="10907"/>
                    </a:cubicBezTo>
                    <a:cubicBezTo>
                      <a:pt x="18747" y="10564"/>
                      <a:pt x="18702" y="10306"/>
                      <a:pt x="18657" y="10134"/>
                    </a:cubicBezTo>
                    <a:cubicBezTo>
                      <a:pt x="18612" y="9963"/>
                      <a:pt x="18562" y="9920"/>
                      <a:pt x="18517" y="9920"/>
                    </a:cubicBezTo>
                    <a:cubicBezTo>
                      <a:pt x="18466" y="9920"/>
                      <a:pt x="18421" y="10006"/>
                      <a:pt x="18376" y="10134"/>
                    </a:cubicBezTo>
                    <a:cubicBezTo>
                      <a:pt x="18331" y="10263"/>
                      <a:pt x="18292" y="10521"/>
                      <a:pt x="18258" y="10821"/>
                    </a:cubicBezTo>
                    <a:cubicBezTo>
                      <a:pt x="18225" y="11165"/>
                      <a:pt x="18197" y="11594"/>
                      <a:pt x="18174" y="12153"/>
                    </a:cubicBezTo>
                    <a:cubicBezTo>
                      <a:pt x="18152" y="12711"/>
                      <a:pt x="18146" y="13355"/>
                      <a:pt x="18146" y="14214"/>
                    </a:cubicBezTo>
                    <a:cubicBezTo>
                      <a:pt x="18146" y="15631"/>
                      <a:pt x="18185" y="16705"/>
                      <a:pt x="18264" y="17349"/>
                    </a:cubicBezTo>
                    <a:cubicBezTo>
                      <a:pt x="18343" y="18036"/>
                      <a:pt x="18432" y="18336"/>
                      <a:pt x="18528" y="18336"/>
                    </a:cubicBezTo>
                    <a:cubicBezTo>
                      <a:pt x="18578" y="18336"/>
                      <a:pt x="18623" y="18250"/>
                      <a:pt x="18668" y="18122"/>
                    </a:cubicBezTo>
                    <a:cubicBezTo>
                      <a:pt x="18713" y="17993"/>
                      <a:pt x="18753" y="17735"/>
                      <a:pt x="18786" y="17435"/>
                    </a:cubicBezTo>
                    <a:cubicBezTo>
                      <a:pt x="18820" y="17091"/>
                      <a:pt x="18848" y="16662"/>
                      <a:pt x="18871" y="16146"/>
                    </a:cubicBezTo>
                    <a:cubicBezTo>
                      <a:pt x="18882" y="15631"/>
                      <a:pt x="18893" y="14987"/>
                      <a:pt x="18893" y="14214"/>
                    </a:cubicBezTo>
                    <a:close/>
                    <a:moveTo>
                      <a:pt x="20404" y="21256"/>
                    </a:moveTo>
                    <a:lnTo>
                      <a:pt x="19831" y="21256"/>
                    </a:lnTo>
                    <a:lnTo>
                      <a:pt x="19831" y="7085"/>
                    </a:lnTo>
                    <a:lnTo>
                      <a:pt x="20275" y="7085"/>
                    </a:lnTo>
                    <a:lnTo>
                      <a:pt x="20342" y="8846"/>
                    </a:lnTo>
                    <a:cubicBezTo>
                      <a:pt x="20426" y="8202"/>
                      <a:pt x="20516" y="7687"/>
                      <a:pt x="20617" y="7300"/>
                    </a:cubicBezTo>
                    <a:cubicBezTo>
                      <a:pt x="20718" y="6914"/>
                      <a:pt x="20831" y="6742"/>
                      <a:pt x="20954" y="6742"/>
                    </a:cubicBezTo>
                    <a:cubicBezTo>
                      <a:pt x="21162" y="6742"/>
                      <a:pt x="21319" y="7171"/>
                      <a:pt x="21432" y="8030"/>
                    </a:cubicBezTo>
                    <a:cubicBezTo>
                      <a:pt x="21544" y="8889"/>
                      <a:pt x="21600" y="10177"/>
                      <a:pt x="21600" y="11852"/>
                    </a:cubicBezTo>
                    <a:lnTo>
                      <a:pt x="21600" y="21214"/>
                    </a:lnTo>
                    <a:lnTo>
                      <a:pt x="21027" y="21214"/>
                    </a:lnTo>
                    <a:lnTo>
                      <a:pt x="21027" y="12281"/>
                    </a:lnTo>
                    <a:cubicBezTo>
                      <a:pt x="21027" y="11594"/>
                      <a:pt x="21005" y="11036"/>
                      <a:pt x="20965" y="10650"/>
                    </a:cubicBezTo>
                    <a:cubicBezTo>
                      <a:pt x="20920" y="10263"/>
                      <a:pt x="20859" y="10048"/>
                      <a:pt x="20780" y="10048"/>
                    </a:cubicBezTo>
                    <a:cubicBezTo>
                      <a:pt x="20718" y="10048"/>
                      <a:pt x="20651" y="10177"/>
                      <a:pt x="20583" y="10478"/>
                    </a:cubicBezTo>
                    <a:cubicBezTo>
                      <a:pt x="20516" y="10736"/>
                      <a:pt x="20454" y="11122"/>
                      <a:pt x="20404" y="11551"/>
                    </a:cubicBezTo>
                    <a:lnTo>
                      <a:pt x="20404" y="21256"/>
                    </a:lnTo>
                    <a:close/>
                  </a:path>
                </a:pathLst>
              </a:custGeom>
              <a:solidFill>
                <a:srgbClr val="002033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8" name="Shape">
                <a:extLst>
                  <a:ext uri="{FF2B5EF4-FFF2-40B4-BE49-F238E27FC236}">
                    <a16:creationId xmlns:a16="http://schemas.microsoft.com/office/drawing/2014/main" id="{285A82B9-C48D-490D-BB56-464D7C52CC8C}"/>
                  </a:ext>
                </a:extLst>
              </p:cNvPr>
              <p:cNvSpPr/>
              <p:nvPr userDrawn="1"/>
            </p:nvSpPr>
            <p:spPr>
              <a:xfrm>
                <a:off x="5032172" y="1021854"/>
                <a:ext cx="1051185" cy="5495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954" y="0"/>
                    </a:moveTo>
                    <a:cubicBezTo>
                      <a:pt x="13287" y="0"/>
                      <a:pt x="11002" y="3514"/>
                      <a:pt x="10441" y="8443"/>
                    </a:cubicBezTo>
                    <a:cubicBezTo>
                      <a:pt x="9052" y="8229"/>
                      <a:pt x="6050" y="7757"/>
                      <a:pt x="5198" y="7671"/>
                    </a:cubicBezTo>
                    <a:cubicBezTo>
                      <a:pt x="5154" y="7671"/>
                      <a:pt x="5109" y="7671"/>
                      <a:pt x="5041" y="7671"/>
                    </a:cubicBezTo>
                    <a:cubicBezTo>
                      <a:pt x="4638" y="7671"/>
                      <a:pt x="4280" y="7886"/>
                      <a:pt x="4033" y="8357"/>
                    </a:cubicBezTo>
                    <a:cubicBezTo>
                      <a:pt x="3563" y="9214"/>
                      <a:pt x="3563" y="10457"/>
                      <a:pt x="3563" y="10843"/>
                    </a:cubicBezTo>
                    <a:cubicBezTo>
                      <a:pt x="3563" y="11271"/>
                      <a:pt x="3563" y="12514"/>
                      <a:pt x="4033" y="13329"/>
                    </a:cubicBezTo>
                    <a:cubicBezTo>
                      <a:pt x="4280" y="13800"/>
                      <a:pt x="4638" y="14014"/>
                      <a:pt x="5041" y="14014"/>
                    </a:cubicBezTo>
                    <a:cubicBezTo>
                      <a:pt x="5086" y="14014"/>
                      <a:pt x="5131" y="14014"/>
                      <a:pt x="5198" y="14014"/>
                    </a:cubicBezTo>
                    <a:cubicBezTo>
                      <a:pt x="5803" y="13929"/>
                      <a:pt x="7417" y="13714"/>
                      <a:pt x="8313" y="13543"/>
                    </a:cubicBezTo>
                    <a:lnTo>
                      <a:pt x="9657" y="13329"/>
                    </a:lnTo>
                    <a:cubicBezTo>
                      <a:pt x="9971" y="13286"/>
                      <a:pt x="10262" y="13243"/>
                      <a:pt x="10464" y="13200"/>
                    </a:cubicBezTo>
                    <a:cubicBezTo>
                      <a:pt x="11046" y="18043"/>
                      <a:pt x="13332" y="21557"/>
                      <a:pt x="15954" y="21557"/>
                    </a:cubicBezTo>
                    <a:cubicBezTo>
                      <a:pt x="19068" y="21557"/>
                      <a:pt x="21600" y="16714"/>
                      <a:pt x="21600" y="10757"/>
                    </a:cubicBezTo>
                    <a:cubicBezTo>
                      <a:pt x="21600" y="4843"/>
                      <a:pt x="19068" y="0"/>
                      <a:pt x="15954" y="0"/>
                    </a:cubicBezTo>
                    <a:close/>
                    <a:moveTo>
                      <a:pt x="15954" y="17229"/>
                    </a:moveTo>
                    <a:cubicBezTo>
                      <a:pt x="14094" y="17229"/>
                      <a:pt x="12593" y="14357"/>
                      <a:pt x="12593" y="10800"/>
                    </a:cubicBezTo>
                    <a:cubicBezTo>
                      <a:pt x="12593" y="7243"/>
                      <a:pt x="14094" y="4371"/>
                      <a:pt x="15954" y="4371"/>
                    </a:cubicBezTo>
                    <a:cubicBezTo>
                      <a:pt x="17813" y="4371"/>
                      <a:pt x="19315" y="7243"/>
                      <a:pt x="19315" y="10800"/>
                    </a:cubicBezTo>
                    <a:cubicBezTo>
                      <a:pt x="19315" y="14357"/>
                      <a:pt x="17813" y="17229"/>
                      <a:pt x="15954" y="17229"/>
                    </a:cubicBezTo>
                    <a:close/>
                    <a:moveTo>
                      <a:pt x="9007" y="15514"/>
                    </a:moveTo>
                    <a:lnTo>
                      <a:pt x="9007" y="20014"/>
                    </a:lnTo>
                    <a:cubicBezTo>
                      <a:pt x="8627" y="20443"/>
                      <a:pt x="8134" y="20786"/>
                      <a:pt x="7506" y="21129"/>
                    </a:cubicBezTo>
                    <a:cubicBezTo>
                      <a:pt x="6879" y="21429"/>
                      <a:pt x="6207" y="21600"/>
                      <a:pt x="5467" y="21600"/>
                    </a:cubicBezTo>
                    <a:cubicBezTo>
                      <a:pt x="4324" y="21600"/>
                      <a:pt x="3339" y="21171"/>
                      <a:pt x="2532" y="20271"/>
                    </a:cubicBezTo>
                    <a:cubicBezTo>
                      <a:pt x="1725" y="19371"/>
                      <a:pt x="1098" y="18129"/>
                      <a:pt x="650" y="16500"/>
                    </a:cubicBezTo>
                    <a:cubicBezTo>
                      <a:pt x="224" y="14871"/>
                      <a:pt x="0" y="12986"/>
                      <a:pt x="0" y="10800"/>
                    </a:cubicBezTo>
                    <a:cubicBezTo>
                      <a:pt x="0" y="8657"/>
                      <a:pt x="246" y="6729"/>
                      <a:pt x="717" y="5143"/>
                    </a:cubicBezTo>
                    <a:cubicBezTo>
                      <a:pt x="1210" y="3514"/>
                      <a:pt x="1860" y="2271"/>
                      <a:pt x="2711" y="1371"/>
                    </a:cubicBezTo>
                    <a:cubicBezTo>
                      <a:pt x="3563" y="471"/>
                      <a:pt x="4549" y="43"/>
                      <a:pt x="5646" y="43"/>
                    </a:cubicBezTo>
                    <a:cubicBezTo>
                      <a:pt x="6229" y="43"/>
                      <a:pt x="6767" y="171"/>
                      <a:pt x="7282" y="386"/>
                    </a:cubicBezTo>
                    <a:cubicBezTo>
                      <a:pt x="7798" y="600"/>
                      <a:pt x="8246" y="900"/>
                      <a:pt x="8627" y="1243"/>
                    </a:cubicBezTo>
                    <a:lnTo>
                      <a:pt x="8402" y="4843"/>
                    </a:lnTo>
                    <a:cubicBezTo>
                      <a:pt x="8022" y="4500"/>
                      <a:pt x="7596" y="4200"/>
                      <a:pt x="7125" y="3986"/>
                    </a:cubicBezTo>
                    <a:cubicBezTo>
                      <a:pt x="6655" y="3771"/>
                      <a:pt x="6162" y="3643"/>
                      <a:pt x="5624" y="3643"/>
                    </a:cubicBezTo>
                    <a:cubicBezTo>
                      <a:pt x="4817" y="3643"/>
                      <a:pt x="4168" y="3943"/>
                      <a:pt x="3630" y="4586"/>
                    </a:cubicBezTo>
                    <a:cubicBezTo>
                      <a:pt x="3115" y="5186"/>
                      <a:pt x="2734" y="6043"/>
                      <a:pt x="2487" y="7114"/>
                    </a:cubicBezTo>
                    <a:cubicBezTo>
                      <a:pt x="2241" y="8186"/>
                      <a:pt x="2106" y="9386"/>
                      <a:pt x="2106" y="10714"/>
                    </a:cubicBezTo>
                    <a:cubicBezTo>
                      <a:pt x="2106" y="12129"/>
                      <a:pt x="2241" y="13371"/>
                      <a:pt x="2487" y="14443"/>
                    </a:cubicBezTo>
                    <a:cubicBezTo>
                      <a:pt x="2734" y="15514"/>
                      <a:pt x="3115" y="16371"/>
                      <a:pt x="3607" y="17014"/>
                    </a:cubicBezTo>
                    <a:cubicBezTo>
                      <a:pt x="4100" y="17614"/>
                      <a:pt x="4728" y="17957"/>
                      <a:pt x="5490" y="17957"/>
                    </a:cubicBezTo>
                    <a:cubicBezTo>
                      <a:pt x="5714" y="17957"/>
                      <a:pt x="5960" y="17914"/>
                      <a:pt x="6207" y="17871"/>
                    </a:cubicBezTo>
                    <a:cubicBezTo>
                      <a:pt x="6453" y="17829"/>
                      <a:pt x="6722" y="17743"/>
                      <a:pt x="6968" y="17614"/>
                    </a:cubicBezTo>
                    <a:lnTo>
                      <a:pt x="6968" y="15814"/>
                    </a:lnTo>
                    <a:cubicBezTo>
                      <a:pt x="7439" y="15729"/>
                      <a:pt x="7887" y="15686"/>
                      <a:pt x="8246" y="15643"/>
                    </a:cubicBezTo>
                    <a:lnTo>
                      <a:pt x="9007" y="15514"/>
                    </a:lnTo>
                    <a:close/>
                  </a:path>
                </a:pathLst>
              </a:custGeom>
              <a:solidFill>
                <a:srgbClr val="008C58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</p:grpSp>
      </p:grpSp>
      <p:sp>
        <p:nvSpPr>
          <p:cNvPr id="12" name="Shape">
            <a:extLst>
              <a:ext uri="{FF2B5EF4-FFF2-40B4-BE49-F238E27FC236}">
                <a16:creationId xmlns:a16="http://schemas.microsoft.com/office/drawing/2014/main" id="{EFEE98D4-2422-A234-A864-14015CDCC59A}"/>
              </a:ext>
            </a:extLst>
          </p:cNvPr>
          <p:cNvSpPr/>
          <p:nvPr userDrawn="1"/>
        </p:nvSpPr>
        <p:spPr>
          <a:xfrm>
            <a:off x="0" y="188441"/>
            <a:ext cx="680700" cy="4689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136" y="0"/>
                </a:moveTo>
                <a:cubicBezTo>
                  <a:pt x="10637" y="0"/>
                  <a:pt x="7604" y="3521"/>
                  <a:pt x="6858" y="8464"/>
                </a:cubicBezTo>
                <a:cubicBezTo>
                  <a:pt x="5038" y="8261"/>
                  <a:pt x="1166" y="7787"/>
                  <a:pt x="0" y="7719"/>
                </a:cubicBezTo>
                <a:lnTo>
                  <a:pt x="0" y="14084"/>
                </a:lnTo>
                <a:cubicBezTo>
                  <a:pt x="840" y="14016"/>
                  <a:pt x="2892" y="13745"/>
                  <a:pt x="4059" y="13610"/>
                </a:cubicBezTo>
                <a:lnTo>
                  <a:pt x="5832" y="13407"/>
                </a:lnTo>
                <a:cubicBezTo>
                  <a:pt x="6251" y="13339"/>
                  <a:pt x="6625" y="13339"/>
                  <a:pt x="6905" y="13271"/>
                </a:cubicBezTo>
                <a:cubicBezTo>
                  <a:pt x="7698" y="18147"/>
                  <a:pt x="10683" y="21600"/>
                  <a:pt x="14136" y="21600"/>
                </a:cubicBezTo>
                <a:cubicBezTo>
                  <a:pt x="18241" y="21600"/>
                  <a:pt x="21600" y="16725"/>
                  <a:pt x="21600" y="10766"/>
                </a:cubicBezTo>
                <a:cubicBezTo>
                  <a:pt x="21553" y="4875"/>
                  <a:pt x="18241" y="0"/>
                  <a:pt x="14136" y="0"/>
                </a:cubicBezTo>
                <a:close/>
                <a:moveTo>
                  <a:pt x="14136" y="17266"/>
                </a:moveTo>
                <a:cubicBezTo>
                  <a:pt x="11710" y="17266"/>
                  <a:pt x="9704" y="14355"/>
                  <a:pt x="9704" y="10834"/>
                </a:cubicBezTo>
                <a:cubicBezTo>
                  <a:pt x="9704" y="7313"/>
                  <a:pt x="11710" y="4401"/>
                  <a:pt x="14136" y="4401"/>
                </a:cubicBezTo>
                <a:cubicBezTo>
                  <a:pt x="16562" y="4401"/>
                  <a:pt x="18568" y="7313"/>
                  <a:pt x="18568" y="10834"/>
                </a:cubicBezTo>
                <a:cubicBezTo>
                  <a:pt x="18568" y="14355"/>
                  <a:pt x="16562" y="17266"/>
                  <a:pt x="14136" y="17266"/>
                </a:cubicBezTo>
                <a:close/>
                <a:moveTo>
                  <a:pt x="0" y="68"/>
                </a:moveTo>
                <a:cubicBezTo>
                  <a:pt x="187" y="68"/>
                  <a:pt x="373" y="68"/>
                  <a:pt x="560" y="68"/>
                </a:cubicBezTo>
                <a:cubicBezTo>
                  <a:pt x="1306" y="68"/>
                  <a:pt x="2053" y="203"/>
                  <a:pt x="2752" y="406"/>
                </a:cubicBezTo>
                <a:cubicBezTo>
                  <a:pt x="3452" y="609"/>
                  <a:pt x="4012" y="948"/>
                  <a:pt x="4525" y="1286"/>
                </a:cubicBezTo>
                <a:lnTo>
                  <a:pt x="4245" y="4875"/>
                </a:lnTo>
                <a:cubicBezTo>
                  <a:pt x="3732" y="4537"/>
                  <a:pt x="3172" y="4266"/>
                  <a:pt x="2566" y="3995"/>
                </a:cubicBezTo>
                <a:cubicBezTo>
                  <a:pt x="1959" y="3792"/>
                  <a:pt x="1306" y="3656"/>
                  <a:pt x="606" y="3656"/>
                </a:cubicBezTo>
                <a:cubicBezTo>
                  <a:pt x="420" y="3656"/>
                  <a:pt x="233" y="3656"/>
                  <a:pt x="47" y="3724"/>
                </a:cubicBezTo>
                <a:lnTo>
                  <a:pt x="47" y="68"/>
                </a:lnTo>
                <a:close/>
                <a:moveTo>
                  <a:pt x="4059" y="15641"/>
                </a:moveTo>
                <a:lnTo>
                  <a:pt x="4992" y="15506"/>
                </a:lnTo>
                <a:lnTo>
                  <a:pt x="4992" y="19975"/>
                </a:lnTo>
                <a:cubicBezTo>
                  <a:pt x="4479" y="20381"/>
                  <a:pt x="3825" y="20787"/>
                  <a:pt x="3032" y="21058"/>
                </a:cubicBezTo>
                <a:cubicBezTo>
                  <a:pt x="2193" y="21397"/>
                  <a:pt x="1306" y="21532"/>
                  <a:pt x="327" y="21532"/>
                </a:cubicBezTo>
                <a:cubicBezTo>
                  <a:pt x="233" y="21532"/>
                  <a:pt x="140" y="21532"/>
                  <a:pt x="0" y="21532"/>
                </a:cubicBezTo>
                <a:lnTo>
                  <a:pt x="0" y="17876"/>
                </a:lnTo>
                <a:cubicBezTo>
                  <a:pt x="140" y="17876"/>
                  <a:pt x="280" y="17876"/>
                  <a:pt x="420" y="17876"/>
                </a:cubicBezTo>
                <a:cubicBezTo>
                  <a:pt x="700" y="17876"/>
                  <a:pt x="1026" y="17876"/>
                  <a:pt x="1353" y="17808"/>
                </a:cubicBezTo>
                <a:cubicBezTo>
                  <a:pt x="1679" y="17740"/>
                  <a:pt x="2006" y="17673"/>
                  <a:pt x="2379" y="17605"/>
                </a:cubicBezTo>
                <a:lnTo>
                  <a:pt x="2379" y="15845"/>
                </a:lnTo>
                <a:cubicBezTo>
                  <a:pt x="2986" y="15777"/>
                  <a:pt x="3592" y="15709"/>
                  <a:pt x="4059" y="15641"/>
                </a:cubicBezTo>
                <a:close/>
              </a:path>
            </a:pathLst>
          </a:custGeom>
          <a:solidFill>
            <a:schemeClr val="bg1">
              <a:alpha val="19699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E3EAC94-F2D6-7639-EC34-D395A05EE91D}"/>
              </a:ext>
            </a:extLst>
          </p:cNvPr>
          <p:cNvGrpSpPr/>
          <p:nvPr userDrawn="1"/>
        </p:nvGrpSpPr>
        <p:grpSpPr>
          <a:xfrm>
            <a:off x="3763009" y="6404531"/>
            <a:ext cx="4665981" cy="354850"/>
            <a:chOff x="1714499" y="5181599"/>
            <a:chExt cx="4141472" cy="314961"/>
          </a:xfrm>
        </p:grpSpPr>
        <p:sp>
          <p:nvSpPr>
            <p:cNvPr id="17" name="Shape">
              <a:extLst>
                <a:ext uri="{FF2B5EF4-FFF2-40B4-BE49-F238E27FC236}">
                  <a16:creationId xmlns:a16="http://schemas.microsoft.com/office/drawing/2014/main" id="{9D0E6D66-0255-DBE1-A3E9-22CAE68EF038}"/>
                </a:ext>
              </a:extLst>
            </p:cNvPr>
            <p:cNvSpPr/>
            <p:nvPr userDrawn="1"/>
          </p:nvSpPr>
          <p:spPr>
            <a:xfrm>
              <a:off x="2603499" y="5181599"/>
              <a:ext cx="2494281" cy="314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182" y="6358"/>
                  </a:moveTo>
                  <a:cubicBezTo>
                    <a:pt x="7138" y="5923"/>
                    <a:pt x="7072" y="5574"/>
                    <a:pt x="7006" y="5400"/>
                  </a:cubicBezTo>
                  <a:cubicBezTo>
                    <a:pt x="6940" y="5139"/>
                    <a:pt x="6863" y="5052"/>
                    <a:pt x="6775" y="5052"/>
                  </a:cubicBezTo>
                  <a:cubicBezTo>
                    <a:pt x="6676" y="5052"/>
                    <a:pt x="6588" y="5226"/>
                    <a:pt x="6511" y="5487"/>
                  </a:cubicBezTo>
                  <a:cubicBezTo>
                    <a:pt x="6434" y="5748"/>
                    <a:pt x="6368" y="6097"/>
                    <a:pt x="6302" y="6619"/>
                  </a:cubicBezTo>
                  <a:cubicBezTo>
                    <a:pt x="6236" y="7142"/>
                    <a:pt x="6203" y="7752"/>
                    <a:pt x="6170" y="8448"/>
                  </a:cubicBezTo>
                  <a:cubicBezTo>
                    <a:pt x="6137" y="9145"/>
                    <a:pt x="6126" y="9929"/>
                    <a:pt x="6126" y="10800"/>
                  </a:cubicBezTo>
                  <a:cubicBezTo>
                    <a:pt x="6126" y="11758"/>
                    <a:pt x="6148" y="12629"/>
                    <a:pt x="6181" y="13413"/>
                  </a:cubicBezTo>
                  <a:cubicBezTo>
                    <a:pt x="6214" y="14110"/>
                    <a:pt x="6269" y="14719"/>
                    <a:pt x="6335" y="15155"/>
                  </a:cubicBezTo>
                  <a:cubicBezTo>
                    <a:pt x="6401" y="15590"/>
                    <a:pt x="6478" y="15939"/>
                    <a:pt x="6555" y="16200"/>
                  </a:cubicBezTo>
                  <a:cubicBezTo>
                    <a:pt x="6643" y="16461"/>
                    <a:pt x="6731" y="16548"/>
                    <a:pt x="6830" y="16548"/>
                  </a:cubicBezTo>
                  <a:cubicBezTo>
                    <a:pt x="6918" y="16548"/>
                    <a:pt x="6995" y="16461"/>
                    <a:pt x="7061" y="16374"/>
                  </a:cubicBezTo>
                  <a:cubicBezTo>
                    <a:pt x="7138" y="16287"/>
                    <a:pt x="7204" y="16113"/>
                    <a:pt x="7259" y="15939"/>
                  </a:cubicBezTo>
                  <a:lnTo>
                    <a:pt x="7215" y="14719"/>
                  </a:lnTo>
                  <a:cubicBezTo>
                    <a:pt x="7149" y="14894"/>
                    <a:pt x="7094" y="15068"/>
                    <a:pt x="7028" y="15155"/>
                  </a:cubicBezTo>
                  <a:cubicBezTo>
                    <a:pt x="6973" y="15242"/>
                    <a:pt x="6907" y="15242"/>
                    <a:pt x="6841" y="15242"/>
                  </a:cubicBezTo>
                  <a:cubicBezTo>
                    <a:pt x="6687" y="15242"/>
                    <a:pt x="6566" y="14894"/>
                    <a:pt x="6478" y="14197"/>
                  </a:cubicBezTo>
                  <a:cubicBezTo>
                    <a:pt x="6390" y="13500"/>
                    <a:pt x="6346" y="12455"/>
                    <a:pt x="6346" y="11148"/>
                  </a:cubicBezTo>
                  <a:lnTo>
                    <a:pt x="6346" y="10974"/>
                  </a:lnTo>
                  <a:lnTo>
                    <a:pt x="7336" y="10974"/>
                  </a:lnTo>
                  <a:lnTo>
                    <a:pt x="7336" y="10016"/>
                  </a:lnTo>
                  <a:cubicBezTo>
                    <a:pt x="7336" y="9319"/>
                    <a:pt x="7325" y="8623"/>
                    <a:pt x="7292" y="8013"/>
                  </a:cubicBezTo>
                  <a:cubicBezTo>
                    <a:pt x="7270" y="7316"/>
                    <a:pt x="7237" y="6794"/>
                    <a:pt x="7182" y="6358"/>
                  </a:cubicBezTo>
                  <a:close/>
                  <a:moveTo>
                    <a:pt x="6346" y="9668"/>
                  </a:moveTo>
                  <a:cubicBezTo>
                    <a:pt x="6357" y="8623"/>
                    <a:pt x="6412" y="7839"/>
                    <a:pt x="6478" y="7229"/>
                  </a:cubicBezTo>
                  <a:cubicBezTo>
                    <a:pt x="6555" y="6619"/>
                    <a:pt x="6643" y="6358"/>
                    <a:pt x="6764" y="6358"/>
                  </a:cubicBezTo>
                  <a:cubicBezTo>
                    <a:pt x="6830" y="6358"/>
                    <a:pt x="6885" y="6445"/>
                    <a:pt x="6929" y="6619"/>
                  </a:cubicBezTo>
                  <a:cubicBezTo>
                    <a:pt x="6973" y="6794"/>
                    <a:pt x="7006" y="7055"/>
                    <a:pt x="7039" y="7316"/>
                  </a:cubicBezTo>
                  <a:cubicBezTo>
                    <a:pt x="7072" y="7577"/>
                    <a:pt x="7094" y="8013"/>
                    <a:pt x="7105" y="8361"/>
                  </a:cubicBezTo>
                  <a:cubicBezTo>
                    <a:pt x="7116" y="8797"/>
                    <a:pt x="7127" y="9145"/>
                    <a:pt x="7127" y="9581"/>
                  </a:cubicBezTo>
                  <a:lnTo>
                    <a:pt x="6346" y="9668"/>
                  </a:lnTo>
                  <a:close/>
                  <a:moveTo>
                    <a:pt x="4047" y="6358"/>
                  </a:moveTo>
                  <a:cubicBezTo>
                    <a:pt x="4003" y="5923"/>
                    <a:pt x="3937" y="5574"/>
                    <a:pt x="3871" y="5400"/>
                  </a:cubicBezTo>
                  <a:cubicBezTo>
                    <a:pt x="3805" y="5139"/>
                    <a:pt x="3728" y="5052"/>
                    <a:pt x="3640" y="5052"/>
                  </a:cubicBezTo>
                  <a:cubicBezTo>
                    <a:pt x="3541" y="5052"/>
                    <a:pt x="3453" y="5226"/>
                    <a:pt x="3376" y="5487"/>
                  </a:cubicBezTo>
                  <a:cubicBezTo>
                    <a:pt x="3299" y="5748"/>
                    <a:pt x="3233" y="6097"/>
                    <a:pt x="3167" y="6619"/>
                  </a:cubicBezTo>
                  <a:cubicBezTo>
                    <a:pt x="3101" y="7142"/>
                    <a:pt x="3068" y="7752"/>
                    <a:pt x="3035" y="8448"/>
                  </a:cubicBezTo>
                  <a:cubicBezTo>
                    <a:pt x="3002" y="9145"/>
                    <a:pt x="2991" y="9929"/>
                    <a:pt x="2991" y="10800"/>
                  </a:cubicBezTo>
                  <a:cubicBezTo>
                    <a:pt x="2991" y="11758"/>
                    <a:pt x="3013" y="12629"/>
                    <a:pt x="3046" y="13413"/>
                  </a:cubicBezTo>
                  <a:cubicBezTo>
                    <a:pt x="3079" y="14110"/>
                    <a:pt x="3134" y="14719"/>
                    <a:pt x="3200" y="15155"/>
                  </a:cubicBezTo>
                  <a:cubicBezTo>
                    <a:pt x="3266" y="15590"/>
                    <a:pt x="3343" y="15939"/>
                    <a:pt x="3420" y="16200"/>
                  </a:cubicBezTo>
                  <a:cubicBezTo>
                    <a:pt x="3508" y="16461"/>
                    <a:pt x="3596" y="16548"/>
                    <a:pt x="3695" y="16548"/>
                  </a:cubicBezTo>
                  <a:cubicBezTo>
                    <a:pt x="3783" y="16548"/>
                    <a:pt x="3860" y="16461"/>
                    <a:pt x="3926" y="16374"/>
                  </a:cubicBezTo>
                  <a:cubicBezTo>
                    <a:pt x="4003" y="16287"/>
                    <a:pt x="4069" y="16113"/>
                    <a:pt x="4124" y="15939"/>
                  </a:cubicBezTo>
                  <a:lnTo>
                    <a:pt x="4080" y="14719"/>
                  </a:lnTo>
                  <a:cubicBezTo>
                    <a:pt x="4014" y="14894"/>
                    <a:pt x="3959" y="15068"/>
                    <a:pt x="3893" y="15155"/>
                  </a:cubicBezTo>
                  <a:cubicBezTo>
                    <a:pt x="3838" y="15242"/>
                    <a:pt x="3772" y="15242"/>
                    <a:pt x="3706" y="15242"/>
                  </a:cubicBezTo>
                  <a:cubicBezTo>
                    <a:pt x="3552" y="15242"/>
                    <a:pt x="3431" y="14894"/>
                    <a:pt x="3343" y="14197"/>
                  </a:cubicBezTo>
                  <a:cubicBezTo>
                    <a:pt x="3255" y="13500"/>
                    <a:pt x="3211" y="12455"/>
                    <a:pt x="3211" y="11148"/>
                  </a:cubicBezTo>
                  <a:lnTo>
                    <a:pt x="3211" y="10974"/>
                  </a:lnTo>
                  <a:lnTo>
                    <a:pt x="4201" y="10974"/>
                  </a:lnTo>
                  <a:lnTo>
                    <a:pt x="4201" y="10016"/>
                  </a:lnTo>
                  <a:cubicBezTo>
                    <a:pt x="4201" y="9319"/>
                    <a:pt x="4190" y="8623"/>
                    <a:pt x="4157" y="8013"/>
                  </a:cubicBezTo>
                  <a:cubicBezTo>
                    <a:pt x="4135" y="7316"/>
                    <a:pt x="4102" y="6794"/>
                    <a:pt x="4047" y="6358"/>
                  </a:cubicBezTo>
                  <a:close/>
                  <a:moveTo>
                    <a:pt x="3211" y="9668"/>
                  </a:moveTo>
                  <a:cubicBezTo>
                    <a:pt x="3222" y="8623"/>
                    <a:pt x="3277" y="7839"/>
                    <a:pt x="3343" y="7229"/>
                  </a:cubicBezTo>
                  <a:cubicBezTo>
                    <a:pt x="3420" y="6619"/>
                    <a:pt x="3508" y="6358"/>
                    <a:pt x="3629" y="6358"/>
                  </a:cubicBezTo>
                  <a:cubicBezTo>
                    <a:pt x="3695" y="6358"/>
                    <a:pt x="3750" y="6445"/>
                    <a:pt x="3794" y="6619"/>
                  </a:cubicBezTo>
                  <a:cubicBezTo>
                    <a:pt x="3838" y="6794"/>
                    <a:pt x="3871" y="7055"/>
                    <a:pt x="3904" y="7316"/>
                  </a:cubicBezTo>
                  <a:cubicBezTo>
                    <a:pt x="3937" y="7577"/>
                    <a:pt x="3959" y="8013"/>
                    <a:pt x="3970" y="8361"/>
                  </a:cubicBezTo>
                  <a:cubicBezTo>
                    <a:pt x="3981" y="8797"/>
                    <a:pt x="3992" y="9145"/>
                    <a:pt x="3992" y="9581"/>
                  </a:cubicBezTo>
                  <a:lnTo>
                    <a:pt x="3211" y="9668"/>
                  </a:lnTo>
                  <a:close/>
                  <a:moveTo>
                    <a:pt x="5554" y="11235"/>
                  </a:moveTo>
                  <a:cubicBezTo>
                    <a:pt x="5620" y="11758"/>
                    <a:pt x="5653" y="12368"/>
                    <a:pt x="5653" y="13152"/>
                  </a:cubicBezTo>
                  <a:cubicBezTo>
                    <a:pt x="5653" y="14110"/>
                    <a:pt x="5609" y="14894"/>
                    <a:pt x="5521" y="15503"/>
                  </a:cubicBezTo>
                  <a:cubicBezTo>
                    <a:pt x="5433" y="16113"/>
                    <a:pt x="5301" y="16374"/>
                    <a:pt x="5136" y="16374"/>
                  </a:cubicBezTo>
                  <a:cubicBezTo>
                    <a:pt x="5048" y="16374"/>
                    <a:pt x="4960" y="16287"/>
                    <a:pt x="4894" y="16200"/>
                  </a:cubicBezTo>
                  <a:cubicBezTo>
                    <a:pt x="4817" y="16113"/>
                    <a:pt x="4751" y="15939"/>
                    <a:pt x="4696" y="15677"/>
                  </a:cubicBezTo>
                  <a:lnTo>
                    <a:pt x="4751" y="14371"/>
                  </a:lnTo>
                  <a:cubicBezTo>
                    <a:pt x="4806" y="14632"/>
                    <a:pt x="4861" y="14719"/>
                    <a:pt x="4927" y="14894"/>
                  </a:cubicBezTo>
                  <a:cubicBezTo>
                    <a:pt x="4993" y="14981"/>
                    <a:pt x="5059" y="15068"/>
                    <a:pt x="5125" y="15068"/>
                  </a:cubicBezTo>
                  <a:cubicBezTo>
                    <a:pt x="5224" y="15068"/>
                    <a:pt x="5301" y="14894"/>
                    <a:pt x="5356" y="14632"/>
                  </a:cubicBezTo>
                  <a:cubicBezTo>
                    <a:pt x="5411" y="14371"/>
                    <a:pt x="5444" y="13848"/>
                    <a:pt x="5444" y="13326"/>
                  </a:cubicBezTo>
                  <a:cubicBezTo>
                    <a:pt x="5444" y="12803"/>
                    <a:pt x="5422" y="12455"/>
                    <a:pt x="5378" y="12106"/>
                  </a:cubicBezTo>
                  <a:cubicBezTo>
                    <a:pt x="5334" y="11845"/>
                    <a:pt x="5257" y="11584"/>
                    <a:pt x="5169" y="11323"/>
                  </a:cubicBezTo>
                  <a:lnTo>
                    <a:pt x="5070" y="11061"/>
                  </a:lnTo>
                  <a:cubicBezTo>
                    <a:pt x="4949" y="10713"/>
                    <a:pt x="4861" y="10365"/>
                    <a:pt x="4795" y="9842"/>
                  </a:cubicBezTo>
                  <a:cubicBezTo>
                    <a:pt x="4729" y="9319"/>
                    <a:pt x="4707" y="8797"/>
                    <a:pt x="4707" y="8013"/>
                  </a:cubicBezTo>
                  <a:cubicBezTo>
                    <a:pt x="4707" y="7577"/>
                    <a:pt x="4718" y="7142"/>
                    <a:pt x="4740" y="6794"/>
                  </a:cubicBezTo>
                  <a:cubicBezTo>
                    <a:pt x="4762" y="6445"/>
                    <a:pt x="4795" y="6097"/>
                    <a:pt x="4839" y="5836"/>
                  </a:cubicBezTo>
                  <a:cubicBezTo>
                    <a:pt x="4883" y="5574"/>
                    <a:pt x="4938" y="5400"/>
                    <a:pt x="4993" y="5226"/>
                  </a:cubicBezTo>
                  <a:cubicBezTo>
                    <a:pt x="5048" y="5052"/>
                    <a:pt x="5114" y="4965"/>
                    <a:pt x="5191" y="4965"/>
                  </a:cubicBezTo>
                  <a:cubicBezTo>
                    <a:pt x="5257" y="4965"/>
                    <a:pt x="5323" y="5052"/>
                    <a:pt x="5400" y="5139"/>
                  </a:cubicBezTo>
                  <a:cubicBezTo>
                    <a:pt x="5477" y="5226"/>
                    <a:pt x="5532" y="5400"/>
                    <a:pt x="5598" y="5574"/>
                  </a:cubicBezTo>
                  <a:lnTo>
                    <a:pt x="5532" y="6968"/>
                  </a:lnTo>
                  <a:cubicBezTo>
                    <a:pt x="5477" y="6706"/>
                    <a:pt x="5422" y="6619"/>
                    <a:pt x="5367" y="6532"/>
                  </a:cubicBezTo>
                  <a:cubicBezTo>
                    <a:pt x="5312" y="6445"/>
                    <a:pt x="5257" y="6358"/>
                    <a:pt x="5202" y="6358"/>
                  </a:cubicBezTo>
                  <a:cubicBezTo>
                    <a:pt x="5103" y="6358"/>
                    <a:pt x="5026" y="6532"/>
                    <a:pt x="4982" y="6794"/>
                  </a:cubicBezTo>
                  <a:cubicBezTo>
                    <a:pt x="4938" y="7142"/>
                    <a:pt x="4905" y="7490"/>
                    <a:pt x="4905" y="8013"/>
                  </a:cubicBezTo>
                  <a:cubicBezTo>
                    <a:pt x="4905" y="8448"/>
                    <a:pt x="4927" y="8797"/>
                    <a:pt x="4960" y="9058"/>
                  </a:cubicBezTo>
                  <a:cubicBezTo>
                    <a:pt x="4993" y="9319"/>
                    <a:pt x="5070" y="9581"/>
                    <a:pt x="5180" y="9842"/>
                  </a:cubicBezTo>
                  <a:lnTo>
                    <a:pt x="5268" y="10016"/>
                  </a:lnTo>
                  <a:cubicBezTo>
                    <a:pt x="5400" y="10365"/>
                    <a:pt x="5488" y="10800"/>
                    <a:pt x="5554" y="11235"/>
                  </a:cubicBezTo>
                  <a:close/>
                  <a:moveTo>
                    <a:pt x="1056" y="6445"/>
                  </a:moveTo>
                  <a:cubicBezTo>
                    <a:pt x="1001" y="6010"/>
                    <a:pt x="946" y="5661"/>
                    <a:pt x="869" y="5400"/>
                  </a:cubicBezTo>
                  <a:cubicBezTo>
                    <a:pt x="792" y="5139"/>
                    <a:pt x="715" y="5052"/>
                    <a:pt x="627" y="5052"/>
                  </a:cubicBezTo>
                  <a:cubicBezTo>
                    <a:pt x="528" y="5052"/>
                    <a:pt x="451" y="5226"/>
                    <a:pt x="385" y="5487"/>
                  </a:cubicBezTo>
                  <a:cubicBezTo>
                    <a:pt x="319" y="5748"/>
                    <a:pt x="253" y="6097"/>
                    <a:pt x="209" y="6445"/>
                  </a:cubicBezTo>
                  <a:lnTo>
                    <a:pt x="176" y="5052"/>
                  </a:lnTo>
                  <a:lnTo>
                    <a:pt x="0" y="5052"/>
                  </a:lnTo>
                  <a:lnTo>
                    <a:pt x="0" y="21600"/>
                  </a:lnTo>
                  <a:lnTo>
                    <a:pt x="209" y="21600"/>
                  </a:lnTo>
                  <a:lnTo>
                    <a:pt x="209" y="15677"/>
                  </a:lnTo>
                  <a:cubicBezTo>
                    <a:pt x="253" y="15939"/>
                    <a:pt x="297" y="16113"/>
                    <a:pt x="363" y="16200"/>
                  </a:cubicBezTo>
                  <a:cubicBezTo>
                    <a:pt x="418" y="16374"/>
                    <a:pt x="484" y="16374"/>
                    <a:pt x="550" y="16374"/>
                  </a:cubicBezTo>
                  <a:cubicBezTo>
                    <a:pt x="638" y="16374"/>
                    <a:pt x="715" y="16287"/>
                    <a:pt x="803" y="16026"/>
                  </a:cubicBezTo>
                  <a:cubicBezTo>
                    <a:pt x="880" y="15765"/>
                    <a:pt x="957" y="15416"/>
                    <a:pt x="1023" y="14894"/>
                  </a:cubicBezTo>
                  <a:cubicBezTo>
                    <a:pt x="1089" y="14371"/>
                    <a:pt x="1133" y="13761"/>
                    <a:pt x="1177" y="13065"/>
                  </a:cubicBezTo>
                  <a:cubicBezTo>
                    <a:pt x="1210" y="12281"/>
                    <a:pt x="1232" y="11410"/>
                    <a:pt x="1232" y="10365"/>
                  </a:cubicBezTo>
                  <a:cubicBezTo>
                    <a:pt x="1232" y="9494"/>
                    <a:pt x="1221" y="8710"/>
                    <a:pt x="1188" y="8100"/>
                  </a:cubicBezTo>
                  <a:cubicBezTo>
                    <a:pt x="1155" y="7490"/>
                    <a:pt x="1111" y="6968"/>
                    <a:pt x="1056" y="6445"/>
                  </a:cubicBezTo>
                  <a:close/>
                  <a:moveTo>
                    <a:pt x="968" y="12629"/>
                  </a:moveTo>
                  <a:cubicBezTo>
                    <a:pt x="935" y="13239"/>
                    <a:pt x="902" y="13674"/>
                    <a:pt x="858" y="14110"/>
                  </a:cubicBezTo>
                  <a:cubicBezTo>
                    <a:pt x="814" y="14458"/>
                    <a:pt x="759" y="14719"/>
                    <a:pt x="704" y="14894"/>
                  </a:cubicBezTo>
                  <a:cubicBezTo>
                    <a:pt x="649" y="15068"/>
                    <a:pt x="583" y="15155"/>
                    <a:pt x="528" y="15155"/>
                  </a:cubicBezTo>
                  <a:cubicBezTo>
                    <a:pt x="473" y="15155"/>
                    <a:pt x="418" y="15068"/>
                    <a:pt x="374" y="14981"/>
                  </a:cubicBezTo>
                  <a:cubicBezTo>
                    <a:pt x="319" y="14894"/>
                    <a:pt x="275" y="14632"/>
                    <a:pt x="231" y="14371"/>
                  </a:cubicBezTo>
                  <a:lnTo>
                    <a:pt x="231" y="7926"/>
                  </a:lnTo>
                  <a:cubicBezTo>
                    <a:pt x="242" y="7752"/>
                    <a:pt x="264" y="7577"/>
                    <a:pt x="297" y="7403"/>
                  </a:cubicBezTo>
                  <a:cubicBezTo>
                    <a:pt x="319" y="7229"/>
                    <a:pt x="352" y="7055"/>
                    <a:pt x="385" y="6881"/>
                  </a:cubicBezTo>
                  <a:cubicBezTo>
                    <a:pt x="418" y="6706"/>
                    <a:pt x="451" y="6619"/>
                    <a:pt x="495" y="6532"/>
                  </a:cubicBezTo>
                  <a:cubicBezTo>
                    <a:pt x="528" y="6445"/>
                    <a:pt x="572" y="6358"/>
                    <a:pt x="616" y="6358"/>
                  </a:cubicBezTo>
                  <a:cubicBezTo>
                    <a:pt x="759" y="6358"/>
                    <a:pt x="869" y="6706"/>
                    <a:pt x="935" y="7403"/>
                  </a:cubicBezTo>
                  <a:cubicBezTo>
                    <a:pt x="1001" y="8100"/>
                    <a:pt x="1034" y="9145"/>
                    <a:pt x="1034" y="10364"/>
                  </a:cubicBezTo>
                  <a:cubicBezTo>
                    <a:pt x="1001" y="11323"/>
                    <a:pt x="990" y="12106"/>
                    <a:pt x="968" y="12629"/>
                  </a:cubicBezTo>
                  <a:close/>
                  <a:moveTo>
                    <a:pt x="21556" y="8187"/>
                  </a:moveTo>
                  <a:cubicBezTo>
                    <a:pt x="21523" y="7490"/>
                    <a:pt x="21479" y="6881"/>
                    <a:pt x="21424" y="6445"/>
                  </a:cubicBezTo>
                  <a:cubicBezTo>
                    <a:pt x="21369" y="6010"/>
                    <a:pt x="21303" y="5661"/>
                    <a:pt x="21215" y="5400"/>
                  </a:cubicBezTo>
                  <a:cubicBezTo>
                    <a:pt x="21127" y="5139"/>
                    <a:pt x="21050" y="5052"/>
                    <a:pt x="20962" y="5052"/>
                  </a:cubicBezTo>
                  <a:cubicBezTo>
                    <a:pt x="20874" y="5052"/>
                    <a:pt x="20786" y="5139"/>
                    <a:pt x="20698" y="5400"/>
                  </a:cubicBezTo>
                  <a:cubicBezTo>
                    <a:pt x="20621" y="5661"/>
                    <a:pt x="20544" y="6010"/>
                    <a:pt x="20489" y="6532"/>
                  </a:cubicBezTo>
                  <a:cubicBezTo>
                    <a:pt x="20434" y="7055"/>
                    <a:pt x="20379" y="7664"/>
                    <a:pt x="20346" y="8361"/>
                  </a:cubicBezTo>
                  <a:cubicBezTo>
                    <a:pt x="20313" y="9058"/>
                    <a:pt x="20291" y="9929"/>
                    <a:pt x="20291" y="10800"/>
                  </a:cubicBezTo>
                  <a:cubicBezTo>
                    <a:pt x="20291" y="11671"/>
                    <a:pt x="20313" y="12542"/>
                    <a:pt x="20346" y="13239"/>
                  </a:cubicBezTo>
                  <a:cubicBezTo>
                    <a:pt x="20379" y="13935"/>
                    <a:pt x="20423" y="14545"/>
                    <a:pt x="20478" y="14981"/>
                  </a:cubicBezTo>
                  <a:cubicBezTo>
                    <a:pt x="20533" y="15416"/>
                    <a:pt x="20599" y="15852"/>
                    <a:pt x="20687" y="16026"/>
                  </a:cubicBezTo>
                  <a:cubicBezTo>
                    <a:pt x="20764" y="16287"/>
                    <a:pt x="20852" y="16374"/>
                    <a:pt x="20940" y="16374"/>
                  </a:cubicBezTo>
                  <a:cubicBezTo>
                    <a:pt x="21028" y="16374"/>
                    <a:pt x="21116" y="16287"/>
                    <a:pt x="21193" y="16026"/>
                  </a:cubicBezTo>
                  <a:cubicBezTo>
                    <a:pt x="21270" y="15765"/>
                    <a:pt x="21347" y="15416"/>
                    <a:pt x="21402" y="14894"/>
                  </a:cubicBezTo>
                  <a:cubicBezTo>
                    <a:pt x="21457" y="14371"/>
                    <a:pt x="21512" y="13761"/>
                    <a:pt x="21545" y="13064"/>
                  </a:cubicBezTo>
                  <a:cubicBezTo>
                    <a:pt x="21578" y="12368"/>
                    <a:pt x="21600" y="11497"/>
                    <a:pt x="21600" y="10626"/>
                  </a:cubicBezTo>
                  <a:cubicBezTo>
                    <a:pt x="21600" y="9668"/>
                    <a:pt x="21589" y="8884"/>
                    <a:pt x="21556" y="8187"/>
                  </a:cubicBezTo>
                  <a:close/>
                  <a:moveTo>
                    <a:pt x="21347" y="12803"/>
                  </a:moveTo>
                  <a:cubicBezTo>
                    <a:pt x="21325" y="13326"/>
                    <a:pt x="21292" y="13848"/>
                    <a:pt x="21248" y="14197"/>
                  </a:cubicBezTo>
                  <a:cubicBezTo>
                    <a:pt x="21204" y="14545"/>
                    <a:pt x="21160" y="14806"/>
                    <a:pt x="21105" y="14981"/>
                  </a:cubicBezTo>
                  <a:cubicBezTo>
                    <a:pt x="21050" y="15155"/>
                    <a:pt x="20995" y="15242"/>
                    <a:pt x="20940" y="15242"/>
                  </a:cubicBezTo>
                  <a:cubicBezTo>
                    <a:pt x="20885" y="15242"/>
                    <a:pt x="20830" y="15155"/>
                    <a:pt x="20775" y="14981"/>
                  </a:cubicBezTo>
                  <a:cubicBezTo>
                    <a:pt x="20720" y="14806"/>
                    <a:pt x="20676" y="14545"/>
                    <a:pt x="20632" y="14197"/>
                  </a:cubicBezTo>
                  <a:cubicBezTo>
                    <a:pt x="20588" y="13848"/>
                    <a:pt x="20555" y="13413"/>
                    <a:pt x="20533" y="12803"/>
                  </a:cubicBezTo>
                  <a:cubicBezTo>
                    <a:pt x="20511" y="12281"/>
                    <a:pt x="20500" y="11584"/>
                    <a:pt x="20500" y="10800"/>
                  </a:cubicBezTo>
                  <a:cubicBezTo>
                    <a:pt x="20500" y="10016"/>
                    <a:pt x="20511" y="9319"/>
                    <a:pt x="20533" y="8797"/>
                  </a:cubicBezTo>
                  <a:cubicBezTo>
                    <a:pt x="20555" y="8274"/>
                    <a:pt x="20588" y="7752"/>
                    <a:pt x="20632" y="7490"/>
                  </a:cubicBezTo>
                  <a:cubicBezTo>
                    <a:pt x="20676" y="7142"/>
                    <a:pt x="20720" y="6881"/>
                    <a:pt x="20775" y="6706"/>
                  </a:cubicBezTo>
                  <a:cubicBezTo>
                    <a:pt x="20830" y="6532"/>
                    <a:pt x="20885" y="6445"/>
                    <a:pt x="20940" y="6445"/>
                  </a:cubicBezTo>
                  <a:cubicBezTo>
                    <a:pt x="20995" y="6445"/>
                    <a:pt x="21050" y="6532"/>
                    <a:pt x="21105" y="6706"/>
                  </a:cubicBezTo>
                  <a:cubicBezTo>
                    <a:pt x="21160" y="6881"/>
                    <a:pt x="21204" y="7142"/>
                    <a:pt x="21248" y="7490"/>
                  </a:cubicBezTo>
                  <a:cubicBezTo>
                    <a:pt x="21292" y="7839"/>
                    <a:pt x="21325" y="8274"/>
                    <a:pt x="21347" y="8884"/>
                  </a:cubicBezTo>
                  <a:cubicBezTo>
                    <a:pt x="21369" y="9406"/>
                    <a:pt x="21380" y="10103"/>
                    <a:pt x="21380" y="10887"/>
                  </a:cubicBezTo>
                  <a:cubicBezTo>
                    <a:pt x="21391" y="11584"/>
                    <a:pt x="21369" y="12281"/>
                    <a:pt x="21347" y="12803"/>
                  </a:cubicBezTo>
                  <a:close/>
                  <a:moveTo>
                    <a:pt x="2563" y="5139"/>
                  </a:moveTo>
                  <a:cubicBezTo>
                    <a:pt x="2596" y="5226"/>
                    <a:pt x="2629" y="5313"/>
                    <a:pt x="2651" y="5313"/>
                  </a:cubicBezTo>
                  <a:lnTo>
                    <a:pt x="2618" y="6794"/>
                  </a:lnTo>
                  <a:cubicBezTo>
                    <a:pt x="2596" y="6706"/>
                    <a:pt x="2563" y="6619"/>
                    <a:pt x="2541" y="6532"/>
                  </a:cubicBezTo>
                  <a:cubicBezTo>
                    <a:pt x="2508" y="6445"/>
                    <a:pt x="2475" y="6445"/>
                    <a:pt x="2442" y="6445"/>
                  </a:cubicBezTo>
                  <a:cubicBezTo>
                    <a:pt x="2387" y="6445"/>
                    <a:pt x="2332" y="6532"/>
                    <a:pt x="2277" y="6706"/>
                  </a:cubicBezTo>
                  <a:cubicBezTo>
                    <a:pt x="2233" y="6881"/>
                    <a:pt x="2189" y="7142"/>
                    <a:pt x="2145" y="7403"/>
                  </a:cubicBezTo>
                  <a:cubicBezTo>
                    <a:pt x="2112" y="7752"/>
                    <a:pt x="2079" y="8100"/>
                    <a:pt x="2057" y="8623"/>
                  </a:cubicBezTo>
                  <a:cubicBezTo>
                    <a:pt x="2035" y="9145"/>
                    <a:pt x="2024" y="9668"/>
                    <a:pt x="2024" y="10277"/>
                  </a:cubicBezTo>
                  <a:lnTo>
                    <a:pt x="2024" y="16200"/>
                  </a:lnTo>
                  <a:lnTo>
                    <a:pt x="1815" y="16200"/>
                  </a:lnTo>
                  <a:lnTo>
                    <a:pt x="1815" y="5226"/>
                  </a:lnTo>
                  <a:lnTo>
                    <a:pt x="1958" y="5226"/>
                  </a:lnTo>
                  <a:lnTo>
                    <a:pt x="1991" y="7403"/>
                  </a:lnTo>
                  <a:cubicBezTo>
                    <a:pt x="2024" y="6706"/>
                    <a:pt x="2079" y="6097"/>
                    <a:pt x="2156" y="5661"/>
                  </a:cubicBezTo>
                  <a:cubicBezTo>
                    <a:pt x="2233" y="5226"/>
                    <a:pt x="2321" y="5052"/>
                    <a:pt x="2420" y="5052"/>
                  </a:cubicBezTo>
                  <a:cubicBezTo>
                    <a:pt x="2486" y="5052"/>
                    <a:pt x="2519" y="5139"/>
                    <a:pt x="2563" y="5139"/>
                  </a:cubicBezTo>
                  <a:close/>
                  <a:moveTo>
                    <a:pt x="19235" y="5139"/>
                  </a:moveTo>
                  <a:cubicBezTo>
                    <a:pt x="19213" y="5139"/>
                    <a:pt x="19180" y="5052"/>
                    <a:pt x="19147" y="5052"/>
                  </a:cubicBezTo>
                  <a:cubicBezTo>
                    <a:pt x="19070" y="5052"/>
                    <a:pt x="18993" y="5139"/>
                    <a:pt x="18927" y="5313"/>
                  </a:cubicBezTo>
                  <a:cubicBezTo>
                    <a:pt x="18862" y="5487"/>
                    <a:pt x="18796" y="5748"/>
                    <a:pt x="18752" y="6010"/>
                  </a:cubicBezTo>
                  <a:cubicBezTo>
                    <a:pt x="18708" y="6271"/>
                    <a:pt x="18664" y="6706"/>
                    <a:pt x="18642" y="7229"/>
                  </a:cubicBezTo>
                  <a:cubicBezTo>
                    <a:pt x="18609" y="7664"/>
                    <a:pt x="18598" y="8274"/>
                    <a:pt x="18598" y="8884"/>
                  </a:cubicBezTo>
                  <a:cubicBezTo>
                    <a:pt x="18598" y="9755"/>
                    <a:pt x="18620" y="10452"/>
                    <a:pt x="18675" y="10974"/>
                  </a:cubicBezTo>
                  <a:cubicBezTo>
                    <a:pt x="18730" y="11497"/>
                    <a:pt x="18785" y="11932"/>
                    <a:pt x="18851" y="12194"/>
                  </a:cubicBezTo>
                  <a:cubicBezTo>
                    <a:pt x="18796" y="12368"/>
                    <a:pt x="18752" y="12629"/>
                    <a:pt x="18708" y="12977"/>
                  </a:cubicBezTo>
                  <a:cubicBezTo>
                    <a:pt x="18675" y="13326"/>
                    <a:pt x="18653" y="13761"/>
                    <a:pt x="18653" y="14197"/>
                  </a:cubicBezTo>
                  <a:cubicBezTo>
                    <a:pt x="18653" y="14632"/>
                    <a:pt x="18664" y="14893"/>
                    <a:pt x="18686" y="15155"/>
                  </a:cubicBezTo>
                  <a:cubicBezTo>
                    <a:pt x="18708" y="15416"/>
                    <a:pt x="18730" y="15590"/>
                    <a:pt x="18774" y="15764"/>
                  </a:cubicBezTo>
                  <a:cubicBezTo>
                    <a:pt x="18697" y="16026"/>
                    <a:pt x="18631" y="16287"/>
                    <a:pt x="18587" y="16635"/>
                  </a:cubicBezTo>
                  <a:cubicBezTo>
                    <a:pt x="18543" y="16984"/>
                    <a:pt x="18521" y="17506"/>
                    <a:pt x="18521" y="18116"/>
                  </a:cubicBezTo>
                  <a:cubicBezTo>
                    <a:pt x="18521" y="19161"/>
                    <a:pt x="18576" y="20032"/>
                    <a:pt x="18697" y="20642"/>
                  </a:cubicBezTo>
                  <a:cubicBezTo>
                    <a:pt x="18818" y="21252"/>
                    <a:pt x="18971" y="21513"/>
                    <a:pt x="19169" y="21513"/>
                  </a:cubicBezTo>
                  <a:cubicBezTo>
                    <a:pt x="19389" y="21513"/>
                    <a:pt x="19554" y="21164"/>
                    <a:pt x="19686" y="20468"/>
                  </a:cubicBezTo>
                  <a:cubicBezTo>
                    <a:pt x="19807" y="19771"/>
                    <a:pt x="19873" y="18900"/>
                    <a:pt x="19873" y="17681"/>
                  </a:cubicBezTo>
                  <a:cubicBezTo>
                    <a:pt x="19873" y="16810"/>
                    <a:pt x="19829" y="16113"/>
                    <a:pt x="19752" y="15590"/>
                  </a:cubicBezTo>
                  <a:cubicBezTo>
                    <a:pt x="19675" y="15068"/>
                    <a:pt x="19554" y="14806"/>
                    <a:pt x="19400" y="14806"/>
                  </a:cubicBezTo>
                  <a:lnTo>
                    <a:pt x="19037" y="14806"/>
                  </a:lnTo>
                  <a:cubicBezTo>
                    <a:pt x="18982" y="14806"/>
                    <a:pt x="18938" y="14719"/>
                    <a:pt x="18905" y="14545"/>
                  </a:cubicBezTo>
                  <a:cubicBezTo>
                    <a:pt x="18873" y="14371"/>
                    <a:pt x="18851" y="14110"/>
                    <a:pt x="18851" y="13761"/>
                  </a:cubicBezTo>
                  <a:cubicBezTo>
                    <a:pt x="18851" y="13500"/>
                    <a:pt x="18862" y="13239"/>
                    <a:pt x="18884" y="12977"/>
                  </a:cubicBezTo>
                  <a:cubicBezTo>
                    <a:pt x="18905" y="12716"/>
                    <a:pt x="18938" y="12542"/>
                    <a:pt x="18993" y="12455"/>
                  </a:cubicBezTo>
                  <a:cubicBezTo>
                    <a:pt x="19026" y="12455"/>
                    <a:pt x="19048" y="12542"/>
                    <a:pt x="19070" y="12542"/>
                  </a:cubicBezTo>
                  <a:cubicBezTo>
                    <a:pt x="19092" y="12542"/>
                    <a:pt x="19125" y="12542"/>
                    <a:pt x="19147" y="12542"/>
                  </a:cubicBezTo>
                  <a:cubicBezTo>
                    <a:pt x="19224" y="12542"/>
                    <a:pt x="19301" y="12455"/>
                    <a:pt x="19367" y="12281"/>
                  </a:cubicBezTo>
                  <a:cubicBezTo>
                    <a:pt x="19433" y="12106"/>
                    <a:pt x="19488" y="11845"/>
                    <a:pt x="19543" y="11584"/>
                  </a:cubicBezTo>
                  <a:cubicBezTo>
                    <a:pt x="19587" y="11235"/>
                    <a:pt x="19631" y="10887"/>
                    <a:pt x="19653" y="10365"/>
                  </a:cubicBezTo>
                  <a:cubicBezTo>
                    <a:pt x="19686" y="9929"/>
                    <a:pt x="19697" y="9319"/>
                    <a:pt x="19697" y="8710"/>
                  </a:cubicBezTo>
                  <a:cubicBezTo>
                    <a:pt x="19697" y="8187"/>
                    <a:pt x="19686" y="7665"/>
                    <a:pt x="19653" y="7229"/>
                  </a:cubicBezTo>
                  <a:cubicBezTo>
                    <a:pt x="19620" y="6794"/>
                    <a:pt x="19587" y="6358"/>
                    <a:pt x="19532" y="6097"/>
                  </a:cubicBezTo>
                  <a:lnTo>
                    <a:pt x="19785" y="6271"/>
                  </a:lnTo>
                  <a:lnTo>
                    <a:pt x="19917" y="6271"/>
                  </a:lnTo>
                  <a:lnTo>
                    <a:pt x="19917" y="5226"/>
                  </a:lnTo>
                  <a:lnTo>
                    <a:pt x="19323" y="5226"/>
                  </a:lnTo>
                  <a:cubicBezTo>
                    <a:pt x="19290" y="5226"/>
                    <a:pt x="19257" y="5139"/>
                    <a:pt x="19235" y="5139"/>
                  </a:cubicBezTo>
                  <a:close/>
                  <a:moveTo>
                    <a:pt x="18884" y="16200"/>
                  </a:moveTo>
                  <a:lnTo>
                    <a:pt x="19301" y="16200"/>
                  </a:lnTo>
                  <a:cubicBezTo>
                    <a:pt x="19345" y="16200"/>
                    <a:pt x="19400" y="16200"/>
                    <a:pt x="19433" y="16287"/>
                  </a:cubicBezTo>
                  <a:cubicBezTo>
                    <a:pt x="19466" y="16374"/>
                    <a:pt x="19510" y="16461"/>
                    <a:pt x="19543" y="16548"/>
                  </a:cubicBezTo>
                  <a:cubicBezTo>
                    <a:pt x="19576" y="16723"/>
                    <a:pt x="19598" y="16897"/>
                    <a:pt x="19609" y="17071"/>
                  </a:cubicBezTo>
                  <a:cubicBezTo>
                    <a:pt x="19631" y="17332"/>
                    <a:pt x="19631" y="17594"/>
                    <a:pt x="19631" y="17942"/>
                  </a:cubicBezTo>
                  <a:cubicBezTo>
                    <a:pt x="19631" y="18203"/>
                    <a:pt x="19620" y="18465"/>
                    <a:pt x="19609" y="18813"/>
                  </a:cubicBezTo>
                  <a:cubicBezTo>
                    <a:pt x="19587" y="19074"/>
                    <a:pt x="19565" y="19336"/>
                    <a:pt x="19521" y="19597"/>
                  </a:cubicBezTo>
                  <a:cubicBezTo>
                    <a:pt x="19477" y="19858"/>
                    <a:pt x="19433" y="20032"/>
                    <a:pt x="19367" y="20119"/>
                  </a:cubicBezTo>
                  <a:cubicBezTo>
                    <a:pt x="19301" y="20206"/>
                    <a:pt x="19235" y="20294"/>
                    <a:pt x="19147" y="20294"/>
                  </a:cubicBezTo>
                  <a:cubicBezTo>
                    <a:pt x="19004" y="20294"/>
                    <a:pt x="18895" y="20119"/>
                    <a:pt x="18818" y="19684"/>
                  </a:cubicBezTo>
                  <a:cubicBezTo>
                    <a:pt x="18741" y="19336"/>
                    <a:pt x="18697" y="18726"/>
                    <a:pt x="18697" y="17942"/>
                  </a:cubicBezTo>
                  <a:cubicBezTo>
                    <a:pt x="18697" y="17506"/>
                    <a:pt x="18708" y="17158"/>
                    <a:pt x="18741" y="16897"/>
                  </a:cubicBezTo>
                  <a:cubicBezTo>
                    <a:pt x="18796" y="16635"/>
                    <a:pt x="18829" y="16374"/>
                    <a:pt x="18884" y="16200"/>
                  </a:cubicBezTo>
                  <a:close/>
                  <a:moveTo>
                    <a:pt x="19477" y="8884"/>
                  </a:moveTo>
                  <a:cubicBezTo>
                    <a:pt x="19477" y="9755"/>
                    <a:pt x="19444" y="10365"/>
                    <a:pt x="19389" y="10800"/>
                  </a:cubicBezTo>
                  <a:cubicBezTo>
                    <a:pt x="19334" y="11236"/>
                    <a:pt x="19246" y="11410"/>
                    <a:pt x="19147" y="11410"/>
                  </a:cubicBezTo>
                  <a:cubicBezTo>
                    <a:pt x="19048" y="11410"/>
                    <a:pt x="18971" y="11236"/>
                    <a:pt x="18905" y="10800"/>
                  </a:cubicBezTo>
                  <a:cubicBezTo>
                    <a:pt x="18840" y="10365"/>
                    <a:pt x="18807" y="9668"/>
                    <a:pt x="18807" y="8797"/>
                  </a:cubicBezTo>
                  <a:cubicBezTo>
                    <a:pt x="18807" y="7926"/>
                    <a:pt x="18840" y="7316"/>
                    <a:pt x="18905" y="6881"/>
                  </a:cubicBezTo>
                  <a:cubicBezTo>
                    <a:pt x="18971" y="6445"/>
                    <a:pt x="19048" y="6271"/>
                    <a:pt x="19158" y="6271"/>
                  </a:cubicBezTo>
                  <a:cubicBezTo>
                    <a:pt x="19257" y="6271"/>
                    <a:pt x="19334" y="6532"/>
                    <a:pt x="19400" y="6968"/>
                  </a:cubicBezTo>
                  <a:cubicBezTo>
                    <a:pt x="19444" y="7403"/>
                    <a:pt x="19477" y="8013"/>
                    <a:pt x="19477" y="8884"/>
                  </a:cubicBezTo>
                  <a:close/>
                  <a:moveTo>
                    <a:pt x="14319" y="435"/>
                  </a:moveTo>
                  <a:cubicBezTo>
                    <a:pt x="14352" y="610"/>
                    <a:pt x="14363" y="871"/>
                    <a:pt x="14363" y="1219"/>
                  </a:cubicBezTo>
                  <a:cubicBezTo>
                    <a:pt x="14363" y="1568"/>
                    <a:pt x="14352" y="1829"/>
                    <a:pt x="14319" y="2003"/>
                  </a:cubicBezTo>
                  <a:cubicBezTo>
                    <a:pt x="14286" y="2177"/>
                    <a:pt x="14264" y="2264"/>
                    <a:pt x="14220" y="2264"/>
                  </a:cubicBezTo>
                  <a:cubicBezTo>
                    <a:pt x="14176" y="2264"/>
                    <a:pt x="14143" y="2177"/>
                    <a:pt x="14121" y="1916"/>
                  </a:cubicBezTo>
                  <a:cubicBezTo>
                    <a:pt x="14099" y="1742"/>
                    <a:pt x="14077" y="1481"/>
                    <a:pt x="14077" y="1132"/>
                  </a:cubicBezTo>
                  <a:cubicBezTo>
                    <a:pt x="14077" y="784"/>
                    <a:pt x="14088" y="523"/>
                    <a:pt x="14121" y="348"/>
                  </a:cubicBezTo>
                  <a:cubicBezTo>
                    <a:pt x="14143" y="174"/>
                    <a:pt x="14176" y="0"/>
                    <a:pt x="14220" y="0"/>
                  </a:cubicBezTo>
                  <a:cubicBezTo>
                    <a:pt x="14253" y="174"/>
                    <a:pt x="14286" y="261"/>
                    <a:pt x="14319" y="435"/>
                  </a:cubicBezTo>
                  <a:close/>
                  <a:moveTo>
                    <a:pt x="13527" y="14545"/>
                  </a:moveTo>
                  <a:lnTo>
                    <a:pt x="13560" y="15765"/>
                  </a:lnTo>
                  <a:cubicBezTo>
                    <a:pt x="13516" y="15852"/>
                    <a:pt x="13473" y="16026"/>
                    <a:pt x="13418" y="16113"/>
                  </a:cubicBezTo>
                  <a:cubicBezTo>
                    <a:pt x="13363" y="16200"/>
                    <a:pt x="13297" y="16287"/>
                    <a:pt x="13231" y="16287"/>
                  </a:cubicBezTo>
                  <a:cubicBezTo>
                    <a:pt x="12978" y="16287"/>
                    <a:pt x="12857" y="15416"/>
                    <a:pt x="12857" y="13587"/>
                  </a:cubicBezTo>
                  <a:lnTo>
                    <a:pt x="12857" y="6532"/>
                  </a:lnTo>
                  <a:lnTo>
                    <a:pt x="12626" y="6532"/>
                  </a:lnTo>
                  <a:lnTo>
                    <a:pt x="12626" y="5226"/>
                  </a:lnTo>
                  <a:lnTo>
                    <a:pt x="12857" y="5226"/>
                  </a:lnTo>
                  <a:lnTo>
                    <a:pt x="12857" y="1742"/>
                  </a:lnTo>
                  <a:lnTo>
                    <a:pt x="13066" y="1742"/>
                  </a:lnTo>
                  <a:lnTo>
                    <a:pt x="13066" y="5226"/>
                  </a:lnTo>
                  <a:lnTo>
                    <a:pt x="13505" y="5226"/>
                  </a:lnTo>
                  <a:lnTo>
                    <a:pt x="13505" y="6445"/>
                  </a:lnTo>
                  <a:lnTo>
                    <a:pt x="13066" y="6445"/>
                  </a:lnTo>
                  <a:lnTo>
                    <a:pt x="13066" y="13239"/>
                  </a:lnTo>
                  <a:cubicBezTo>
                    <a:pt x="13066" y="13848"/>
                    <a:pt x="13088" y="14284"/>
                    <a:pt x="13121" y="14545"/>
                  </a:cubicBezTo>
                  <a:cubicBezTo>
                    <a:pt x="13154" y="14806"/>
                    <a:pt x="13209" y="14894"/>
                    <a:pt x="13275" y="14894"/>
                  </a:cubicBezTo>
                  <a:cubicBezTo>
                    <a:pt x="13319" y="14894"/>
                    <a:pt x="13374" y="14894"/>
                    <a:pt x="13418" y="14806"/>
                  </a:cubicBezTo>
                  <a:cubicBezTo>
                    <a:pt x="13451" y="14719"/>
                    <a:pt x="13484" y="14632"/>
                    <a:pt x="13527" y="14545"/>
                  </a:cubicBezTo>
                  <a:close/>
                  <a:moveTo>
                    <a:pt x="14121" y="5226"/>
                  </a:moveTo>
                  <a:lnTo>
                    <a:pt x="14330" y="5226"/>
                  </a:lnTo>
                  <a:lnTo>
                    <a:pt x="14330" y="16200"/>
                  </a:lnTo>
                  <a:lnTo>
                    <a:pt x="14121" y="16200"/>
                  </a:lnTo>
                  <a:lnTo>
                    <a:pt x="14121" y="5226"/>
                  </a:lnTo>
                  <a:close/>
                  <a:moveTo>
                    <a:pt x="16057" y="6445"/>
                  </a:moveTo>
                  <a:cubicBezTo>
                    <a:pt x="16002" y="6010"/>
                    <a:pt x="15936" y="5661"/>
                    <a:pt x="15848" y="5400"/>
                  </a:cubicBezTo>
                  <a:cubicBezTo>
                    <a:pt x="15760" y="5139"/>
                    <a:pt x="15683" y="5052"/>
                    <a:pt x="15595" y="5052"/>
                  </a:cubicBezTo>
                  <a:cubicBezTo>
                    <a:pt x="15507" y="5052"/>
                    <a:pt x="15419" y="5139"/>
                    <a:pt x="15331" y="5400"/>
                  </a:cubicBezTo>
                  <a:cubicBezTo>
                    <a:pt x="15254" y="5661"/>
                    <a:pt x="15177" y="6010"/>
                    <a:pt x="15122" y="6532"/>
                  </a:cubicBezTo>
                  <a:cubicBezTo>
                    <a:pt x="15067" y="7055"/>
                    <a:pt x="15012" y="7664"/>
                    <a:pt x="14979" y="8361"/>
                  </a:cubicBezTo>
                  <a:cubicBezTo>
                    <a:pt x="14946" y="9058"/>
                    <a:pt x="14924" y="9929"/>
                    <a:pt x="14924" y="10800"/>
                  </a:cubicBezTo>
                  <a:cubicBezTo>
                    <a:pt x="14924" y="11671"/>
                    <a:pt x="14946" y="12542"/>
                    <a:pt x="14979" y="13239"/>
                  </a:cubicBezTo>
                  <a:cubicBezTo>
                    <a:pt x="15012" y="13935"/>
                    <a:pt x="15056" y="14545"/>
                    <a:pt x="15111" y="14981"/>
                  </a:cubicBezTo>
                  <a:cubicBezTo>
                    <a:pt x="15166" y="15416"/>
                    <a:pt x="15232" y="15852"/>
                    <a:pt x="15320" y="16026"/>
                  </a:cubicBezTo>
                  <a:cubicBezTo>
                    <a:pt x="15397" y="16287"/>
                    <a:pt x="15485" y="16374"/>
                    <a:pt x="15573" y="16374"/>
                  </a:cubicBezTo>
                  <a:cubicBezTo>
                    <a:pt x="15661" y="16374"/>
                    <a:pt x="15749" y="16287"/>
                    <a:pt x="15826" y="16026"/>
                  </a:cubicBezTo>
                  <a:cubicBezTo>
                    <a:pt x="15903" y="15765"/>
                    <a:pt x="15980" y="15416"/>
                    <a:pt x="16035" y="14894"/>
                  </a:cubicBezTo>
                  <a:cubicBezTo>
                    <a:pt x="16090" y="14371"/>
                    <a:pt x="16145" y="13761"/>
                    <a:pt x="16178" y="13064"/>
                  </a:cubicBezTo>
                  <a:cubicBezTo>
                    <a:pt x="16211" y="12368"/>
                    <a:pt x="16233" y="11497"/>
                    <a:pt x="16233" y="10626"/>
                  </a:cubicBezTo>
                  <a:cubicBezTo>
                    <a:pt x="16233" y="9755"/>
                    <a:pt x="16222" y="8884"/>
                    <a:pt x="16189" y="8274"/>
                  </a:cubicBezTo>
                  <a:cubicBezTo>
                    <a:pt x="16156" y="7664"/>
                    <a:pt x="16123" y="6968"/>
                    <a:pt x="16057" y="6445"/>
                  </a:cubicBezTo>
                  <a:close/>
                  <a:moveTo>
                    <a:pt x="15991" y="12803"/>
                  </a:moveTo>
                  <a:cubicBezTo>
                    <a:pt x="15969" y="13326"/>
                    <a:pt x="15936" y="13848"/>
                    <a:pt x="15892" y="14197"/>
                  </a:cubicBezTo>
                  <a:cubicBezTo>
                    <a:pt x="15848" y="14545"/>
                    <a:pt x="15804" y="14806"/>
                    <a:pt x="15749" y="14981"/>
                  </a:cubicBezTo>
                  <a:cubicBezTo>
                    <a:pt x="15694" y="15155"/>
                    <a:pt x="15639" y="15242"/>
                    <a:pt x="15584" y="15242"/>
                  </a:cubicBezTo>
                  <a:cubicBezTo>
                    <a:pt x="15529" y="15242"/>
                    <a:pt x="15474" y="15155"/>
                    <a:pt x="15419" y="14981"/>
                  </a:cubicBezTo>
                  <a:cubicBezTo>
                    <a:pt x="15364" y="14806"/>
                    <a:pt x="15320" y="14545"/>
                    <a:pt x="15276" y="14197"/>
                  </a:cubicBezTo>
                  <a:cubicBezTo>
                    <a:pt x="15232" y="13848"/>
                    <a:pt x="15199" y="13413"/>
                    <a:pt x="15177" y="12803"/>
                  </a:cubicBezTo>
                  <a:cubicBezTo>
                    <a:pt x="15155" y="12281"/>
                    <a:pt x="15144" y="11584"/>
                    <a:pt x="15144" y="10800"/>
                  </a:cubicBezTo>
                  <a:cubicBezTo>
                    <a:pt x="15144" y="10016"/>
                    <a:pt x="15155" y="9319"/>
                    <a:pt x="15177" y="8797"/>
                  </a:cubicBezTo>
                  <a:cubicBezTo>
                    <a:pt x="15199" y="8274"/>
                    <a:pt x="15232" y="7752"/>
                    <a:pt x="15276" y="7490"/>
                  </a:cubicBezTo>
                  <a:cubicBezTo>
                    <a:pt x="15320" y="7142"/>
                    <a:pt x="15364" y="6881"/>
                    <a:pt x="15419" y="6706"/>
                  </a:cubicBezTo>
                  <a:cubicBezTo>
                    <a:pt x="15474" y="6532"/>
                    <a:pt x="15529" y="6445"/>
                    <a:pt x="15584" y="6445"/>
                  </a:cubicBezTo>
                  <a:cubicBezTo>
                    <a:pt x="15639" y="6445"/>
                    <a:pt x="15694" y="6532"/>
                    <a:pt x="15749" y="6706"/>
                  </a:cubicBezTo>
                  <a:cubicBezTo>
                    <a:pt x="15804" y="6881"/>
                    <a:pt x="15848" y="7142"/>
                    <a:pt x="15892" y="7490"/>
                  </a:cubicBezTo>
                  <a:cubicBezTo>
                    <a:pt x="15936" y="7839"/>
                    <a:pt x="15969" y="8274"/>
                    <a:pt x="15991" y="8884"/>
                  </a:cubicBezTo>
                  <a:cubicBezTo>
                    <a:pt x="16013" y="9406"/>
                    <a:pt x="16024" y="10103"/>
                    <a:pt x="16024" y="10887"/>
                  </a:cubicBezTo>
                  <a:cubicBezTo>
                    <a:pt x="16024" y="11584"/>
                    <a:pt x="16013" y="12281"/>
                    <a:pt x="15991" y="12803"/>
                  </a:cubicBezTo>
                  <a:close/>
                  <a:moveTo>
                    <a:pt x="8930" y="6010"/>
                  </a:moveTo>
                  <a:cubicBezTo>
                    <a:pt x="9007" y="6619"/>
                    <a:pt x="9051" y="7490"/>
                    <a:pt x="9051" y="8623"/>
                  </a:cubicBezTo>
                  <a:lnTo>
                    <a:pt x="9051" y="16200"/>
                  </a:lnTo>
                  <a:lnTo>
                    <a:pt x="8842" y="16200"/>
                  </a:lnTo>
                  <a:lnTo>
                    <a:pt x="8842" y="8884"/>
                  </a:lnTo>
                  <a:cubicBezTo>
                    <a:pt x="8842" y="8187"/>
                    <a:pt x="8820" y="7577"/>
                    <a:pt x="8776" y="7055"/>
                  </a:cubicBezTo>
                  <a:cubicBezTo>
                    <a:pt x="8732" y="6619"/>
                    <a:pt x="8655" y="6358"/>
                    <a:pt x="8534" y="6358"/>
                  </a:cubicBezTo>
                  <a:cubicBezTo>
                    <a:pt x="8468" y="6358"/>
                    <a:pt x="8391" y="6532"/>
                    <a:pt x="8325" y="6794"/>
                  </a:cubicBezTo>
                  <a:cubicBezTo>
                    <a:pt x="8259" y="7055"/>
                    <a:pt x="8193" y="7490"/>
                    <a:pt x="8138" y="7926"/>
                  </a:cubicBezTo>
                  <a:lnTo>
                    <a:pt x="8138" y="16200"/>
                  </a:lnTo>
                  <a:lnTo>
                    <a:pt x="7930" y="16200"/>
                  </a:lnTo>
                  <a:lnTo>
                    <a:pt x="7930" y="5226"/>
                  </a:lnTo>
                  <a:lnTo>
                    <a:pt x="8084" y="5226"/>
                  </a:lnTo>
                  <a:lnTo>
                    <a:pt x="8116" y="6706"/>
                  </a:lnTo>
                  <a:cubicBezTo>
                    <a:pt x="8182" y="6184"/>
                    <a:pt x="8259" y="5748"/>
                    <a:pt x="8336" y="5487"/>
                  </a:cubicBezTo>
                  <a:cubicBezTo>
                    <a:pt x="8413" y="5226"/>
                    <a:pt x="8501" y="5052"/>
                    <a:pt x="8600" y="5052"/>
                  </a:cubicBezTo>
                  <a:cubicBezTo>
                    <a:pt x="8732" y="5052"/>
                    <a:pt x="8853" y="5400"/>
                    <a:pt x="8930" y="6010"/>
                  </a:cubicBezTo>
                  <a:close/>
                  <a:moveTo>
                    <a:pt x="11922" y="5923"/>
                  </a:moveTo>
                  <a:cubicBezTo>
                    <a:pt x="11878" y="5574"/>
                    <a:pt x="11823" y="5400"/>
                    <a:pt x="11768" y="5226"/>
                  </a:cubicBezTo>
                  <a:cubicBezTo>
                    <a:pt x="11713" y="5052"/>
                    <a:pt x="11647" y="5052"/>
                    <a:pt x="11570" y="5052"/>
                  </a:cubicBezTo>
                  <a:cubicBezTo>
                    <a:pt x="11471" y="5052"/>
                    <a:pt x="11394" y="5139"/>
                    <a:pt x="11306" y="5313"/>
                  </a:cubicBezTo>
                  <a:cubicBezTo>
                    <a:pt x="11229" y="5487"/>
                    <a:pt x="11141" y="5748"/>
                    <a:pt x="11053" y="6184"/>
                  </a:cubicBezTo>
                  <a:lnTo>
                    <a:pt x="11130" y="7316"/>
                  </a:lnTo>
                  <a:cubicBezTo>
                    <a:pt x="11218" y="6968"/>
                    <a:pt x="11295" y="6706"/>
                    <a:pt x="11361" y="6532"/>
                  </a:cubicBezTo>
                  <a:cubicBezTo>
                    <a:pt x="11427" y="6358"/>
                    <a:pt x="11493" y="6358"/>
                    <a:pt x="11548" y="6358"/>
                  </a:cubicBezTo>
                  <a:cubicBezTo>
                    <a:pt x="11636" y="6358"/>
                    <a:pt x="11713" y="6532"/>
                    <a:pt x="11768" y="6881"/>
                  </a:cubicBezTo>
                  <a:cubicBezTo>
                    <a:pt x="11823" y="7229"/>
                    <a:pt x="11856" y="7926"/>
                    <a:pt x="11856" y="8797"/>
                  </a:cubicBezTo>
                  <a:lnTo>
                    <a:pt x="11856" y="9581"/>
                  </a:lnTo>
                  <a:lnTo>
                    <a:pt x="11581" y="9581"/>
                  </a:lnTo>
                  <a:cubicBezTo>
                    <a:pt x="11493" y="9581"/>
                    <a:pt x="11405" y="9668"/>
                    <a:pt x="11328" y="9842"/>
                  </a:cubicBezTo>
                  <a:cubicBezTo>
                    <a:pt x="11251" y="10016"/>
                    <a:pt x="11185" y="10190"/>
                    <a:pt x="11130" y="10539"/>
                  </a:cubicBezTo>
                  <a:cubicBezTo>
                    <a:pt x="11075" y="10800"/>
                    <a:pt x="11031" y="11235"/>
                    <a:pt x="11009" y="11671"/>
                  </a:cubicBezTo>
                  <a:cubicBezTo>
                    <a:pt x="10987" y="12106"/>
                    <a:pt x="10965" y="12629"/>
                    <a:pt x="10965" y="13152"/>
                  </a:cubicBezTo>
                  <a:cubicBezTo>
                    <a:pt x="10965" y="13674"/>
                    <a:pt x="10976" y="14110"/>
                    <a:pt x="10998" y="14458"/>
                  </a:cubicBezTo>
                  <a:cubicBezTo>
                    <a:pt x="11020" y="14806"/>
                    <a:pt x="11053" y="15155"/>
                    <a:pt x="11097" y="15503"/>
                  </a:cubicBezTo>
                  <a:cubicBezTo>
                    <a:pt x="11141" y="15764"/>
                    <a:pt x="11185" y="16026"/>
                    <a:pt x="11240" y="16113"/>
                  </a:cubicBezTo>
                  <a:cubicBezTo>
                    <a:pt x="11295" y="16287"/>
                    <a:pt x="11361" y="16374"/>
                    <a:pt x="11427" y="16374"/>
                  </a:cubicBezTo>
                  <a:cubicBezTo>
                    <a:pt x="11515" y="16374"/>
                    <a:pt x="11603" y="16287"/>
                    <a:pt x="11680" y="16026"/>
                  </a:cubicBezTo>
                  <a:cubicBezTo>
                    <a:pt x="11757" y="15765"/>
                    <a:pt x="11823" y="15416"/>
                    <a:pt x="11878" y="14806"/>
                  </a:cubicBezTo>
                  <a:lnTo>
                    <a:pt x="11889" y="14806"/>
                  </a:lnTo>
                  <a:lnTo>
                    <a:pt x="11922" y="16113"/>
                  </a:lnTo>
                  <a:lnTo>
                    <a:pt x="12087" y="16113"/>
                  </a:lnTo>
                  <a:lnTo>
                    <a:pt x="12087" y="8971"/>
                  </a:lnTo>
                  <a:cubicBezTo>
                    <a:pt x="12087" y="8187"/>
                    <a:pt x="12076" y="7577"/>
                    <a:pt x="12054" y="7055"/>
                  </a:cubicBezTo>
                  <a:cubicBezTo>
                    <a:pt x="11999" y="6706"/>
                    <a:pt x="11966" y="6271"/>
                    <a:pt x="11922" y="5923"/>
                  </a:cubicBezTo>
                  <a:close/>
                  <a:moveTo>
                    <a:pt x="11856" y="13500"/>
                  </a:moveTo>
                  <a:cubicBezTo>
                    <a:pt x="11801" y="14110"/>
                    <a:pt x="11746" y="14545"/>
                    <a:pt x="11669" y="14806"/>
                  </a:cubicBezTo>
                  <a:cubicBezTo>
                    <a:pt x="11603" y="15068"/>
                    <a:pt x="11526" y="15155"/>
                    <a:pt x="11460" y="15155"/>
                  </a:cubicBezTo>
                  <a:cubicBezTo>
                    <a:pt x="11383" y="15155"/>
                    <a:pt x="11317" y="14981"/>
                    <a:pt x="11251" y="14719"/>
                  </a:cubicBezTo>
                  <a:cubicBezTo>
                    <a:pt x="11196" y="14458"/>
                    <a:pt x="11163" y="13935"/>
                    <a:pt x="11163" y="13152"/>
                  </a:cubicBezTo>
                  <a:cubicBezTo>
                    <a:pt x="11163" y="12542"/>
                    <a:pt x="11196" y="12019"/>
                    <a:pt x="11262" y="11584"/>
                  </a:cubicBezTo>
                  <a:cubicBezTo>
                    <a:pt x="11328" y="11148"/>
                    <a:pt x="11449" y="10974"/>
                    <a:pt x="11614" y="10887"/>
                  </a:cubicBezTo>
                  <a:lnTo>
                    <a:pt x="11845" y="10887"/>
                  </a:lnTo>
                  <a:lnTo>
                    <a:pt x="11845" y="13500"/>
                  </a:lnTo>
                  <a:close/>
                  <a:moveTo>
                    <a:pt x="10503" y="14545"/>
                  </a:moveTo>
                  <a:lnTo>
                    <a:pt x="10536" y="15765"/>
                  </a:lnTo>
                  <a:cubicBezTo>
                    <a:pt x="10492" y="15852"/>
                    <a:pt x="10448" y="16026"/>
                    <a:pt x="10393" y="16113"/>
                  </a:cubicBezTo>
                  <a:cubicBezTo>
                    <a:pt x="10338" y="16200"/>
                    <a:pt x="10272" y="16287"/>
                    <a:pt x="10206" y="16287"/>
                  </a:cubicBezTo>
                  <a:cubicBezTo>
                    <a:pt x="9953" y="16287"/>
                    <a:pt x="9832" y="15416"/>
                    <a:pt x="9832" y="13587"/>
                  </a:cubicBezTo>
                  <a:lnTo>
                    <a:pt x="9832" y="6532"/>
                  </a:lnTo>
                  <a:lnTo>
                    <a:pt x="9601" y="6532"/>
                  </a:lnTo>
                  <a:lnTo>
                    <a:pt x="9601" y="5226"/>
                  </a:lnTo>
                  <a:lnTo>
                    <a:pt x="9832" y="5226"/>
                  </a:lnTo>
                  <a:lnTo>
                    <a:pt x="9832" y="1742"/>
                  </a:lnTo>
                  <a:lnTo>
                    <a:pt x="10041" y="1742"/>
                  </a:lnTo>
                  <a:lnTo>
                    <a:pt x="10041" y="5226"/>
                  </a:lnTo>
                  <a:lnTo>
                    <a:pt x="10481" y="5226"/>
                  </a:lnTo>
                  <a:lnTo>
                    <a:pt x="10481" y="6445"/>
                  </a:lnTo>
                  <a:lnTo>
                    <a:pt x="10041" y="6445"/>
                  </a:lnTo>
                  <a:lnTo>
                    <a:pt x="10041" y="13239"/>
                  </a:lnTo>
                  <a:cubicBezTo>
                    <a:pt x="10041" y="13848"/>
                    <a:pt x="10063" y="14284"/>
                    <a:pt x="10096" y="14545"/>
                  </a:cubicBezTo>
                  <a:cubicBezTo>
                    <a:pt x="10129" y="14806"/>
                    <a:pt x="10184" y="14894"/>
                    <a:pt x="10250" y="14894"/>
                  </a:cubicBezTo>
                  <a:cubicBezTo>
                    <a:pt x="10294" y="14894"/>
                    <a:pt x="10349" y="14894"/>
                    <a:pt x="10393" y="14806"/>
                  </a:cubicBezTo>
                  <a:cubicBezTo>
                    <a:pt x="10426" y="14719"/>
                    <a:pt x="10459" y="14632"/>
                    <a:pt x="10503" y="14545"/>
                  </a:cubicBezTo>
                  <a:close/>
                  <a:moveTo>
                    <a:pt x="17839" y="6010"/>
                  </a:moveTo>
                  <a:cubicBezTo>
                    <a:pt x="17916" y="6619"/>
                    <a:pt x="17960" y="7490"/>
                    <a:pt x="17960" y="8623"/>
                  </a:cubicBezTo>
                  <a:lnTo>
                    <a:pt x="17960" y="16200"/>
                  </a:lnTo>
                  <a:lnTo>
                    <a:pt x="17751" y="16200"/>
                  </a:lnTo>
                  <a:lnTo>
                    <a:pt x="17751" y="8884"/>
                  </a:lnTo>
                  <a:cubicBezTo>
                    <a:pt x="17751" y="8187"/>
                    <a:pt x="17729" y="7577"/>
                    <a:pt x="17685" y="7055"/>
                  </a:cubicBezTo>
                  <a:cubicBezTo>
                    <a:pt x="17641" y="6619"/>
                    <a:pt x="17564" y="6358"/>
                    <a:pt x="17443" y="6358"/>
                  </a:cubicBezTo>
                  <a:cubicBezTo>
                    <a:pt x="17377" y="6358"/>
                    <a:pt x="17300" y="6532"/>
                    <a:pt x="17234" y="6794"/>
                  </a:cubicBezTo>
                  <a:cubicBezTo>
                    <a:pt x="17168" y="7055"/>
                    <a:pt x="17102" y="7490"/>
                    <a:pt x="17047" y="7926"/>
                  </a:cubicBezTo>
                  <a:lnTo>
                    <a:pt x="17047" y="16200"/>
                  </a:lnTo>
                  <a:lnTo>
                    <a:pt x="16838" y="16200"/>
                  </a:lnTo>
                  <a:lnTo>
                    <a:pt x="16838" y="5226"/>
                  </a:lnTo>
                  <a:lnTo>
                    <a:pt x="16992" y="5226"/>
                  </a:lnTo>
                  <a:lnTo>
                    <a:pt x="17025" y="6706"/>
                  </a:lnTo>
                  <a:cubicBezTo>
                    <a:pt x="17091" y="6184"/>
                    <a:pt x="17168" y="5748"/>
                    <a:pt x="17245" y="5487"/>
                  </a:cubicBezTo>
                  <a:cubicBezTo>
                    <a:pt x="17322" y="5226"/>
                    <a:pt x="17410" y="5052"/>
                    <a:pt x="17509" y="5052"/>
                  </a:cubicBezTo>
                  <a:cubicBezTo>
                    <a:pt x="17652" y="5052"/>
                    <a:pt x="17762" y="5400"/>
                    <a:pt x="17839" y="6010"/>
                  </a:cubicBezTo>
                  <a:close/>
                </a:path>
              </a:pathLst>
            </a:custGeom>
            <a:solidFill>
              <a:srgbClr val="02203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Shape">
              <a:extLst>
                <a:ext uri="{FF2B5EF4-FFF2-40B4-BE49-F238E27FC236}">
                  <a16:creationId xmlns:a16="http://schemas.microsoft.com/office/drawing/2014/main" id="{F7DA369F-8273-A13B-7B94-B212C391EF3A}"/>
                </a:ext>
              </a:extLst>
            </p:cNvPr>
            <p:cNvSpPr/>
            <p:nvPr userDrawn="1"/>
          </p:nvSpPr>
          <p:spPr>
            <a:xfrm>
              <a:off x="1714499" y="5257800"/>
              <a:ext cx="4141472" cy="1689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59" y="17540"/>
                  </a:moveTo>
                  <a:cubicBezTo>
                    <a:pt x="4279" y="18027"/>
                    <a:pt x="4286" y="18514"/>
                    <a:pt x="4286" y="19164"/>
                  </a:cubicBezTo>
                  <a:cubicBezTo>
                    <a:pt x="4286" y="19814"/>
                    <a:pt x="4279" y="20463"/>
                    <a:pt x="4259" y="20950"/>
                  </a:cubicBezTo>
                  <a:cubicBezTo>
                    <a:pt x="4239" y="21438"/>
                    <a:pt x="4219" y="21600"/>
                    <a:pt x="4193" y="21600"/>
                  </a:cubicBezTo>
                  <a:cubicBezTo>
                    <a:pt x="4166" y="21600"/>
                    <a:pt x="4146" y="21438"/>
                    <a:pt x="4127" y="20950"/>
                  </a:cubicBezTo>
                  <a:cubicBezTo>
                    <a:pt x="4107" y="20463"/>
                    <a:pt x="4100" y="19976"/>
                    <a:pt x="4100" y="19164"/>
                  </a:cubicBezTo>
                  <a:cubicBezTo>
                    <a:pt x="4100" y="18514"/>
                    <a:pt x="4107" y="17865"/>
                    <a:pt x="4127" y="17540"/>
                  </a:cubicBezTo>
                  <a:cubicBezTo>
                    <a:pt x="4146" y="17053"/>
                    <a:pt x="4166" y="16890"/>
                    <a:pt x="4193" y="16890"/>
                  </a:cubicBezTo>
                  <a:cubicBezTo>
                    <a:pt x="4219" y="16890"/>
                    <a:pt x="4246" y="17053"/>
                    <a:pt x="4259" y="17540"/>
                  </a:cubicBezTo>
                  <a:close/>
                  <a:moveTo>
                    <a:pt x="3670" y="13642"/>
                  </a:moveTo>
                  <a:lnTo>
                    <a:pt x="3623" y="18839"/>
                  </a:lnTo>
                  <a:lnTo>
                    <a:pt x="3617" y="18839"/>
                  </a:lnTo>
                  <a:lnTo>
                    <a:pt x="3564" y="13642"/>
                  </a:lnTo>
                  <a:lnTo>
                    <a:pt x="3411" y="650"/>
                  </a:lnTo>
                  <a:lnTo>
                    <a:pt x="3279" y="650"/>
                  </a:lnTo>
                  <a:lnTo>
                    <a:pt x="3126" y="13642"/>
                  </a:lnTo>
                  <a:lnTo>
                    <a:pt x="3073" y="18839"/>
                  </a:lnTo>
                  <a:lnTo>
                    <a:pt x="3067" y="18839"/>
                  </a:lnTo>
                  <a:lnTo>
                    <a:pt x="3027" y="13642"/>
                  </a:lnTo>
                  <a:lnTo>
                    <a:pt x="2881" y="650"/>
                  </a:lnTo>
                  <a:lnTo>
                    <a:pt x="2749" y="650"/>
                  </a:lnTo>
                  <a:lnTo>
                    <a:pt x="3001" y="21113"/>
                  </a:lnTo>
                  <a:lnTo>
                    <a:pt x="3133" y="21113"/>
                  </a:lnTo>
                  <a:lnTo>
                    <a:pt x="3285" y="8120"/>
                  </a:lnTo>
                  <a:lnTo>
                    <a:pt x="3338" y="2761"/>
                  </a:lnTo>
                  <a:lnTo>
                    <a:pt x="3391" y="8120"/>
                  </a:lnTo>
                  <a:lnTo>
                    <a:pt x="3544" y="21113"/>
                  </a:lnTo>
                  <a:lnTo>
                    <a:pt x="3689" y="21113"/>
                  </a:lnTo>
                  <a:lnTo>
                    <a:pt x="3934" y="650"/>
                  </a:lnTo>
                  <a:lnTo>
                    <a:pt x="3809" y="650"/>
                  </a:lnTo>
                  <a:lnTo>
                    <a:pt x="3670" y="13642"/>
                  </a:lnTo>
                  <a:close/>
                  <a:moveTo>
                    <a:pt x="2292" y="13642"/>
                  </a:moveTo>
                  <a:lnTo>
                    <a:pt x="2245" y="18839"/>
                  </a:lnTo>
                  <a:lnTo>
                    <a:pt x="2239" y="18839"/>
                  </a:lnTo>
                  <a:lnTo>
                    <a:pt x="2192" y="13642"/>
                  </a:lnTo>
                  <a:lnTo>
                    <a:pt x="2040" y="650"/>
                  </a:lnTo>
                  <a:lnTo>
                    <a:pt x="1908" y="650"/>
                  </a:lnTo>
                  <a:lnTo>
                    <a:pt x="1755" y="13642"/>
                  </a:lnTo>
                  <a:lnTo>
                    <a:pt x="1702" y="18839"/>
                  </a:lnTo>
                  <a:lnTo>
                    <a:pt x="1696" y="18839"/>
                  </a:lnTo>
                  <a:lnTo>
                    <a:pt x="1656" y="13642"/>
                  </a:lnTo>
                  <a:lnTo>
                    <a:pt x="1510" y="650"/>
                  </a:lnTo>
                  <a:lnTo>
                    <a:pt x="1378" y="650"/>
                  </a:lnTo>
                  <a:lnTo>
                    <a:pt x="1629" y="21113"/>
                  </a:lnTo>
                  <a:lnTo>
                    <a:pt x="1762" y="21113"/>
                  </a:lnTo>
                  <a:lnTo>
                    <a:pt x="1914" y="8120"/>
                  </a:lnTo>
                  <a:lnTo>
                    <a:pt x="1967" y="2761"/>
                  </a:lnTo>
                  <a:lnTo>
                    <a:pt x="2020" y="8120"/>
                  </a:lnTo>
                  <a:lnTo>
                    <a:pt x="2173" y="21113"/>
                  </a:lnTo>
                  <a:lnTo>
                    <a:pt x="2318" y="21113"/>
                  </a:lnTo>
                  <a:lnTo>
                    <a:pt x="2563" y="650"/>
                  </a:lnTo>
                  <a:lnTo>
                    <a:pt x="2438" y="650"/>
                  </a:lnTo>
                  <a:lnTo>
                    <a:pt x="2292" y="13642"/>
                  </a:lnTo>
                  <a:close/>
                  <a:moveTo>
                    <a:pt x="921" y="13642"/>
                  </a:moveTo>
                  <a:lnTo>
                    <a:pt x="874" y="18839"/>
                  </a:lnTo>
                  <a:lnTo>
                    <a:pt x="868" y="18839"/>
                  </a:lnTo>
                  <a:lnTo>
                    <a:pt x="815" y="13642"/>
                  </a:lnTo>
                  <a:lnTo>
                    <a:pt x="662" y="650"/>
                  </a:lnTo>
                  <a:lnTo>
                    <a:pt x="530" y="650"/>
                  </a:lnTo>
                  <a:lnTo>
                    <a:pt x="378" y="13642"/>
                  </a:lnTo>
                  <a:lnTo>
                    <a:pt x="325" y="18839"/>
                  </a:lnTo>
                  <a:lnTo>
                    <a:pt x="318" y="18839"/>
                  </a:lnTo>
                  <a:lnTo>
                    <a:pt x="278" y="13642"/>
                  </a:lnTo>
                  <a:lnTo>
                    <a:pt x="132" y="650"/>
                  </a:lnTo>
                  <a:lnTo>
                    <a:pt x="0" y="650"/>
                  </a:lnTo>
                  <a:lnTo>
                    <a:pt x="252" y="21113"/>
                  </a:lnTo>
                  <a:lnTo>
                    <a:pt x="384" y="21113"/>
                  </a:lnTo>
                  <a:lnTo>
                    <a:pt x="537" y="8120"/>
                  </a:lnTo>
                  <a:lnTo>
                    <a:pt x="590" y="2761"/>
                  </a:lnTo>
                  <a:lnTo>
                    <a:pt x="643" y="8120"/>
                  </a:lnTo>
                  <a:lnTo>
                    <a:pt x="795" y="21113"/>
                  </a:lnTo>
                  <a:lnTo>
                    <a:pt x="941" y="21113"/>
                  </a:lnTo>
                  <a:lnTo>
                    <a:pt x="1186" y="650"/>
                  </a:lnTo>
                  <a:lnTo>
                    <a:pt x="1060" y="650"/>
                  </a:lnTo>
                  <a:lnTo>
                    <a:pt x="921" y="13642"/>
                  </a:lnTo>
                  <a:close/>
                  <a:moveTo>
                    <a:pt x="18911" y="19001"/>
                  </a:moveTo>
                  <a:cubicBezTo>
                    <a:pt x="18884" y="19164"/>
                    <a:pt x="18845" y="19326"/>
                    <a:pt x="18811" y="19326"/>
                  </a:cubicBezTo>
                  <a:cubicBezTo>
                    <a:pt x="18772" y="19326"/>
                    <a:pt x="18739" y="19164"/>
                    <a:pt x="18699" y="18839"/>
                  </a:cubicBezTo>
                  <a:cubicBezTo>
                    <a:pt x="18659" y="18514"/>
                    <a:pt x="18633" y="18027"/>
                    <a:pt x="18599" y="17377"/>
                  </a:cubicBezTo>
                  <a:cubicBezTo>
                    <a:pt x="18566" y="16728"/>
                    <a:pt x="18546" y="15916"/>
                    <a:pt x="18533" y="14779"/>
                  </a:cubicBezTo>
                  <a:cubicBezTo>
                    <a:pt x="18513" y="13642"/>
                    <a:pt x="18507" y="12343"/>
                    <a:pt x="18507" y="10719"/>
                  </a:cubicBezTo>
                  <a:cubicBezTo>
                    <a:pt x="18507" y="8120"/>
                    <a:pt x="18533" y="6171"/>
                    <a:pt x="18593" y="4710"/>
                  </a:cubicBezTo>
                  <a:cubicBezTo>
                    <a:pt x="18652" y="3248"/>
                    <a:pt x="18725" y="2599"/>
                    <a:pt x="18818" y="2599"/>
                  </a:cubicBezTo>
                  <a:cubicBezTo>
                    <a:pt x="18851" y="2599"/>
                    <a:pt x="18878" y="2599"/>
                    <a:pt x="18911" y="2761"/>
                  </a:cubicBezTo>
                  <a:cubicBezTo>
                    <a:pt x="18937" y="2923"/>
                    <a:pt x="18970" y="3248"/>
                    <a:pt x="19003" y="3573"/>
                  </a:cubicBezTo>
                  <a:lnTo>
                    <a:pt x="19030" y="1137"/>
                  </a:lnTo>
                  <a:cubicBezTo>
                    <a:pt x="18990" y="650"/>
                    <a:pt x="18951" y="325"/>
                    <a:pt x="18911" y="162"/>
                  </a:cubicBezTo>
                  <a:cubicBezTo>
                    <a:pt x="18878" y="0"/>
                    <a:pt x="18838" y="0"/>
                    <a:pt x="18805" y="0"/>
                  </a:cubicBezTo>
                  <a:cubicBezTo>
                    <a:pt x="18745" y="0"/>
                    <a:pt x="18686" y="162"/>
                    <a:pt x="18633" y="650"/>
                  </a:cubicBezTo>
                  <a:cubicBezTo>
                    <a:pt x="18580" y="1137"/>
                    <a:pt x="18540" y="1786"/>
                    <a:pt x="18500" y="2761"/>
                  </a:cubicBezTo>
                  <a:cubicBezTo>
                    <a:pt x="18460" y="3735"/>
                    <a:pt x="18434" y="4872"/>
                    <a:pt x="18414" y="6171"/>
                  </a:cubicBezTo>
                  <a:cubicBezTo>
                    <a:pt x="18394" y="7471"/>
                    <a:pt x="18381" y="8932"/>
                    <a:pt x="18381" y="10556"/>
                  </a:cubicBezTo>
                  <a:cubicBezTo>
                    <a:pt x="18381" y="12343"/>
                    <a:pt x="18394" y="13805"/>
                    <a:pt x="18414" y="15266"/>
                  </a:cubicBezTo>
                  <a:cubicBezTo>
                    <a:pt x="18434" y="16565"/>
                    <a:pt x="18467" y="17702"/>
                    <a:pt x="18507" y="18514"/>
                  </a:cubicBezTo>
                  <a:cubicBezTo>
                    <a:pt x="18546" y="19326"/>
                    <a:pt x="18593" y="20138"/>
                    <a:pt x="18639" y="20463"/>
                  </a:cubicBezTo>
                  <a:cubicBezTo>
                    <a:pt x="18692" y="20950"/>
                    <a:pt x="18745" y="21113"/>
                    <a:pt x="18805" y="21113"/>
                  </a:cubicBezTo>
                  <a:cubicBezTo>
                    <a:pt x="18891" y="21113"/>
                    <a:pt x="18964" y="20788"/>
                    <a:pt x="19030" y="19976"/>
                  </a:cubicBezTo>
                  <a:lnTo>
                    <a:pt x="19003" y="17702"/>
                  </a:lnTo>
                  <a:cubicBezTo>
                    <a:pt x="18964" y="18514"/>
                    <a:pt x="18937" y="18677"/>
                    <a:pt x="18911" y="19001"/>
                  </a:cubicBezTo>
                  <a:close/>
                  <a:moveTo>
                    <a:pt x="21534" y="2111"/>
                  </a:moveTo>
                  <a:cubicBezTo>
                    <a:pt x="21487" y="974"/>
                    <a:pt x="21428" y="325"/>
                    <a:pt x="21342" y="325"/>
                  </a:cubicBezTo>
                  <a:cubicBezTo>
                    <a:pt x="21282" y="325"/>
                    <a:pt x="21229" y="650"/>
                    <a:pt x="21176" y="1137"/>
                  </a:cubicBezTo>
                  <a:cubicBezTo>
                    <a:pt x="21123" y="1786"/>
                    <a:pt x="21083" y="2598"/>
                    <a:pt x="21037" y="3573"/>
                  </a:cubicBezTo>
                  <a:cubicBezTo>
                    <a:pt x="21017" y="2598"/>
                    <a:pt x="20991" y="1624"/>
                    <a:pt x="20951" y="1137"/>
                  </a:cubicBezTo>
                  <a:cubicBezTo>
                    <a:pt x="20911" y="487"/>
                    <a:pt x="20865" y="162"/>
                    <a:pt x="20805" y="162"/>
                  </a:cubicBezTo>
                  <a:cubicBezTo>
                    <a:pt x="20739" y="162"/>
                    <a:pt x="20686" y="487"/>
                    <a:pt x="20646" y="974"/>
                  </a:cubicBezTo>
                  <a:cubicBezTo>
                    <a:pt x="20606" y="1462"/>
                    <a:pt x="20560" y="2274"/>
                    <a:pt x="20520" y="3248"/>
                  </a:cubicBezTo>
                  <a:lnTo>
                    <a:pt x="20500" y="487"/>
                  </a:lnTo>
                  <a:lnTo>
                    <a:pt x="20408" y="487"/>
                  </a:lnTo>
                  <a:lnTo>
                    <a:pt x="20408" y="20950"/>
                  </a:lnTo>
                  <a:lnTo>
                    <a:pt x="20534" y="20950"/>
                  </a:lnTo>
                  <a:lnTo>
                    <a:pt x="20534" y="5684"/>
                  </a:lnTo>
                  <a:cubicBezTo>
                    <a:pt x="20567" y="4710"/>
                    <a:pt x="20606" y="4060"/>
                    <a:pt x="20646" y="3573"/>
                  </a:cubicBezTo>
                  <a:cubicBezTo>
                    <a:pt x="20686" y="3086"/>
                    <a:pt x="20726" y="2761"/>
                    <a:pt x="20765" y="2761"/>
                  </a:cubicBezTo>
                  <a:cubicBezTo>
                    <a:pt x="20832" y="2761"/>
                    <a:pt x="20878" y="3248"/>
                    <a:pt x="20905" y="4060"/>
                  </a:cubicBezTo>
                  <a:cubicBezTo>
                    <a:pt x="20931" y="4872"/>
                    <a:pt x="20944" y="6009"/>
                    <a:pt x="20944" y="7633"/>
                  </a:cubicBezTo>
                  <a:lnTo>
                    <a:pt x="20944" y="21113"/>
                  </a:lnTo>
                  <a:lnTo>
                    <a:pt x="21070" y="21113"/>
                  </a:lnTo>
                  <a:lnTo>
                    <a:pt x="21070" y="6983"/>
                  </a:lnTo>
                  <a:cubicBezTo>
                    <a:pt x="21070" y="6821"/>
                    <a:pt x="21070" y="6496"/>
                    <a:pt x="21070" y="6334"/>
                  </a:cubicBezTo>
                  <a:cubicBezTo>
                    <a:pt x="21070" y="6171"/>
                    <a:pt x="21070" y="5847"/>
                    <a:pt x="21070" y="5684"/>
                  </a:cubicBezTo>
                  <a:cubicBezTo>
                    <a:pt x="21103" y="4710"/>
                    <a:pt x="21136" y="4060"/>
                    <a:pt x="21176" y="3573"/>
                  </a:cubicBezTo>
                  <a:cubicBezTo>
                    <a:pt x="21216" y="3086"/>
                    <a:pt x="21256" y="2761"/>
                    <a:pt x="21295" y="2761"/>
                  </a:cubicBezTo>
                  <a:cubicBezTo>
                    <a:pt x="21362" y="2761"/>
                    <a:pt x="21408" y="3248"/>
                    <a:pt x="21434" y="4060"/>
                  </a:cubicBezTo>
                  <a:cubicBezTo>
                    <a:pt x="21461" y="4872"/>
                    <a:pt x="21474" y="6009"/>
                    <a:pt x="21474" y="7633"/>
                  </a:cubicBezTo>
                  <a:lnTo>
                    <a:pt x="21474" y="21113"/>
                  </a:lnTo>
                  <a:lnTo>
                    <a:pt x="21600" y="21113"/>
                  </a:lnTo>
                  <a:lnTo>
                    <a:pt x="21600" y="6983"/>
                  </a:lnTo>
                  <a:cubicBezTo>
                    <a:pt x="21600" y="4872"/>
                    <a:pt x="21580" y="3248"/>
                    <a:pt x="21534" y="2111"/>
                  </a:cubicBezTo>
                  <a:close/>
                  <a:moveTo>
                    <a:pt x="17997" y="16890"/>
                  </a:moveTo>
                  <a:cubicBezTo>
                    <a:pt x="17970" y="16890"/>
                    <a:pt x="17950" y="17053"/>
                    <a:pt x="17930" y="17540"/>
                  </a:cubicBezTo>
                  <a:cubicBezTo>
                    <a:pt x="17911" y="18027"/>
                    <a:pt x="17904" y="18514"/>
                    <a:pt x="17904" y="19164"/>
                  </a:cubicBezTo>
                  <a:cubicBezTo>
                    <a:pt x="17904" y="19814"/>
                    <a:pt x="17911" y="20463"/>
                    <a:pt x="17930" y="20950"/>
                  </a:cubicBezTo>
                  <a:cubicBezTo>
                    <a:pt x="17950" y="21438"/>
                    <a:pt x="17970" y="21600"/>
                    <a:pt x="17997" y="21600"/>
                  </a:cubicBezTo>
                  <a:cubicBezTo>
                    <a:pt x="18023" y="21600"/>
                    <a:pt x="18043" y="21438"/>
                    <a:pt x="18063" y="20950"/>
                  </a:cubicBezTo>
                  <a:cubicBezTo>
                    <a:pt x="18083" y="20463"/>
                    <a:pt x="18089" y="19976"/>
                    <a:pt x="18089" y="19164"/>
                  </a:cubicBezTo>
                  <a:cubicBezTo>
                    <a:pt x="18089" y="18514"/>
                    <a:pt x="18083" y="17865"/>
                    <a:pt x="18063" y="17540"/>
                  </a:cubicBezTo>
                  <a:cubicBezTo>
                    <a:pt x="18043" y="17053"/>
                    <a:pt x="18023" y="16890"/>
                    <a:pt x="17997" y="16890"/>
                  </a:cubicBezTo>
                  <a:close/>
                  <a:moveTo>
                    <a:pt x="20017" y="6171"/>
                  </a:moveTo>
                  <a:cubicBezTo>
                    <a:pt x="20037" y="7471"/>
                    <a:pt x="20043" y="8932"/>
                    <a:pt x="20043" y="10556"/>
                  </a:cubicBezTo>
                  <a:cubicBezTo>
                    <a:pt x="20043" y="12343"/>
                    <a:pt x="20030" y="13805"/>
                    <a:pt x="20010" y="15104"/>
                  </a:cubicBezTo>
                  <a:cubicBezTo>
                    <a:pt x="19990" y="16403"/>
                    <a:pt x="19964" y="17540"/>
                    <a:pt x="19924" y="18514"/>
                  </a:cubicBezTo>
                  <a:cubicBezTo>
                    <a:pt x="19891" y="19489"/>
                    <a:pt x="19845" y="20138"/>
                    <a:pt x="19798" y="20626"/>
                  </a:cubicBezTo>
                  <a:cubicBezTo>
                    <a:pt x="19752" y="21113"/>
                    <a:pt x="19699" y="21275"/>
                    <a:pt x="19646" y="21275"/>
                  </a:cubicBezTo>
                  <a:cubicBezTo>
                    <a:pt x="19593" y="21275"/>
                    <a:pt x="19540" y="21113"/>
                    <a:pt x="19494" y="20626"/>
                  </a:cubicBezTo>
                  <a:cubicBezTo>
                    <a:pt x="19447" y="20138"/>
                    <a:pt x="19408" y="19489"/>
                    <a:pt x="19368" y="18677"/>
                  </a:cubicBezTo>
                  <a:cubicBezTo>
                    <a:pt x="19335" y="17865"/>
                    <a:pt x="19308" y="16728"/>
                    <a:pt x="19288" y="15429"/>
                  </a:cubicBezTo>
                  <a:cubicBezTo>
                    <a:pt x="19268" y="14129"/>
                    <a:pt x="19255" y="12668"/>
                    <a:pt x="19255" y="10881"/>
                  </a:cubicBezTo>
                  <a:cubicBezTo>
                    <a:pt x="19255" y="9095"/>
                    <a:pt x="19268" y="7633"/>
                    <a:pt x="19288" y="6334"/>
                  </a:cubicBezTo>
                  <a:cubicBezTo>
                    <a:pt x="19308" y="5035"/>
                    <a:pt x="19335" y="3898"/>
                    <a:pt x="19374" y="2923"/>
                  </a:cubicBezTo>
                  <a:cubicBezTo>
                    <a:pt x="19408" y="1949"/>
                    <a:pt x="19454" y="1299"/>
                    <a:pt x="19500" y="812"/>
                  </a:cubicBezTo>
                  <a:cubicBezTo>
                    <a:pt x="19547" y="325"/>
                    <a:pt x="19600" y="162"/>
                    <a:pt x="19659" y="162"/>
                  </a:cubicBezTo>
                  <a:cubicBezTo>
                    <a:pt x="19712" y="162"/>
                    <a:pt x="19765" y="325"/>
                    <a:pt x="19812" y="812"/>
                  </a:cubicBezTo>
                  <a:cubicBezTo>
                    <a:pt x="19858" y="1299"/>
                    <a:pt x="19898" y="1949"/>
                    <a:pt x="19937" y="2761"/>
                  </a:cubicBezTo>
                  <a:cubicBezTo>
                    <a:pt x="19971" y="3898"/>
                    <a:pt x="20004" y="4872"/>
                    <a:pt x="20017" y="6171"/>
                  </a:cubicBezTo>
                  <a:close/>
                  <a:moveTo>
                    <a:pt x="19918" y="10881"/>
                  </a:moveTo>
                  <a:cubicBezTo>
                    <a:pt x="19918" y="9420"/>
                    <a:pt x="19911" y="8283"/>
                    <a:pt x="19898" y="7146"/>
                  </a:cubicBezTo>
                  <a:cubicBezTo>
                    <a:pt x="19884" y="6171"/>
                    <a:pt x="19865" y="5197"/>
                    <a:pt x="19838" y="4547"/>
                  </a:cubicBezTo>
                  <a:cubicBezTo>
                    <a:pt x="19812" y="3898"/>
                    <a:pt x="19785" y="3410"/>
                    <a:pt x="19752" y="3086"/>
                  </a:cubicBezTo>
                  <a:cubicBezTo>
                    <a:pt x="19719" y="2761"/>
                    <a:pt x="19686" y="2599"/>
                    <a:pt x="19653" y="2599"/>
                  </a:cubicBezTo>
                  <a:cubicBezTo>
                    <a:pt x="19620" y="2599"/>
                    <a:pt x="19586" y="2761"/>
                    <a:pt x="19553" y="3086"/>
                  </a:cubicBezTo>
                  <a:cubicBezTo>
                    <a:pt x="19520" y="3411"/>
                    <a:pt x="19494" y="3898"/>
                    <a:pt x="19467" y="4547"/>
                  </a:cubicBezTo>
                  <a:cubicBezTo>
                    <a:pt x="19441" y="5197"/>
                    <a:pt x="19421" y="6009"/>
                    <a:pt x="19408" y="6983"/>
                  </a:cubicBezTo>
                  <a:cubicBezTo>
                    <a:pt x="19394" y="7958"/>
                    <a:pt x="19388" y="9257"/>
                    <a:pt x="19388" y="10719"/>
                  </a:cubicBezTo>
                  <a:cubicBezTo>
                    <a:pt x="19388" y="12180"/>
                    <a:pt x="19394" y="13480"/>
                    <a:pt x="19408" y="14454"/>
                  </a:cubicBezTo>
                  <a:cubicBezTo>
                    <a:pt x="19421" y="15429"/>
                    <a:pt x="19441" y="16403"/>
                    <a:pt x="19467" y="17053"/>
                  </a:cubicBezTo>
                  <a:cubicBezTo>
                    <a:pt x="19494" y="17702"/>
                    <a:pt x="19520" y="18189"/>
                    <a:pt x="19553" y="18514"/>
                  </a:cubicBezTo>
                  <a:cubicBezTo>
                    <a:pt x="19586" y="18839"/>
                    <a:pt x="19620" y="19001"/>
                    <a:pt x="19653" y="19001"/>
                  </a:cubicBezTo>
                  <a:cubicBezTo>
                    <a:pt x="19686" y="19001"/>
                    <a:pt x="19719" y="18839"/>
                    <a:pt x="19752" y="18514"/>
                  </a:cubicBezTo>
                  <a:cubicBezTo>
                    <a:pt x="19785" y="18189"/>
                    <a:pt x="19812" y="17702"/>
                    <a:pt x="19838" y="17053"/>
                  </a:cubicBezTo>
                  <a:cubicBezTo>
                    <a:pt x="19865" y="16403"/>
                    <a:pt x="19884" y="15591"/>
                    <a:pt x="19898" y="14454"/>
                  </a:cubicBezTo>
                  <a:cubicBezTo>
                    <a:pt x="19911" y="13805"/>
                    <a:pt x="19918" y="12505"/>
                    <a:pt x="19918" y="10881"/>
                  </a:cubicBezTo>
                  <a:close/>
                </a:path>
              </a:pathLst>
            </a:custGeom>
            <a:solidFill>
              <a:srgbClr val="D3D3D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065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bg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DDA2-A385-4D53-9944-861446547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6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esentationgo.com/faq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7994E-D955-4FC0-EB55-09C0A8872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5F233-1840-42BA-19D1-08AB41FB6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Triple Set Numbers (1, 2, 3) – Slide Template</a:t>
            </a:r>
          </a:p>
        </p:txBody>
      </p:sp>
      <p:sp>
        <p:nvSpPr>
          <p:cNvPr id="4" name="Forme libre 3">
            <a:extLst>
              <a:ext uri="{FF2B5EF4-FFF2-40B4-BE49-F238E27FC236}">
                <a16:creationId xmlns:a16="http://schemas.microsoft.com/office/drawing/2014/main" id="{A8BDF091-A05B-4F04-96A4-08F0CE86435F}"/>
              </a:ext>
            </a:extLst>
          </p:cNvPr>
          <p:cNvSpPr/>
          <p:nvPr/>
        </p:nvSpPr>
        <p:spPr>
          <a:xfrm>
            <a:off x="1421047" y="1468101"/>
            <a:ext cx="2539409" cy="2538829"/>
          </a:xfrm>
          <a:custGeom>
            <a:avLst/>
            <a:gdLst>
              <a:gd name="connsiteX0" fmla="*/ 2539409 w 2539409"/>
              <a:gd name="connsiteY0" fmla="*/ 1269415 h 2538829"/>
              <a:gd name="connsiteX1" fmla="*/ 1269705 w 2539409"/>
              <a:gd name="connsiteY1" fmla="*/ 2538830 h 2538829"/>
              <a:gd name="connsiteX2" fmla="*/ 0 w 2539409"/>
              <a:gd name="connsiteY2" fmla="*/ 1269415 h 2538829"/>
              <a:gd name="connsiteX3" fmla="*/ 1269705 w 2539409"/>
              <a:gd name="connsiteY3" fmla="*/ 0 h 2538829"/>
              <a:gd name="connsiteX4" fmla="*/ 2539409 w 2539409"/>
              <a:gd name="connsiteY4" fmla="*/ 1269415 h 2538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9409" h="2538829">
                <a:moveTo>
                  <a:pt x="2539409" y="1269415"/>
                </a:moveTo>
                <a:cubicBezTo>
                  <a:pt x="2539409" y="1970493"/>
                  <a:pt x="1970943" y="2538830"/>
                  <a:pt x="1269705" y="2538830"/>
                </a:cubicBezTo>
                <a:cubicBezTo>
                  <a:pt x="568466" y="2538830"/>
                  <a:pt x="0" y="1970493"/>
                  <a:pt x="0" y="1269415"/>
                </a:cubicBezTo>
                <a:cubicBezTo>
                  <a:pt x="0" y="568337"/>
                  <a:pt x="568466" y="0"/>
                  <a:pt x="1269705" y="0"/>
                </a:cubicBezTo>
                <a:cubicBezTo>
                  <a:pt x="1970943" y="0"/>
                  <a:pt x="2539409" y="568337"/>
                  <a:pt x="2539409" y="1269415"/>
                </a:cubicBezTo>
                <a:close/>
              </a:path>
            </a:pathLst>
          </a:custGeom>
          <a:solidFill>
            <a:schemeClr val="bg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5" name="Forme libre 4">
            <a:extLst>
              <a:ext uri="{FF2B5EF4-FFF2-40B4-BE49-F238E27FC236}">
                <a16:creationId xmlns:a16="http://schemas.microsoft.com/office/drawing/2014/main" id="{671E5FD4-8AEA-6C86-466A-95CF252011D5}"/>
              </a:ext>
            </a:extLst>
          </p:cNvPr>
          <p:cNvSpPr/>
          <p:nvPr/>
        </p:nvSpPr>
        <p:spPr>
          <a:xfrm>
            <a:off x="838200" y="1243496"/>
            <a:ext cx="3032184" cy="2598764"/>
          </a:xfrm>
          <a:custGeom>
            <a:avLst/>
            <a:gdLst>
              <a:gd name="connsiteX0" fmla="*/ 1732655 w 3032184"/>
              <a:gd name="connsiteY0" fmla="*/ 2598615 h 2598764"/>
              <a:gd name="connsiteX1" fmla="*/ 490527 w 3032184"/>
              <a:gd name="connsiteY1" fmla="*/ 1681465 h 2598764"/>
              <a:gd name="connsiteX2" fmla="*/ 237545 w 3032184"/>
              <a:gd name="connsiteY2" fmla="*/ 1681465 h 2598764"/>
              <a:gd name="connsiteX3" fmla="*/ 237545 w 3032184"/>
              <a:gd name="connsiteY3" fmla="*/ 573724 h 2598764"/>
              <a:gd name="connsiteX4" fmla="*/ 29824 w 3032184"/>
              <a:gd name="connsiteY4" fmla="*/ 592004 h 2598764"/>
              <a:gd name="connsiteX5" fmla="*/ 0 w 3032184"/>
              <a:gd name="connsiteY5" fmla="*/ 592004 h 2598764"/>
              <a:gd name="connsiteX6" fmla="*/ 0 w 3032184"/>
              <a:gd name="connsiteY6" fmla="*/ 229849 h 2598764"/>
              <a:gd name="connsiteX7" fmla="*/ 25928 w 3032184"/>
              <a:gd name="connsiteY7" fmla="*/ 226253 h 2598764"/>
              <a:gd name="connsiteX8" fmla="*/ 390113 w 3032184"/>
              <a:gd name="connsiteY8" fmla="*/ 40905 h 2598764"/>
              <a:gd name="connsiteX9" fmla="*/ 398956 w 3032184"/>
              <a:gd name="connsiteY9" fmla="*/ 31466 h 2598764"/>
              <a:gd name="connsiteX10" fmla="*/ 774232 w 3032184"/>
              <a:gd name="connsiteY10" fmla="*/ 31466 h 2598764"/>
              <a:gd name="connsiteX11" fmla="*/ 774232 w 3032184"/>
              <a:gd name="connsiteY11" fmla="*/ 421939 h 2598764"/>
              <a:gd name="connsiteX12" fmla="*/ 1732506 w 3032184"/>
              <a:gd name="connsiteY12" fmla="*/ 0 h 2598764"/>
              <a:gd name="connsiteX13" fmla="*/ 3032185 w 3032184"/>
              <a:gd name="connsiteY13" fmla="*/ 1299382 h 2598764"/>
              <a:gd name="connsiteX14" fmla="*/ 1732506 w 3032184"/>
              <a:gd name="connsiteY14" fmla="*/ 2598765 h 2598764"/>
              <a:gd name="connsiteX15" fmla="*/ 297493 w 3032184"/>
              <a:gd name="connsiteY15" fmla="*/ 1621531 h 2598764"/>
              <a:gd name="connsiteX16" fmla="*/ 535488 w 3032184"/>
              <a:gd name="connsiteY16" fmla="*/ 1621531 h 2598764"/>
              <a:gd name="connsiteX17" fmla="*/ 541783 w 3032184"/>
              <a:gd name="connsiteY17" fmla="*/ 1643257 h 2598764"/>
              <a:gd name="connsiteX18" fmla="*/ 1732655 w 3032184"/>
              <a:gd name="connsiteY18" fmla="*/ 2538680 h 2598764"/>
              <a:gd name="connsiteX19" fmla="*/ 2972386 w 3032184"/>
              <a:gd name="connsiteY19" fmla="*/ 1299232 h 2598764"/>
              <a:gd name="connsiteX20" fmla="*/ 1732655 w 3032184"/>
              <a:gd name="connsiteY20" fmla="*/ 59785 h 2598764"/>
              <a:gd name="connsiteX21" fmla="*/ 767638 w 3032184"/>
              <a:gd name="connsiteY21" fmla="*/ 521431 h 2598764"/>
              <a:gd name="connsiteX22" fmla="*/ 714284 w 3032184"/>
              <a:gd name="connsiteY22" fmla="*/ 587509 h 2598764"/>
              <a:gd name="connsiteX23" fmla="*/ 714284 w 3032184"/>
              <a:gd name="connsiteY23" fmla="*/ 91250 h 2598764"/>
              <a:gd name="connsiteX24" fmla="*/ 424584 w 3032184"/>
              <a:gd name="connsiteY24" fmla="*/ 91250 h 2598764"/>
              <a:gd name="connsiteX25" fmla="*/ 59798 w 3032184"/>
              <a:gd name="connsiteY25" fmla="*/ 281393 h 2598764"/>
              <a:gd name="connsiteX26" fmla="*/ 59798 w 3032184"/>
              <a:gd name="connsiteY26" fmla="*/ 531320 h 2598764"/>
              <a:gd name="connsiteX27" fmla="*/ 260325 w 3032184"/>
              <a:gd name="connsiteY27" fmla="*/ 507646 h 2598764"/>
              <a:gd name="connsiteX28" fmla="*/ 297343 w 3032184"/>
              <a:gd name="connsiteY28" fmla="*/ 498656 h 2598764"/>
              <a:gd name="connsiteX29" fmla="*/ 297343 w 3032184"/>
              <a:gd name="connsiteY29" fmla="*/ 1621381 h 2598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3032184" h="2598764">
                <a:moveTo>
                  <a:pt x="1732655" y="2598615"/>
                </a:moveTo>
                <a:cubicBezTo>
                  <a:pt x="1164496" y="2598615"/>
                  <a:pt x="657033" y="2222675"/>
                  <a:pt x="490527" y="1681465"/>
                </a:cubicBezTo>
                <a:lnTo>
                  <a:pt x="237545" y="1681465"/>
                </a:lnTo>
                <a:lnTo>
                  <a:pt x="237545" y="573724"/>
                </a:lnTo>
                <a:cubicBezTo>
                  <a:pt x="169504" y="585861"/>
                  <a:pt x="84377" y="592454"/>
                  <a:pt x="29824" y="592004"/>
                </a:cubicBezTo>
                <a:lnTo>
                  <a:pt x="0" y="592004"/>
                </a:lnTo>
                <a:lnTo>
                  <a:pt x="0" y="229849"/>
                </a:lnTo>
                <a:lnTo>
                  <a:pt x="25928" y="226253"/>
                </a:lnTo>
                <a:cubicBezTo>
                  <a:pt x="164258" y="207374"/>
                  <a:pt x="296894" y="139798"/>
                  <a:pt x="390113" y="40905"/>
                </a:cubicBezTo>
                <a:lnTo>
                  <a:pt x="398956" y="31466"/>
                </a:lnTo>
                <a:lnTo>
                  <a:pt x="774232" y="31466"/>
                </a:lnTo>
                <a:lnTo>
                  <a:pt x="774232" y="421939"/>
                </a:lnTo>
                <a:cubicBezTo>
                  <a:pt x="1020470" y="152833"/>
                  <a:pt x="1365322" y="0"/>
                  <a:pt x="1732506" y="0"/>
                </a:cubicBezTo>
                <a:cubicBezTo>
                  <a:pt x="2449187" y="0"/>
                  <a:pt x="3032185" y="582864"/>
                  <a:pt x="3032185" y="1299382"/>
                </a:cubicBezTo>
                <a:cubicBezTo>
                  <a:pt x="3032185" y="2015901"/>
                  <a:pt x="2449187" y="2598765"/>
                  <a:pt x="1732506" y="2598765"/>
                </a:cubicBezTo>
                <a:close/>
                <a:moveTo>
                  <a:pt x="297493" y="1621531"/>
                </a:moveTo>
                <a:lnTo>
                  <a:pt x="535488" y="1621531"/>
                </a:lnTo>
                <a:lnTo>
                  <a:pt x="541783" y="1643257"/>
                </a:lnTo>
                <a:cubicBezTo>
                  <a:pt x="693901" y="2170532"/>
                  <a:pt x="1183529" y="2538680"/>
                  <a:pt x="1732655" y="2538680"/>
                </a:cubicBezTo>
                <a:cubicBezTo>
                  <a:pt x="2416216" y="2538680"/>
                  <a:pt x="2972386" y="1982637"/>
                  <a:pt x="2972386" y="1299232"/>
                </a:cubicBezTo>
                <a:cubicBezTo>
                  <a:pt x="2972386" y="615828"/>
                  <a:pt x="2416216" y="59785"/>
                  <a:pt x="1732655" y="59785"/>
                </a:cubicBezTo>
                <a:cubicBezTo>
                  <a:pt x="1356330" y="59785"/>
                  <a:pt x="1004583" y="228051"/>
                  <a:pt x="767638" y="521431"/>
                </a:cubicBezTo>
                <a:lnTo>
                  <a:pt x="714284" y="587509"/>
                </a:lnTo>
                <a:lnTo>
                  <a:pt x="714284" y="91250"/>
                </a:lnTo>
                <a:lnTo>
                  <a:pt x="424584" y="91250"/>
                </a:lnTo>
                <a:cubicBezTo>
                  <a:pt x="328666" y="188794"/>
                  <a:pt x="197529" y="256970"/>
                  <a:pt x="59798" y="281393"/>
                </a:cubicBezTo>
                <a:lnTo>
                  <a:pt x="59798" y="531320"/>
                </a:lnTo>
                <a:cubicBezTo>
                  <a:pt x="116749" y="529372"/>
                  <a:pt x="200977" y="521881"/>
                  <a:pt x="260325" y="507646"/>
                </a:cubicBezTo>
                <a:lnTo>
                  <a:pt x="297343" y="498656"/>
                </a:lnTo>
                <a:lnTo>
                  <a:pt x="297343" y="1621381"/>
                </a:lnTo>
                <a:close/>
              </a:path>
            </a:pathLst>
          </a:custGeom>
          <a:solidFill>
            <a:schemeClr val="accent4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C9F73260-76E4-45B2-D1A7-75E877BA1AAA}"/>
              </a:ext>
            </a:extLst>
          </p:cNvPr>
          <p:cNvSpPr/>
          <p:nvPr/>
        </p:nvSpPr>
        <p:spPr>
          <a:xfrm>
            <a:off x="4983411" y="3413279"/>
            <a:ext cx="2539409" cy="2538829"/>
          </a:xfrm>
          <a:custGeom>
            <a:avLst/>
            <a:gdLst>
              <a:gd name="connsiteX0" fmla="*/ 2539409 w 2539409"/>
              <a:gd name="connsiteY0" fmla="*/ 1269415 h 2538829"/>
              <a:gd name="connsiteX1" fmla="*/ 1269705 w 2539409"/>
              <a:gd name="connsiteY1" fmla="*/ 2538830 h 2538829"/>
              <a:gd name="connsiteX2" fmla="*/ 1 w 2539409"/>
              <a:gd name="connsiteY2" fmla="*/ 1269415 h 2538829"/>
              <a:gd name="connsiteX3" fmla="*/ 1269705 w 2539409"/>
              <a:gd name="connsiteY3" fmla="*/ 0 h 2538829"/>
              <a:gd name="connsiteX4" fmla="*/ 2539409 w 2539409"/>
              <a:gd name="connsiteY4" fmla="*/ 1269415 h 2538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9409" h="2538829">
                <a:moveTo>
                  <a:pt x="2539409" y="1269415"/>
                </a:moveTo>
                <a:cubicBezTo>
                  <a:pt x="2539409" y="1970493"/>
                  <a:pt x="1970943" y="2538830"/>
                  <a:pt x="1269705" y="2538830"/>
                </a:cubicBezTo>
                <a:cubicBezTo>
                  <a:pt x="568467" y="2538830"/>
                  <a:pt x="1" y="1970493"/>
                  <a:pt x="1" y="1269415"/>
                </a:cubicBezTo>
                <a:cubicBezTo>
                  <a:pt x="1" y="568337"/>
                  <a:pt x="568467" y="0"/>
                  <a:pt x="1269705" y="0"/>
                </a:cubicBezTo>
                <a:cubicBezTo>
                  <a:pt x="1970943" y="0"/>
                  <a:pt x="2539409" y="568337"/>
                  <a:pt x="2539409" y="1269415"/>
                </a:cubicBezTo>
                <a:close/>
              </a:path>
            </a:pathLst>
          </a:custGeom>
          <a:solidFill>
            <a:schemeClr val="bg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8" name="Forme libre 7">
            <a:extLst>
              <a:ext uri="{FF2B5EF4-FFF2-40B4-BE49-F238E27FC236}">
                <a16:creationId xmlns:a16="http://schemas.microsoft.com/office/drawing/2014/main" id="{3F6AB600-F53D-F58F-1373-BB4282C35C83}"/>
              </a:ext>
            </a:extLst>
          </p:cNvPr>
          <p:cNvSpPr/>
          <p:nvPr/>
        </p:nvSpPr>
        <p:spPr>
          <a:xfrm>
            <a:off x="4404224" y="3188973"/>
            <a:ext cx="3001760" cy="2598764"/>
          </a:xfrm>
          <a:custGeom>
            <a:avLst/>
            <a:gdLst>
              <a:gd name="connsiteX0" fmla="*/ 1702082 w 3001760"/>
              <a:gd name="connsiteY0" fmla="*/ 2598315 h 2598764"/>
              <a:gd name="connsiteX1" fmla="*/ 459953 w 3001760"/>
              <a:gd name="connsiteY1" fmla="*/ 1681166 h 2598764"/>
              <a:gd name="connsiteX2" fmla="*/ 17535 w 3001760"/>
              <a:gd name="connsiteY2" fmla="*/ 1681166 h 2598764"/>
              <a:gd name="connsiteX3" fmla="*/ 17535 w 3001760"/>
              <a:gd name="connsiteY3" fmla="*/ 1611042 h 2598764"/>
              <a:gd name="connsiteX4" fmla="*/ 480335 w 3001760"/>
              <a:gd name="connsiteY4" fmla="*/ 832192 h 2598764"/>
              <a:gd name="connsiteX5" fmla="*/ 499818 w 3001760"/>
              <a:gd name="connsiteY5" fmla="*/ 818257 h 2598764"/>
              <a:gd name="connsiteX6" fmla="*/ 757446 w 3001760"/>
              <a:gd name="connsiteY6" fmla="*/ 522630 h 2598764"/>
              <a:gd name="connsiteX7" fmla="*/ 745307 w 3001760"/>
              <a:gd name="connsiteY7" fmla="*/ 444865 h 2598764"/>
              <a:gd name="connsiteX8" fmla="*/ 638899 w 3001760"/>
              <a:gd name="connsiteY8" fmla="*/ 382233 h 2598764"/>
              <a:gd name="connsiteX9" fmla="*/ 494723 w 3001760"/>
              <a:gd name="connsiteY9" fmla="*/ 567880 h 2598764"/>
              <a:gd name="connsiteX10" fmla="*/ 492026 w 3001760"/>
              <a:gd name="connsiteY10" fmla="*/ 594851 h 2598764"/>
              <a:gd name="connsiteX11" fmla="*/ 0 w 3001760"/>
              <a:gd name="connsiteY11" fmla="*/ 594851 h 2598764"/>
              <a:gd name="connsiteX12" fmla="*/ 2098 w 3001760"/>
              <a:gd name="connsiteY12" fmla="*/ 562936 h 2598764"/>
              <a:gd name="connsiteX13" fmla="*/ 657633 w 3001760"/>
              <a:gd name="connsiteY13" fmla="*/ 749 h 2598764"/>
              <a:gd name="connsiteX14" fmla="*/ 1119834 w 3001760"/>
              <a:gd name="connsiteY14" fmla="*/ 137700 h 2598764"/>
              <a:gd name="connsiteX15" fmla="*/ 1702082 w 3001760"/>
              <a:gd name="connsiteY15" fmla="*/ 0 h 2598764"/>
              <a:gd name="connsiteX16" fmla="*/ 3001760 w 3001760"/>
              <a:gd name="connsiteY16" fmla="*/ 1299382 h 2598764"/>
              <a:gd name="connsiteX17" fmla="*/ 1702082 w 3001760"/>
              <a:gd name="connsiteY17" fmla="*/ 2598764 h 2598764"/>
              <a:gd name="connsiteX18" fmla="*/ 77483 w 3001760"/>
              <a:gd name="connsiteY18" fmla="*/ 1621231 h 2598764"/>
              <a:gd name="connsiteX19" fmla="*/ 504764 w 3001760"/>
              <a:gd name="connsiteY19" fmla="*/ 1621231 h 2598764"/>
              <a:gd name="connsiteX20" fmla="*/ 511059 w 3001760"/>
              <a:gd name="connsiteY20" fmla="*/ 1642957 h 2598764"/>
              <a:gd name="connsiteX21" fmla="*/ 1701932 w 3001760"/>
              <a:gd name="connsiteY21" fmla="*/ 2538381 h 2598764"/>
              <a:gd name="connsiteX22" fmla="*/ 2941662 w 3001760"/>
              <a:gd name="connsiteY22" fmla="*/ 1298933 h 2598764"/>
              <a:gd name="connsiteX23" fmla="*/ 1701932 w 3001760"/>
              <a:gd name="connsiteY23" fmla="*/ 59485 h 2598764"/>
              <a:gd name="connsiteX24" fmla="*/ 1129126 w 3001760"/>
              <a:gd name="connsiteY24" fmla="*/ 199732 h 2598764"/>
              <a:gd name="connsiteX25" fmla="*/ 1110542 w 3001760"/>
              <a:gd name="connsiteY25" fmla="*/ 209472 h 2598764"/>
              <a:gd name="connsiteX26" fmla="*/ 1095105 w 3001760"/>
              <a:gd name="connsiteY26" fmla="*/ 195387 h 2598764"/>
              <a:gd name="connsiteX27" fmla="*/ 657483 w 3001760"/>
              <a:gd name="connsiteY27" fmla="*/ 60384 h 2598764"/>
              <a:gd name="connsiteX28" fmla="*/ 64594 w 3001760"/>
              <a:gd name="connsiteY28" fmla="*/ 534617 h 2598764"/>
              <a:gd name="connsiteX29" fmla="*/ 438222 w 3001760"/>
              <a:gd name="connsiteY29" fmla="*/ 534617 h 2598764"/>
              <a:gd name="connsiteX30" fmla="*/ 638899 w 3001760"/>
              <a:gd name="connsiteY30" fmla="*/ 321999 h 2598764"/>
              <a:gd name="connsiteX31" fmla="*/ 801209 w 3001760"/>
              <a:gd name="connsiteY31" fmla="*/ 422839 h 2598764"/>
              <a:gd name="connsiteX32" fmla="*/ 817395 w 3001760"/>
              <a:gd name="connsiteY32" fmla="*/ 522480 h 2598764"/>
              <a:gd name="connsiteX33" fmla="*/ 534739 w 3001760"/>
              <a:gd name="connsiteY33" fmla="*/ 866804 h 2598764"/>
              <a:gd name="connsiteX34" fmla="*/ 515256 w 3001760"/>
              <a:gd name="connsiteY34" fmla="*/ 880739 h 2598764"/>
              <a:gd name="connsiteX35" fmla="*/ 77483 w 3001760"/>
              <a:gd name="connsiteY35" fmla="*/ 1610893 h 2598764"/>
              <a:gd name="connsiteX36" fmla="*/ 77483 w 3001760"/>
              <a:gd name="connsiteY36" fmla="*/ 1621081 h 2598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001760" h="2598764">
                <a:moveTo>
                  <a:pt x="1702082" y="2598315"/>
                </a:moveTo>
                <a:cubicBezTo>
                  <a:pt x="1133921" y="2598315"/>
                  <a:pt x="626459" y="2222375"/>
                  <a:pt x="459953" y="1681166"/>
                </a:cubicBezTo>
                <a:lnTo>
                  <a:pt x="17535" y="1681166"/>
                </a:lnTo>
                <a:lnTo>
                  <a:pt x="17535" y="1611042"/>
                </a:lnTo>
                <a:cubicBezTo>
                  <a:pt x="17535" y="1293239"/>
                  <a:pt x="151669" y="1067585"/>
                  <a:pt x="480335" y="832192"/>
                </a:cubicBezTo>
                <a:lnTo>
                  <a:pt x="499818" y="818257"/>
                </a:lnTo>
                <a:cubicBezTo>
                  <a:pt x="708738" y="668421"/>
                  <a:pt x="757446" y="623170"/>
                  <a:pt x="757446" y="522630"/>
                </a:cubicBezTo>
                <a:cubicBezTo>
                  <a:pt x="757446" y="491614"/>
                  <a:pt x="753400" y="465542"/>
                  <a:pt x="745307" y="444865"/>
                </a:cubicBezTo>
                <a:cubicBezTo>
                  <a:pt x="728671" y="402161"/>
                  <a:pt x="694800" y="382233"/>
                  <a:pt x="638899" y="382233"/>
                </a:cubicBezTo>
                <a:cubicBezTo>
                  <a:pt x="547627" y="382233"/>
                  <a:pt x="508511" y="432578"/>
                  <a:pt x="494723" y="567880"/>
                </a:cubicBezTo>
                <a:lnTo>
                  <a:pt x="492026" y="594851"/>
                </a:lnTo>
                <a:lnTo>
                  <a:pt x="0" y="594851"/>
                </a:lnTo>
                <a:lnTo>
                  <a:pt x="2098" y="562936"/>
                </a:lnTo>
                <a:cubicBezTo>
                  <a:pt x="13339" y="393920"/>
                  <a:pt x="99813" y="749"/>
                  <a:pt x="657633" y="749"/>
                </a:cubicBezTo>
                <a:cubicBezTo>
                  <a:pt x="855012" y="749"/>
                  <a:pt x="1010428" y="46749"/>
                  <a:pt x="1119834" y="137700"/>
                </a:cubicBezTo>
                <a:cubicBezTo>
                  <a:pt x="1301777" y="46299"/>
                  <a:pt x="1497508" y="0"/>
                  <a:pt x="1702082" y="0"/>
                </a:cubicBezTo>
                <a:cubicBezTo>
                  <a:pt x="2418764" y="0"/>
                  <a:pt x="3001760" y="582864"/>
                  <a:pt x="3001760" y="1299382"/>
                </a:cubicBezTo>
                <a:cubicBezTo>
                  <a:pt x="3001760" y="2015901"/>
                  <a:pt x="2418764" y="2598764"/>
                  <a:pt x="1702082" y="2598764"/>
                </a:cubicBezTo>
                <a:close/>
                <a:moveTo>
                  <a:pt x="77483" y="1621231"/>
                </a:moveTo>
                <a:lnTo>
                  <a:pt x="504764" y="1621231"/>
                </a:lnTo>
                <a:lnTo>
                  <a:pt x="511059" y="1642957"/>
                </a:lnTo>
                <a:cubicBezTo>
                  <a:pt x="663178" y="2170232"/>
                  <a:pt x="1152805" y="2538381"/>
                  <a:pt x="1701932" y="2538381"/>
                </a:cubicBezTo>
                <a:cubicBezTo>
                  <a:pt x="2385492" y="2538381"/>
                  <a:pt x="2941662" y="1982337"/>
                  <a:pt x="2941662" y="1298933"/>
                </a:cubicBezTo>
                <a:cubicBezTo>
                  <a:pt x="2941662" y="615528"/>
                  <a:pt x="2385492" y="59485"/>
                  <a:pt x="1701932" y="59485"/>
                </a:cubicBezTo>
                <a:cubicBezTo>
                  <a:pt x="1500206" y="59485"/>
                  <a:pt x="1307472" y="106684"/>
                  <a:pt x="1129126" y="199732"/>
                </a:cubicBezTo>
                <a:lnTo>
                  <a:pt x="1110542" y="209472"/>
                </a:lnTo>
                <a:lnTo>
                  <a:pt x="1095105" y="195387"/>
                </a:lnTo>
                <a:cubicBezTo>
                  <a:pt x="996340" y="105785"/>
                  <a:pt x="849167" y="60384"/>
                  <a:pt x="657483" y="60384"/>
                </a:cubicBezTo>
                <a:cubicBezTo>
                  <a:pt x="492475" y="60384"/>
                  <a:pt x="110905" y="107433"/>
                  <a:pt x="64594" y="534617"/>
                </a:cubicBezTo>
                <a:lnTo>
                  <a:pt x="438222" y="534617"/>
                </a:lnTo>
                <a:cubicBezTo>
                  <a:pt x="452460" y="430331"/>
                  <a:pt x="492475" y="321999"/>
                  <a:pt x="638899" y="321999"/>
                </a:cubicBezTo>
                <a:cubicBezTo>
                  <a:pt x="740511" y="321999"/>
                  <a:pt x="783225" y="376839"/>
                  <a:pt x="801209" y="422839"/>
                </a:cubicBezTo>
                <a:cubicBezTo>
                  <a:pt x="811999" y="450559"/>
                  <a:pt x="817395" y="483972"/>
                  <a:pt x="817395" y="522480"/>
                </a:cubicBezTo>
                <a:cubicBezTo>
                  <a:pt x="817395" y="657033"/>
                  <a:pt x="744708" y="716069"/>
                  <a:pt x="534739" y="866804"/>
                </a:cubicBezTo>
                <a:lnTo>
                  <a:pt x="515256" y="880739"/>
                </a:lnTo>
                <a:cubicBezTo>
                  <a:pt x="200227" y="1106243"/>
                  <a:pt x="77483" y="1311070"/>
                  <a:pt x="77483" y="1610893"/>
                </a:cubicBezTo>
                <a:lnTo>
                  <a:pt x="77483" y="1621081"/>
                </a:lnTo>
                <a:close/>
              </a:path>
            </a:pathLst>
          </a:custGeom>
          <a:solidFill>
            <a:schemeClr val="accent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4762051A-0A54-7FED-B5EF-1FD84D001636}"/>
              </a:ext>
            </a:extLst>
          </p:cNvPr>
          <p:cNvSpPr/>
          <p:nvPr/>
        </p:nvSpPr>
        <p:spPr>
          <a:xfrm>
            <a:off x="8491798" y="1468101"/>
            <a:ext cx="2539409" cy="2538829"/>
          </a:xfrm>
          <a:custGeom>
            <a:avLst/>
            <a:gdLst>
              <a:gd name="connsiteX0" fmla="*/ 2539409 w 2539409"/>
              <a:gd name="connsiteY0" fmla="*/ 1269415 h 2538829"/>
              <a:gd name="connsiteX1" fmla="*/ 1269705 w 2539409"/>
              <a:gd name="connsiteY1" fmla="*/ 2538830 h 2538829"/>
              <a:gd name="connsiteX2" fmla="*/ 1 w 2539409"/>
              <a:gd name="connsiteY2" fmla="*/ 1269415 h 2538829"/>
              <a:gd name="connsiteX3" fmla="*/ 1269705 w 2539409"/>
              <a:gd name="connsiteY3" fmla="*/ 0 h 2538829"/>
              <a:gd name="connsiteX4" fmla="*/ 2539409 w 2539409"/>
              <a:gd name="connsiteY4" fmla="*/ 1269415 h 2538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9409" h="2538829">
                <a:moveTo>
                  <a:pt x="2539409" y="1269415"/>
                </a:moveTo>
                <a:cubicBezTo>
                  <a:pt x="2539409" y="1970493"/>
                  <a:pt x="1970944" y="2538830"/>
                  <a:pt x="1269705" y="2538830"/>
                </a:cubicBezTo>
                <a:cubicBezTo>
                  <a:pt x="568467" y="2538830"/>
                  <a:pt x="1" y="1970493"/>
                  <a:pt x="1" y="1269415"/>
                </a:cubicBezTo>
                <a:cubicBezTo>
                  <a:pt x="1" y="568337"/>
                  <a:pt x="568467" y="0"/>
                  <a:pt x="1269705" y="0"/>
                </a:cubicBezTo>
                <a:cubicBezTo>
                  <a:pt x="1970944" y="0"/>
                  <a:pt x="2539409" y="568337"/>
                  <a:pt x="2539409" y="1269415"/>
                </a:cubicBezTo>
                <a:close/>
              </a:path>
            </a:pathLst>
          </a:custGeom>
          <a:solidFill>
            <a:schemeClr val="bg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1" name="Forme libre 10">
            <a:extLst>
              <a:ext uri="{FF2B5EF4-FFF2-40B4-BE49-F238E27FC236}">
                <a16:creationId xmlns:a16="http://schemas.microsoft.com/office/drawing/2014/main" id="{4F201FBD-64B5-AF6B-7E1F-336CAED114C8}"/>
              </a:ext>
            </a:extLst>
          </p:cNvPr>
          <p:cNvSpPr/>
          <p:nvPr/>
        </p:nvSpPr>
        <p:spPr>
          <a:xfrm>
            <a:off x="7687442" y="1243346"/>
            <a:ext cx="3253842" cy="2598764"/>
          </a:xfrm>
          <a:custGeom>
            <a:avLst/>
            <a:gdLst>
              <a:gd name="connsiteX0" fmla="*/ 1954165 w 3253842"/>
              <a:gd name="connsiteY0" fmla="*/ 2598765 h 2598764"/>
              <a:gd name="connsiteX1" fmla="*/ 721478 w 3253842"/>
              <a:gd name="connsiteY1" fmla="*/ 1712032 h 2598764"/>
              <a:gd name="connsiteX2" fmla="*/ 670221 w 3253842"/>
              <a:gd name="connsiteY2" fmla="*/ 1713231 h 2598764"/>
              <a:gd name="connsiteX3" fmla="*/ 2248 w 3253842"/>
              <a:gd name="connsiteY3" fmla="*/ 1202438 h 2598764"/>
              <a:gd name="connsiteX4" fmla="*/ 0 w 3253842"/>
              <a:gd name="connsiteY4" fmla="*/ 1170373 h 2598764"/>
              <a:gd name="connsiteX5" fmla="*/ 495623 w 3253842"/>
              <a:gd name="connsiteY5" fmla="*/ 1170373 h 2598764"/>
              <a:gd name="connsiteX6" fmla="*/ 499668 w 3253842"/>
              <a:gd name="connsiteY6" fmla="*/ 1195696 h 2598764"/>
              <a:gd name="connsiteX7" fmla="*/ 663028 w 3253842"/>
              <a:gd name="connsiteY7" fmla="*/ 1340737 h 2598764"/>
              <a:gd name="connsiteX8" fmla="*/ 683560 w 3253842"/>
              <a:gd name="connsiteY8" fmla="*/ 1339688 h 2598764"/>
              <a:gd name="connsiteX9" fmla="*/ 809302 w 3253842"/>
              <a:gd name="connsiteY9" fmla="*/ 1169324 h 2598764"/>
              <a:gd name="connsiteX10" fmla="*/ 715633 w 3253842"/>
              <a:gd name="connsiteY10" fmla="*/ 1008999 h 2598764"/>
              <a:gd name="connsiteX11" fmla="*/ 616717 w 3253842"/>
              <a:gd name="connsiteY11" fmla="*/ 995963 h 2598764"/>
              <a:gd name="connsiteX12" fmla="*/ 445715 w 3253842"/>
              <a:gd name="connsiteY12" fmla="*/ 995963 h 2598764"/>
              <a:gd name="connsiteX13" fmla="*/ 445715 w 3253842"/>
              <a:gd name="connsiteY13" fmla="*/ 623620 h 2598764"/>
              <a:gd name="connsiteX14" fmla="*/ 609224 w 3253842"/>
              <a:gd name="connsiteY14" fmla="*/ 623620 h 2598764"/>
              <a:gd name="connsiteX15" fmla="*/ 769886 w 3253842"/>
              <a:gd name="connsiteY15" fmla="*/ 496708 h 2598764"/>
              <a:gd name="connsiteX16" fmla="*/ 650588 w 3253842"/>
              <a:gd name="connsiteY16" fmla="*/ 375640 h 2598764"/>
              <a:gd name="connsiteX17" fmla="*/ 514806 w 3253842"/>
              <a:gd name="connsiteY17" fmla="*/ 497757 h 2598764"/>
              <a:gd name="connsiteX18" fmla="*/ 510909 w 3253842"/>
              <a:gd name="connsiteY18" fmla="*/ 523229 h 2598764"/>
              <a:gd name="connsiteX19" fmla="*/ 27726 w 3253842"/>
              <a:gd name="connsiteY19" fmla="*/ 523229 h 2598764"/>
              <a:gd name="connsiteX20" fmla="*/ 31472 w 3253842"/>
              <a:gd name="connsiteY20" fmla="*/ 489966 h 2598764"/>
              <a:gd name="connsiteX21" fmla="*/ 182542 w 3253842"/>
              <a:gd name="connsiteY21" fmla="*/ 164820 h 2598764"/>
              <a:gd name="connsiteX22" fmla="*/ 673669 w 3253842"/>
              <a:gd name="connsiteY22" fmla="*/ 899 h 2598764"/>
              <a:gd name="connsiteX23" fmla="*/ 1215152 w 3253842"/>
              <a:gd name="connsiteY23" fmla="*/ 230748 h 2598764"/>
              <a:gd name="connsiteX24" fmla="*/ 1954165 w 3253842"/>
              <a:gd name="connsiteY24" fmla="*/ 0 h 2598764"/>
              <a:gd name="connsiteX25" fmla="*/ 3253843 w 3253842"/>
              <a:gd name="connsiteY25" fmla="*/ 1299382 h 2598764"/>
              <a:gd name="connsiteX26" fmla="*/ 1954165 w 3253842"/>
              <a:gd name="connsiteY26" fmla="*/ 2598765 h 2598764"/>
              <a:gd name="connsiteX27" fmla="*/ 764640 w 3253842"/>
              <a:gd name="connsiteY27" fmla="*/ 1649550 h 2598764"/>
              <a:gd name="connsiteX28" fmla="*/ 771684 w 3253842"/>
              <a:gd name="connsiteY28" fmla="*/ 1671876 h 2598764"/>
              <a:gd name="connsiteX29" fmla="*/ 1954314 w 3253842"/>
              <a:gd name="connsiteY29" fmla="*/ 2538830 h 2598764"/>
              <a:gd name="connsiteX30" fmla="*/ 3194045 w 3253842"/>
              <a:gd name="connsiteY30" fmla="*/ 1299382 h 2598764"/>
              <a:gd name="connsiteX31" fmla="*/ 1954314 w 3253842"/>
              <a:gd name="connsiteY31" fmla="*/ 59935 h 2598764"/>
              <a:gd name="connsiteX32" fmla="*/ 1224144 w 3253842"/>
              <a:gd name="connsiteY32" fmla="*/ 297875 h 2598764"/>
              <a:gd name="connsiteX33" fmla="*/ 1196867 w 3253842"/>
              <a:gd name="connsiteY33" fmla="*/ 317803 h 2598764"/>
              <a:gd name="connsiteX34" fmla="*/ 1180382 w 3253842"/>
              <a:gd name="connsiteY34" fmla="*/ 288286 h 2598764"/>
              <a:gd name="connsiteX35" fmla="*/ 673818 w 3253842"/>
              <a:gd name="connsiteY35" fmla="*/ 60684 h 2598764"/>
              <a:gd name="connsiteX36" fmla="*/ 95917 w 3253842"/>
              <a:gd name="connsiteY36" fmla="*/ 463145 h 2598764"/>
              <a:gd name="connsiteX37" fmla="*/ 460402 w 3253842"/>
              <a:gd name="connsiteY37" fmla="*/ 463145 h 2598764"/>
              <a:gd name="connsiteX38" fmla="*/ 650888 w 3253842"/>
              <a:gd name="connsiteY38" fmla="*/ 315556 h 2598764"/>
              <a:gd name="connsiteX39" fmla="*/ 830134 w 3253842"/>
              <a:gd name="connsiteY39" fmla="*/ 496558 h 2598764"/>
              <a:gd name="connsiteX40" fmla="*/ 609524 w 3253842"/>
              <a:gd name="connsiteY40" fmla="*/ 683405 h 2598764"/>
              <a:gd name="connsiteX41" fmla="*/ 505964 w 3253842"/>
              <a:gd name="connsiteY41" fmla="*/ 683405 h 2598764"/>
              <a:gd name="connsiteX42" fmla="*/ 505964 w 3253842"/>
              <a:gd name="connsiteY42" fmla="*/ 935879 h 2598764"/>
              <a:gd name="connsiteX43" fmla="*/ 617018 w 3253842"/>
              <a:gd name="connsiteY43" fmla="*/ 935879 h 2598764"/>
              <a:gd name="connsiteX44" fmla="*/ 734517 w 3253842"/>
              <a:gd name="connsiteY44" fmla="*/ 951911 h 2598764"/>
              <a:gd name="connsiteX45" fmla="*/ 869549 w 3253842"/>
              <a:gd name="connsiteY45" fmla="*/ 1169174 h 2598764"/>
              <a:gd name="connsiteX46" fmla="*/ 689704 w 3253842"/>
              <a:gd name="connsiteY46" fmla="*/ 1399174 h 2598764"/>
              <a:gd name="connsiteX47" fmla="*/ 663328 w 3253842"/>
              <a:gd name="connsiteY47" fmla="*/ 1400522 h 2598764"/>
              <a:gd name="connsiteX48" fmla="*/ 445715 w 3253842"/>
              <a:gd name="connsiteY48" fmla="*/ 1230158 h 2598764"/>
              <a:gd name="connsiteX49" fmla="*/ 65493 w 3253842"/>
              <a:gd name="connsiteY49" fmla="*/ 1230158 h 2598764"/>
              <a:gd name="connsiteX50" fmla="*/ 670521 w 3253842"/>
              <a:gd name="connsiteY50" fmla="*/ 1652997 h 2598764"/>
              <a:gd name="connsiteX51" fmla="*/ 741410 w 3253842"/>
              <a:gd name="connsiteY51" fmla="*/ 1650749 h 2598764"/>
              <a:gd name="connsiteX52" fmla="*/ 764790 w 3253842"/>
              <a:gd name="connsiteY52" fmla="*/ 1649401 h 2598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3253842" h="2598764">
                <a:moveTo>
                  <a:pt x="1954165" y="2598765"/>
                </a:moveTo>
                <a:cubicBezTo>
                  <a:pt x="1391549" y="2598765"/>
                  <a:pt x="899074" y="2243352"/>
                  <a:pt x="721478" y="1712032"/>
                </a:cubicBezTo>
                <a:cubicBezTo>
                  <a:pt x="703942" y="1712781"/>
                  <a:pt x="687007" y="1713231"/>
                  <a:pt x="670221" y="1713231"/>
                </a:cubicBezTo>
                <a:cubicBezTo>
                  <a:pt x="82579" y="1713231"/>
                  <a:pt x="10341" y="1322307"/>
                  <a:pt x="2248" y="1202438"/>
                </a:cubicBezTo>
                <a:lnTo>
                  <a:pt x="0" y="1170373"/>
                </a:lnTo>
                <a:lnTo>
                  <a:pt x="495623" y="1170373"/>
                </a:lnTo>
                <a:lnTo>
                  <a:pt x="499668" y="1195696"/>
                </a:lnTo>
                <a:cubicBezTo>
                  <a:pt x="515106" y="1293239"/>
                  <a:pt x="568460" y="1340737"/>
                  <a:pt x="663028" y="1340737"/>
                </a:cubicBezTo>
                <a:cubicBezTo>
                  <a:pt x="669622" y="1340737"/>
                  <a:pt x="676367" y="1340437"/>
                  <a:pt x="683560" y="1339688"/>
                </a:cubicBezTo>
                <a:cubicBezTo>
                  <a:pt x="787570" y="1329350"/>
                  <a:pt x="809302" y="1241396"/>
                  <a:pt x="809302" y="1169324"/>
                </a:cubicBezTo>
                <a:cubicBezTo>
                  <a:pt x="809302" y="1078223"/>
                  <a:pt x="781276" y="1030276"/>
                  <a:pt x="715633" y="1008999"/>
                </a:cubicBezTo>
                <a:cubicBezTo>
                  <a:pt x="688955" y="1000309"/>
                  <a:pt x="655684" y="995963"/>
                  <a:pt x="616717" y="995963"/>
                </a:cubicBezTo>
                <a:lnTo>
                  <a:pt x="445715" y="995963"/>
                </a:lnTo>
                <a:lnTo>
                  <a:pt x="445715" y="623620"/>
                </a:lnTo>
                <a:lnTo>
                  <a:pt x="609224" y="623620"/>
                </a:lnTo>
                <a:cubicBezTo>
                  <a:pt x="745757" y="623620"/>
                  <a:pt x="769886" y="582714"/>
                  <a:pt x="769886" y="496708"/>
                </a:cubicBezTo>
                <a:cubicBezTo>
                  <a:pt x="769886" y="415197"/>
                  <a:pt x="730919" y="375640"/>
                  <a:pt x="650588" y="375640"/>
                </a:cubicBezTo>
                <a:cubicBezTo>
                  <a:pt x="552873" y="375640"/>
                  <a:pt x="526196" y="422389"/>
                  <a:pt x="514806" y="497757"/>
                </a:cubicBezTo>
                <a:lnTo>
                  <a:pt x="510909" y="523229"/>
                </a:lnTo>
                <a:lnTo>
                  <a:pt x="27726" y="523229"/>
                </a:lnTo>
                <a:lnTo>
                  <a:pt x="31472" y="489966"/>
                </a:lnTo>
                <a:cubicBezTo>
                  <a:pt x="41664" y="398865"/>
                  <a:pt x="76135" y="268507"/>
                  <a:pt x="182542" y="164820"/>
                </a:cubicBezTo>
                <a:cubicBezTo>
                  <a:pt x="294196" y="56039"/>
                  <a:pt x="459503" y="899"/>
                  <a:pt x="673669" y="899"/>
                </a:cubicBezTo>
                <a:cubicBezTo>
                  <a:pt x="925152" y="899"/>
                  <a:pt x="1115788" y="82260"/>
                  <a:pt x="1215152" y="230748"/>
                </a:cubicBezTo>
                <a:cubicBezTo>
                  <a:pt x="1433064" y="79713"/>
                  <a:pt x="1687844" y="0"/>
                  <a:pt x="1954165" y="0"/>
                </a:cubicBezTo>
                <a:cubicBezTo>
                  <a:pt x="2670696" y="0"/>
                  <a:pt x="3253843" y="582864"/>
                  <a:pt x="3253843" y="1299382"/>
                </a:cubicBezTo>
                <a:cubicBezTo>
                  <a:pt x="3253843" y="2015901"/>
                  <a:pt x="2670846" y="2598765"/>
                  <a:pt x="1954165" y="2598765"/>
                </a:cubicBezTo>
                <a:close/>
                <a:moveTo>
                  <a:pt x="764640" y="1649550"/>
                </a:moveTo>
                <a:lnTo>
                  <a:pt x="771684" y="1671876"/>
                </a:lnTo>
                <a:cubicBezTo>
                  <a:pt x="934894" y="2190460"/>
                  <a:pt x="1410133" y="2538830"/>
                  <a:pt x="1954314" y="2538830"/>
                </a:cubicBezTo>
                <a:cubicBezTo>
                  <a:pt x="2637875" y="2538830"/>
                  <a:pt x="3194045" y="1982787"/>
                  <a:pt x="3194045" y="1299382"/>
                </a:cubicBezTo>
                <a:cubicBezTo>
                  <a:pt x="3194045" y="615978"/>
                  <a:pt x="2637875" y="59935"/>
                  <a:pt x="1954314" y="59935"/>
                </a:cubicBezTo>
                <a:cubicBezTo>
                  <a:pt x="1689942" y="59935"/>
                  <a:pt x="1437410" y="142195"/>
                  <a:pt x="1224144" y="297875"/>
                </a:cubicBezTo>
                <a:lnTo>
                  <a:pt x="1196867" y="317803"/>
                </a:lnTo>
                <a:lnTo>
                  <a:pt x="1180382" y="288286"/>
                </a:lnTo>
                <a:cubicBezTo>
                  <a:pt x="1098102" y="141596"/>
                  <a:pt x="918108" y="60684"/>
                  <a:pt x="673818" y="60684"/>
                </a:cubicBezTo>
                <a:cubicBezTo>
                  <a:pt x="239643" y="60684"/>
                  <a:pt x="123942" y="299074"/>
                  <a:pt x="95917" y="463145"/>
                </a:cubicBezTo>
                <a:lnTo>
                  <a:pt x="460402" y="463145"/>
                </a:lnTo>
                <a:cubicBezTo>
                  <a:pt x="475690" y="393621"/>
                  <a:pt x="516305" y="315556"/>
                  <a:pt x="650888" y="315556"/>
                </a:cubicBezTo>
                <a:cubicBezTo>
                  <a:pt x="764790" y="315556"/>
                  <a:pt x="830134" y="381484"/>
                  <a:pt x="830134" y="496558"/>
                </a:cubicBezTo>
                <a:cubicBezTo>
                  <a:pt x="830134" y="629163"/>
                  <a:pt x="766289" y="683405"/>
                  <a:pt x="609524" y="683405"/>
                </a:cubicBezTo>
                <a:lnTo>
                  <a:pt x="505964" y="683405"/>
                </a:lnTo>
                <a:lnTo>
                  <a:pt x="505964" y="935879"/>
                </a:lnTo>
                <a:lnTo>
                  <a:pt x="617018" y="935879"/>
                </a:lnTo>
                <a:cubicBezTo>
                  <a:pt x="663028" y="935879"/>
                  <a:pt x="701395" y="941123"/>
                  <a:pt x="734517" y="951911"/>
                </a:cubicBezTo>
                <a:cubicBezTo>
                  <a:pt x="825338" y="981429"/>
                  <a:pt x="869549" y="1052452"/>
                  <a:pt x="869549" y="1169174"/>
                </a:cubicBezTo>
                <a:cubicBezTo>
                  <a:pt x="869549" y="1302079"/>
                  <a:pt x="802257" y="1388086"/>
                  <a:pt x="689704" y="1399174"/>
                </a:cubicBezTo>
                <a:cubicBezTo>
                  <a:pt x="680563" y="1400072"/>
                  <a:pt x="671871" y="1400522"/>
                  <a:pt x="663328" y="1400522"/>
                </a:cubicBezTo>
                <a:cubicBezTo>
                  <a:pt x="548227" y="1400522"/>
                  <a:pt x="471793" y="1340288"/>
                  <a:pt x="445715" y="1230158"/>
                </a:cubicBezTo>
                <a:lnTo>
                  <a:pt x="65493" y="1230158"/>
                </a:lnTo>
                <a:cubicBezTo>
                  <a:pt x="84976" y="1378945"/>
                  <a:pt x="186888" y="1652997"/>
                  <a:pt x="670521" y="1652997"/>
                </a:cubicBezTo>
                <a:cubicBezTo>
                  <a:pt x="693152" y="1652997"/>
                  <a:pt x="716382" y="1652248"/>
                  <a:pt x="741410" y="1650749"/>
                </a:cubicBezTo>
                <a:lnTo>
                  <a:pt x="764790" y="1649401"/>
                </a:lnTo>
                <a:close/>
              </a:path>
            </a:pathLst>
          </a:custGeom>
          <a:solidFill>
            <a:srgbClr val="8272A3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grpSp>
        <p:nvGrpSpPr>
          <p:cNvPr id="3" name="Group 35">
            <a:extLst>
              <a:ext uri="{FF2B5EF4-FFF2-40B4-BE49-F238E27FC236}">
                <a16:creationId xmlns:a16="http://schemas.microsoft.com/office/drawing/2014/main" id="{7794CB68-0745-93CE-1C8A-79C29C7481C8}"/>
              </a:ext>
            </a:extLst>
          </p:cNvPr>
          <p:cNvGrpSpPr/>
          <p:nvPr/>
        </p:nvGrpSpPr>
        <p:grpSpPr>
          <a:xfrm>
            <a:off x="1940942" y="2036151"/>
            <a:ext cx="1499617" cy="1382486"/>
            <a:chOff x="332934" y="2720099"/>
            <a:chExt cx="2968095" cy="1382486"/>
          </a:xfrm>
        </p:grpSpPr>
        <p:sp>
          <p:nvSpPr>
            <p:cNvPr id="6" name="TextBox 36">
              <a:extLst>
                <a:ext uri="{FF2B5EF4-FFF2-40B4-BE49-F238E27FC236}">
                  <a16:creationId xmlns:a16="http://schemas.microsoft.com/office/drawing/2014/main" id="{795CDBAA-3D83-1083-B9DF-4BCC140CC3E9}"/>
                </a:ext>
              </a:extLst>
            </p:cNvPr>
            <p:cNvSpPr txBox="1"/>
            <p:nvPr/>
          </p:nvSpPr>
          <p:spPr>
            <a:xfrm>
              <a:off x="332934" y="2720099"/>
              <a:ext cx="296809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b="1" noProof="1"/>
                <a:t>Lorem Ipsum</a:t>
              </a:r>
            </a:p>
          </p:txBody>
        </p:sp>
        <p:sp>
          <p:nvSpPr>
            <p:cNvPr id="9" name="TextBox 37">
              <a:extLst>
                <a:ext uri="{FF2B5EF4-FFF2-40B4-BE49-F238E27FC236}">
                  <a16:creationId xmlns:a16="http://schemas.microsoft.com/office/drawing/2014/main" id="{F3B50272-9BBD-3ACF-84E4-45D0A60D9400}"/>
                </a:ext>
              </a:extLst>
            </p:cNvPr>
            <p:cNvSpPr txBox="1"/>
            <p:nvPr/>
          </p:nvSpPr>
          <p:spPr>
            <a:xfrm>
              <a:off x="332936" y="3086922"/>
              <a:ext cx="2968093" cy="1015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Lorem ipsum dolor sit amet, nibh est. A magna maecenas, quam magna nec quis, lorem nunc viverra.</a:t>
              </a:r>
            </a:p>
          </p:txBody>
        </p:sp>
      </p:grpSp>
      <p:grpSp>
        <p:nvGrpSpPr>
          <p:cNvPr id="12" name="Group 35">
            <a:extLst>
              <a:ext uri="{FF2B5EF4-FFF2-40B4-BE49-F238E27FC236}">
                <a16:creationId xmlns:a16="http://schemas.microsoft.com/office/drawing/2014/main" id="{7016B317-CD53-0598-8AB3-D973645E7CEC}"/>
              </a:ext>
            </a:extLst>
          </p:cNvPr>
          <p:cNvGrpSpPr/>
          <p:nvPr/>
        </p:nvGrpSpPr>
        <p:grpSpPr>
          <a:xfrm>
            <a:off x="5503308" y="3991450"/>
            <a:ext cx="1499617" cy="1382486"/>
            <a:chOff x="332934" y="2720099"/>
            <a:chExt cx="2968095" cy="1382486"/>
          </a:xfrm>
        </p:grpSpPr>
        <p:sp>
          <p:nvSpPr>
            <p:cNvPr id="13" name="TextBox 36">
              <a:extLst>
                <a:ext uri="{FF2B5EF4-FFF2-40B4-BE49-F238E27FC236}">
                  <a16:creationId xmlns:a16="http://schemas.microsoft.com/office/drawing/2014/main" id="{CF614CA9-808A-495C-EF41-7C18856F49BB}"/>
                </a:ext>
              </a:extLst>
            </p:cNvPr>
            <p:cNvSpPr txBox="1"/>
            <p:nvPr/>
          </p:nvSpPr>
          <p:spPr>
            <a:xfrm>
              <a:off x="332934" y="2720099"/>
              <a:ext cx="296809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b="1" noProof="1"/>
                <a:t>Lorem Ipsum</a:t>
              </a:r>
            </a:p>
          </p:txBody>
        </p:sp>
        <p:sp>
          <p:nvSpPr>
            <p:cNvPr id="14" name="TextBox 37">
              <a:extLst>
                <a:ext uri="{FF2B5EF4-FFF2-40B4-BE49-F238E27FC236}">
                  <a16:creationId xmlns:a16="http://schemas.microsoft.com/office/drawing/2014/main" id="{14412FF3-A9DD-0BBF-E3F8-6E1BB1A4F24C}"/>
                </a:ext>
              </a:extLst>
            </p:cNvPr>
            <p:cNvSpPr txBox="1"/>
            <p:nvPr/>
          </p:nvSpPr>
          <p:spPr>
            <a:xfrm>
              <a:off x="332936" y="3086922"/>
              <a:ext cx="2968093" cy="1015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Lorem ipsum dolor sit amet, nibh est. A magna maecenas, quam magna nec quis, lorem nunc viverra.</a:t>
              </a:r>
            </a:p>
          </p:txBody>
        </p:sp>
      </p:grpSp>
      <p:grpSp>
        <p:nvGrpSpPr>
          <p:cNvPr id="15" name="Group 35">
            <a:extLst>
              <a:ext uri="{FF2B5EF4-FFF2-40B4-BE49-F238E27FC236}">
                <a16:creationId xmlns:a16="http://schemas.microsoft.com/office/drawing/2014/main" id="{5BF30061-FE11-5448-878A-B8377FE758E6}"/>
              </a:ext>
            </a:extLst>
          </p:cNvPr>
          <p:cNvGrpSpPr/>
          <p:nvPr/>
        </p:nvGrpSpPr>
        <p:grpSpPr>
          <a:xfrm>
            <a:off x="9009920" y="2030793"/>
            <a:ext cx="1499617" cy="1382486"/>
            <a:chOff x="332934" y="2720099"/>
            <a:chExt cx="2968095" cy="1382486"/>
          </a:xfrm>
        </p:grpSpPr>
        <p:sp>
          <p:nvSpPr>
            <p:cNvPr id="16" name="TextBox 36">
              <a:extLst>
                <a:ext uri="{FF2B5EF4-FFF2-40B4-BE49-F238E27FC236}">
                  <a16:creationId xmlns:a16="http://schemas.microsoft.com/office/drawing/2014/main" id="{33694B01-2427-A6FD-DA55-48BD9420D822}"/>
                </a:ext>
              </a:extLst>
            </p:cNvPr>
            <p:cNvSpPr txBox="1"/>
            <p:nvPr/>
          </p:nvSpPr>
          <p:spPr>
            <a:xfrm>
              <a:off x="332934" y="2720099"/>
              <a:ext cx="296809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b="1" noProof="1"/>
                <a:t>Lorem Ipsum</a:t>
              </a:r>
            </a:p>
          </p:txBody>
        </p:sp>
        <p:sp>
          <p:nvSpPr>
            <p:cNvPr id="17" name="TextBox 37">
              <a:extLst>
                <a:ext uri="{FF2B5EF4-FFF2-40B4-BE49-F238E27FC236}">
                  <a16:creationId xmlns:a16="http://schemas.microsoft.com/office/drawing/2014/main" id="{E155DB48-180D-4E38-77A7-A7CCB4759158}"/>
                </a:ext>
              </a:extLst>
            </p:cNvPr>
            <p:cNvSpPr txBox="1"/>
            <p:nvPr/>
          </p:nvSpPr>
          <p:spPr>
            <a:xfrm>
              <a:off x="332936" y="3086922"/>
              <a:ext cx="2968093" cy="1015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Lorem ipsum dolor sit amet, nibh est. A magna maecenas, quam magna nec quis, lorem nunc viverra.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2632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7994E-D955-4FC0-EB55-09C0A8872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5F233-1840-42BA-19D1-08AB41FB6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Triple Set Numbers (4, 5, 6) – Slide Template</a:t>
            </a:r>
          </a:p>
        </p:txBody>
      </p:sp>
      <p:sp>
        <p:nvSpPr>
          <p:cNvPr id="4" name="Forme libre 3">
            <a:extLst>
              <a:ext uri="{FF2B5EF4-FFF2-40B4-BE49-F238E27FC236}">
                <a16:creationId xmlns:a16="http://schemas.microsoft.com/office/drawing/2014/main" id="{0D02C99B-5EEF-B82D-6673-1CBCCBE99967}"/>
              </a:ext>
            </a:extLst>
          </p:cNvPr>
          <p:cNvSpPr/>
          <p:nvPr/>
        </p:nvSpPr>
        <p:spPr>
          <a:xfrm>
            <a:off x="1816256" y="3413279"/>
            <a:ext cx="2539409" cy="2538829"/>
          </a:xfrm>
          <a:custGeom>
            <a:avLst/>
            <a:gdLst>
              <a:gd name="connsiteX0" fmla="*/ 2539409 w 2539409"/>
              <a:gd name="connsiteY0" fmla="*/ 1269415 h 2538829"/>
              <a:gd name="connsiteX1" fmla="*/ 1269705 w 2539409"/>
              <a:gd name="connsiteY1" fmla="*/ 2538830 h 2538829"/>
              <a:gd name="connsiteX2" fmla="*/ 0 w 2539409"/>
              <a:gd name="connsiteY2" fmla="*/ 1269415 h 2538829"/>
              <a:gd name="connsiteX3" fmla="*/ 1269705 w 2539409"/>
              <a:gd name="connsiteY3" fmla="*/ 0 h 2538829"/>
              <a:gd name="connsiteX4" fmla="*/ 2539409 w 2539409"/>
              <a:gd name="connsiteY4" fmla="*/ 1269415 h 2538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9409" h="2538829">
                <a:moveTo>
                  <a:pt x="2539409" y="1269415"/>
                </a:moveTo>
                <a:cubicBezTo>
                  <a:pt x="2539409" y="1970493"/>
                  <a:pt x="1970943" y="2538830"/>
                  <a:pt x="1269705" y="2538830"/>
                </a:cubicBezTo>
                <a:cubicBezTo>
                  <a:pt x="568466" y="2538830"/>
                  <a:pt x="0" y="1970493"/>
                  <a:pt x="0" y="1269415"/>
                </a:cubicBezTo>
                <a:cubicBezTo>
                  <a:pt x="0" y="568337"/>
                  <a:pt x="568466" y="0"/>
                  <a:pt x="1269705" y="0"/>
                </a:cubicBezTo>
                <a:cubicBezTo>
                  <a:pt x="1970943" y="0"/>
                  <a:pt x="2539409" y="568337"/>
                  <a:pt x="2539409" y="1269415"/>
                </a:cubicBezTo>
                <a:close/>
              </a:path>
            </a:pathLst>
          </a:custGeom>
          <a:solidFill>
            <a:schemeClr val="bg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5" name="Forme libre 4">
            <a:extLst>
              <a:ext uri="{FF2B5EF4-FFF2-40B4-BE49-F238E27FC236}">
                <a16:creationId xmlns:a16="http://schemas.microsoft.com/office/drawing/2014/main" id="{5BE59EEA-343A-0DA9-1FAC-01B956834315}"/>
              </a:ext>
            </a:extLst>
          </p:cNvPr>
          <p:cNvSpPr/>
          <p:nvPr/>
        </p:nvSpPr>
        <p:spPr>
          <a:xfrm>
            <a:off x="838200" y="3188674"/>
            <a:ext cx="3427542" cy="2598764"/>
          </a:xfrm>
          <a:custGeom>
            <a:avLst/>
            <a:gdLst>
              <a:gd name="connsiteX0" fmla="*/ 2127864 w 3427542"/>
              <a:gd name="connsiteY0" fmla="*/ 0 h 2598764"/>
              <a:gd name="connsiteX1" fmla="*/ 1206909 w 3427542"/>
              <a:gd name="connsiteY1" fmla="*/ 382982 h 2598764"/>
              <a:gd name="connsiteX2" fmla="*/ 1206909 w 3427542"/>
              <a:gd name="connsiteY2" fmla="*/ 31465 h 2598764"/>
              <a:gd name="connsiteX3" fmla="*/ 617767 w 3427542"/>
              <a:gd name="connsiteY3" fmla="*/ 31465 h 2598764"/>
              <a:gd name="connsiteX4" fmla="*/ 0 w 3427542"/>
              <a:gd name="connsiteY4" fmla="*/ 970491 h 2598764"/>
              <a:gd name="connsiteX5" fmla="*/ 0 w 3427542"/>
              <a:gd name="connsiteY5" fmla="*/ 1346880 h 2598764"/>
              <a:gd name="connsiteX6" fmla="*/ 709788 w 3427542"/>
              <a:gd name="connsiteY6" fmla="*/ 1346880 h 2598764"/>
              <a:gd name="connsiteX7" fmla="*/ 709788 w 3427542"/>
              <a:gd name="connsiteY7" fmla="*/ 1681615 h 2598764"/>
              <a:gd name="connsiteX8" fmla="*/ 885736 w 3427542"/>
              <a:gd name="connsiteY8" fmla="*/ 1681615 h 2598764"/>
              <a:gd name="connsiteX9" fmla="*/ 2127864 w 3427542"/>
              <a:gd name="connsiteY9" fmla="*/ 2598765 h 2598764"/>
              <a:gd name="connsiteX10" fmla="*/ 3427543 w 3427542"/>
              <a:gd name="connsiteY10" fmla="*/ 1299382 h 2598764"/>
              <a:gd name="connsiteX11" fmla="*/ 2127864 w 3427542"/>
              <a:gd name="connsiteY11" fmla="*/ 0 h 2598764"/>
              <a:gd name="connsiteX12" fmla="*/ 2127864 w 3427542"/>
              <a:gd name="connsiteY12" fmla="*/ 2538680 h 2598764"/>
              <a:gd name="connsiteX13" fmla="*/ 936992 w 3427542"/>
              <a:gd name="connsiteY13" fmla="*/ 1643257 h 2598764"/>
              <a:gd name="connsiteX14" fmla="*/ 930697 w 3427542"/>
              <a:gd name="connsiteY14" fmla="*/ 1621531 h 2598764"/>
              <a:gd name="connsiteX15" fmla="*/ 769736 w 3427542"/>
              <a:gd name="connsiteY15" fmla="*/ 1621531 h 2598764"/>
              <a:gd name="connsiteX16" fmla="*/ 769736 w 3427542"/>
              <a:gd name="connsiteY16" fmla="*/ 1286796 h 2598764"/>
              <a:gd name="connsiteX17" fmla="*/ 59948 w 3427542"/>
              <a:gd name="connsiteY17" fmla="*/ 1286796 h 2598764"/>
              <a:gd name="connsiteX18" fmla="*/ 59948 w 3427542"/>
              <a:gd name="connsiteY18" fmla="*/ 988322 h 2598764"/>
              <a:gd name="connsiteX19" fmla="*/ 650139 w 3427542"/>
              <a:gd name="connsiteY19" fmla="*/ 91250 h 2598764"/>
              <a:gd name="connsiteX20" fmla="*/ 1146961 w 3427542"/>
              <a:gd name="connsiteY20" fmla="*/ 91250 h 2598764"/>
              <a:gd name="connsiteX21" fmla="*/ 1146961 w 3427542"/>
              <a:gd name="connsiteY21" fmla="*/ 537613 h 2598764"/>
              <a:gd name="connsiteX22" fmla="*/ 1199416 w 3427542"/>
              <a:gd name="connsiteY22" fmla="*/ 478428 h 2598764"/>
              <a:gd name="connsiteX23" fmla="*/ 2127864 w 3427542"/>
              <a:gd name="connsiteY23" fmla="*/ 59785 h 2598764"/>
              <a:gd name="connsiteX24" fmla="*/ 3367594 w 3427542"/>
              <a:gd name="connsiteY24" fmla="*/ 1299232 h 2598764"/>
              <a:gd name="connsiteX25" fmla="*/ 2127864 w 3427542"/>
              <a:gd name="connsiteY25" fmla="*/ 2538680 h 2598764"/>
              <a:gd name="connsiteX26" fmla="*/ 403752 w 3427542"/>
              <a:gd name="connsiteY26" fmla="*/ 962250 h 2598764"/>
              <a:gd name="connsiteX27" fmla="*/ 374677 w 3427542"/>
              <a:gd name="connsiteY27" fmla="*/ 1008250 h 2598764"/>
              <a:gd name="connsiteX28" fmla="*/ 769736 w 3427542"/>
              <a:gd name="connsiteY28" fmla="*/ 1008250 h 2598764"/>
              <a:gd name="connsiteX29" fmla="*/ 769736 w 3427542"/>
              <a:gd name="connsiteY29" fmla="*/ 780198 h 2598764"/>
              <a:gd name="connsiteX30" fmla="*/ 777679 w 3427542"/>
              <a:gd name="connsiteY30" fmla="*/ 431679 h 2598764"/>
              <a:gd name="connsiteX31" fmla="*/ 789968 w 3427542"/>
              <a:gd name="connsiteY31" fmla="*/ 257419 h 2598764"/>
              <a:gd name="connsiteX32" fmla="*/ 720278 w 3427542"/>
              <a:gd name="connsiteY32" fmla="*/ 417744 h 2598764"/>
              <a:gd name="connsiteX33" fmla="*/ 403602 w 3427542"/>
              <a:gd name="connsiteY33" fmla="*/ 962250 h 2598764"/>
              <a:gd name="connsiteX34" fmla="*/ 709788 w 3427542"/>
              <a:gd name="connsiteY34" fmla="*/ 780198 h 2598764"/>
              <a:gd name="connsiteX35" fmla="*/ 709788 w 3427542"/>
              <a:gd name="connsiteY35" fmla="*/ 948315 h 2598764"/>
              <a:gd name="connsiteX36" fmla="*/ 483333 w 3427542"/>
              <a:gd name="connsiteY36" fmla="*/ 948315 h 2598764"/>
              <a:gd name="connsiteX37" fmla="*/ 711436 w 3427542"/>
              <a:gd name="connsiteY37" fmla="*/ 568030 h 2598764"/>
              <a:gd name="connsiteX38" fmla="*/ 709637 w 3427542"/>
              <a:gd name="connsiteY38" fmla="*/ 780198 h 2598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427542" h="2598764">
                <a:moveTo>
                  <a:pt x="2127864" y="0"/>
                </a:moveTo>
                <a:cubicBezTo>
                  <a:pt x="1781663" y="0"/>
                  <a:pt x="1450149" y="138748"/>
                  <a:pt x="1206909" y="382982"/>
                </a:cubicBezTo>
                <a:lnTo>
                  <a:pt x="1206909" y="31465"/>
                </a:lnTo>
                <a:lnTo>
                  <a:pt x="617767" y="31465"/>
                </a:lnTo>
                <a:lnTo>
                  <a:pt x="0" y="970491"/>
                </a:lnTo>
                <a:lnTo>
                  <a:pt x="0" y="1346880"/>
                </a:lnTo>
                <a:lnTo>
                  <a:pt x="709788" y="1346880"/>
                </a:lnTo>
                <a:lnTo>
                  <a:pt x="709788" y="1681615"/>
                </a:lnTo>
                <a:lnTo>
                  <a:pt x="885736" y="1681615"/>
                </a:lnTo>
                <a:cubicBezTo>
                  <a:pt x="1052242" y="2222675"/>
                  <a:pt x="1559704" y="2598765"/>
                  <a:pt x="2127864" y="2598765"/>
                </a:cubicBezTo>
                <a:cubicBezTo>
                  <a:pt x="2844397" y="2598765"/>
                  <a:pt x="3427543" y="2015900"/>
                  <a:pt x="3427543" y="1299382"/>
                </a:cubicBezTo>
                <a:cubicBezTo>
                  <a:pt x="3427543" y="582864"/>
                  <a:pt x="2844547" y="0"/>
                  <a:pt x="2127864" y="0"/>
                </a:cubicBezTo>
                <a:close/>
                <a:moveTo>
                  <a:pt x="2127864" y="2538680"/>
                </a:moveTo>
                <a:cubicBezTo>
                  <a:pt x="1578738" y="2538680"/>
                  <a:pt x="1089111" y="2170532"/>
                  <a:pt x="936992" y="1643257"/>
                </a:cubicBezTo>
                <a:lnTo>
                  <a:pt x="930697" y="1621531"/>
                </a:lnTo>
                <a:lnTo>
                  <a:pt x="769736" y="1621531"/>
                </a:lnTo>
                <a:lnTo>
                  <a:pt x="769736" y="1286796"/>
                </a:lnTo>
                <a:lnTo>
                  <a:pt x="59948" y="1286796"/>
                </a:lnTo>
                <a:lnTo>
                  <a:pt x="59948" y="988322"/>
                </a:lnTo>
                <a:lnTo>
                  <a:pt x="650139" y="91250"/>
                </a:lnTo>
                <a:lnTo>
                  <a:pt x="1146961" y="91250"/>
                </a:lnTo>
                <a:lnTo>
                  <a:pt x="1146961" y="537613"/>
                </a:lnTo>
                <a:lnTo>
                  <a:pt x="1199416" y="478428"/>
                </a:lnTo>
                <a:cubicBezTo>
                  <a:pt x="1434862" y="212468"/>
                  <a:pt x="1773270" y="59785"/>
                  <a:pt x="2127864" y="59785"/>
                </a:cubicBezTo>
                <a:cubicBezTo>
                  <a:pt x="2811424" y="59785"/>
                  <a:pt x="3367594" y="615828"/>
                  <a:pt x="3367594" y="1299232"/>
                </a:cubicBezTo>
                <a:cubicBezTo>
                  <a:pt x="3367594" y="1982636"/>
                  <a:pt x="2811424" y="2538680"/>
                  <a:pt x="2127864" y="2538680"/>
                </a:cubicBezTo>
                <a:close/>
                <a:moveTo>
                  <a:pt x="403752" y="962250"/>
                </a:moveTo>
                <a:lnTo>
                  <a:pt x="374677" y="1008250"/>
                </a:lnTo>
                <a:lnTo>
                  <a:pt x="769736" y="1008250"/>
                </a:lnTo>
                <a:lnTo>
                  <a:pt x="769736" y="780198"/>
                </a:lnTo>
                <a:cubicBezTo>
                  <a:pt x="769736" y="638603"/>
                  <a:pt x="770336" y="537763"/>
                  <a:pt x="777679" y="431679"/>
                </a:cubicBezTo>
                <a:lnTo>
                  <a:pt x="789968" y="257419"/>
                </a:lnTo>
                <a:lnTo>
                  <a:pt x="720278" y="417744"/>
                </a:lnTo>
                <a:cubicBezTo>
                  <a:pt x="667075" y="540160"/>
                  <a:pt x="523198" y="773007"/>
                  <a:pt x="403602" y="962250"/>
                </a:cubicBezTo>
                <a:close/>
                <a:moveTo>
                  <a:pt x="709788" y="780198"/>
                </a:moveTo>
                <a:lnTo>
                  <a:pt x="709788" y="948315"/>
                </a:lnTo>
                <a:lnTo>
                  <a:pt x="483333" y="948315"/>
                </a:lnTo>
                <a:cubicBezTo>
                  <a:pt x="563214" y="821254"/>
                  <a:pt x="649539" y="680857"/>
                  <a:pt x="711436" y="568030"/>
                </a:cubicBezTo>
                <a:cubicBezTo>
                  <a:pt x="709938" y="631261"/>
                  <a:pt x="709637" y="699137"/>
                  <a:pt x="709637" y="780198"/>
                </a:cubicBezTo>
                <a:close/>
              </a:path>
            </a:pathLst>
          </a:custGeom>
          <a:solidFill>
            <a:schemeClr val="accent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E8EB0BDA-F9C3-A9BC-F3C8-478B59B770F4}"/>
              </a:ext>
            </a:extLst>
          </p:cNvPr>
          <p:cNvSpPr/>
          <p:nvPr/>
        </p:nvSpPr>
        <p:spPr>
          <a:xfrm>
            <a:off x="5351706" y="1468101"/>
            <a:ext cx="2539409" cy="2538829"/>
          </a:xfrm>
          <a:custGeom>
            <a:avLst/>
            <a:gdLst>
              <a:gd name="connsiteX0" fmla="*/ 2539409 w 2539409"/>
              <a:gd name="connsiteY0" fmla="*/ 1269415 h 2538829"/>
              <a:gd name="connsiteX1" fmla="*/ 1269705 w 2539409"/>
              <a:gd name="connsiteY1" fmla="*/ 2538830 h 2538829"/>
              <a:gd name="connsiteX2" fmla="*/ 1 w 2539409"/>
              <a:gd name="connsiteY2" fmla="*/ 1269415 h 2538829"/>
              <a:gd name="connsiteX3" fmla="*/ 1269705 w 2539409"/>
              <a:gd name="connsiteY3" fmla="*/ 0 h 2538829"/>
              <a:gd name="connsiteX4" fmla="*/ 2539409 w 2539409"/>
              <a:gd name="connsiteY4" fmla="*/ 1269415 h 2538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9409" h="2538829">
                <a:moveTo>
                  <a:pt x="2539409" y="1269415"/>
                </a:moveTo>
                <a:cubicBezTo>
                  <a:pt x="2539409" y="1970493"/>
                  <a:pt x="1970943" y="2538830"/>
                  <a:pt x="1269705" y="2538830"/>
                </a:cubicBezTo>
                <a:cubicBezTo>
                  <a:pt x="568467" y="2538830"/>
                  <a:pt x="1" y="1970493"/>
                  <a:pt x="1" y="1269415"/>
                </a:cubicBezTo>
                <a:cubicBezTo>
                  <a:pt x="1" y="568337"/>
                  <a:pt x="568467" y="0"/>
                  <a:pt x="1269705" y="0"/>
                </a:cubicBezTo>
                <a:cubicBezTo>
                  <a:pt x="1970943" y="0"/>
                  <a:pt x="2539409" y="568337"/>
                  <a:pt x="2539409" y="1269415"/>
                </a:cubicBezTo>
                <a:close/>
              </a:path>
            </a:pathLst>
          </a:custGeom>
          <a:solidFill>
            <a:schemeClr val="bg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8" name="Forme libre 7">
            <a:extLst>
              <a:ext uri="{FF2B5EF4-FFF2-40B4-BE49-F238E27FC236}">
                <a16:creationId xmlns:a16="http://schemas.microsoft.com/office/drawing/2014/main" id="{34E1EDCB-99F7-7E81-4D22-27F0B244E0BC}"/>
              </a:ext>
            </a:extLst>
          </p:cNvPr>
          <p:cNvSpPr/>
          <p:nvPr/>
        </p:nvSpPr>
        <p:spPr>
          <a:xfrm>
            <a:off x="4489950" y="1243646"/>
            <a:ext cx="3311242" cy="2598764"/>
          </a:xfrm>
          <a:custGeom>
            <a:avLst/>
            <a:gdLst>
              <a:gd name="connsiteX0" fmla="*/ 2011564 w 3311242"/>
              <a:gd name="connsiteY0" fmla="*/ 2598465 h 2598764"/>
              <a:gd name="connsiteX1" fmla="*/ 1233135 w 3311242"/>
              <a:gd name="connsiteY1" fmla="*/ 2339697 h 2598764"/>
              <a:gd name="connsiteX2" fmla="*/ 777379 w 3311242"/>
              <a:gd name="connsiteY2" fmla="*/ 1707088 h 2598764"/>
              <a:gd name="connsiteX3" fmla="*/ 674568 w 3311242"/>
              <a:gd name="connsiteY3" fmla="*/ 1712032 h 2598764"/>
              <a:gd name="connsiteX4" fmla="*/ 3897 w 3311242"/>
              <a:gd name="connsiteY4" fmla="*/ 1211578 h 2598764"/>
              <a:gd name="connsiteX5" fmla="*/ 0 w 3311242"/>
              <a:gd name="connsiteY5" fmla="*/ 1178164 h 2598764"/>
              <a:gd name="connsiteX6" fmla="*/ 508210 w 3311242"/>
              <a:gd name="connsiteY6" fmla="*/ 1178164 h 2598764"/>
              <a:gd name="connsiteX7" fmla="*/ 513755 w 3311242"/>
              <a:gd name="connsiteY7" fmla="*/ 1201089 h 2598764"/>
              <a:gd name="connsiteX8" fmla="*/ 668273 w 3311242"/>
              <a:gd name="connsiteY8" fmla="*/ 1334444 h 2598764"/>
              <a:gd name="connsiteX9" fmla="*/ 730770 w 3311242"/>
              <a:gd name="connsiteY9" fmla="*/ 1322008 h 2598764"/>
              <a:gd name="connsiteX10" fmla="*/ 820242 w 3311242"/>
              <a:gd name="connsiteY10" fmla="*/ 1120028 h 2598764"/>
              <a:gd name="connsiteX11" fmla="*/ 774381 w 3311242"/>
              <a:gd name="connsiteY11" fmla="*/ 952361 h 2598764"/>
              <a:gd name="connsiteX12" fmla="*/ 663476 w 3311242"/>
              <a:gd name="connsiteY12" fmla="*/ 913553 h 2598764"/>
              <a:gd name="connsiteX13" fmla="*/ 506262 w 3311242"/>
              <a:gd name="connsiteY13" fmla="*/ 1020687 h 2598764"/>
              <a:gd name="connsiteX14" fmla="*/ 498320 w 3311242"/>
              <a:gd name="connsiteY14" fmla="*/ 1042413 h 2598764"/>
              <a:gd name="connsiteX15" fmla="*/ 30722 w 3311242"/>
              <a:gd name="connsiteY15" fmla="*/ 998661 h 2598764"/>
              <a:gd name="connsiteX16" fmla="*/ 37468 w 3311242"/>
              <a:gd name="connsiteY16" fmla="*/ 965996 h 2598764"/>
              <a:gd name="connsiteX17" fmla="*/ 172800 w 3311242"/>
              <a:gd name="connsiteY17" fmla="*/ 58286 h 2598764"/>
              <a:gd name="connsiteX18" fmla="*/ 175648 w 3311242"/>
              <a:gd name="connsiteY18" fmla="*/ 31466 h 2598764"/>
              <a:gd name="connsiteX19" fmla="*/ 1315266 w 3311242"/>
              <a:gd name="connsiteY19" fmla="*/ 31466 h 2598764"/>
              <a:gd name="connsiteX20" fmla="*/ 1281545 w 3311242"/>
              <a:gd name="connsiteY20" fmla="*/ 224455 h 2598764"/>
              <a:gd name="connsiteX21" fmla="*/ 2011564 w 3311242"/>
              <a:gd name="connsiteY21" fmla="*/ 0 h 2598764"/>
              <a:gd name="connsiteX22" fmla="*/ 3311243 w 3311242"/>
              <a:gd name="connsiteY22" fmla="*/ 1299382 h 2598764"/>
              <a:gd name="connsiteX23" fmla="*/ 2011564 w 3311242"/>
              <a:gd name="connsiteY23" fmla="*/ 2598764 h 2598764"/>
              <a:gd name="connsiteX24" fmla="*/ 819642 w 3311242"/>
              <a:gd name="connsiteY24" fmla="*/ 1641759 h 2598764"/>
              <a:gd name="connsiteX25" fmla="*/ 826986 w 3311242"/>
              <a:gd name="connsiteY25" fmla="*/ 1665733 h 2598764"/>
              <a:gd name="connsiteX26" fmla="*/ 1268954 w 3311242"/>
              <a:gd name="connsiteY26" fmla="*/ 2291750 h 2598764"/>
              <a:gd name="connsiteX27" fmla="*/ 2011414 w 3311242"/>
              <a:gd name="connsiteY27" fmla="*/ 2538530 h 2598764"/>
              <a:gd name="connsiteX28" fmla="*/ 3251145 w 3311242"/>
              <a:gd name="connsiteY28" fmla="*/ 1299083 h 2598764"/>
              <a:gd name="connsiteX29" fmla="*/ 2011414 w 3311242"/>
              <a:gd name="connsiteY29" fmla="*/ 59635 h 2598764"/>
              <a:gd name="connsiteX30" fmla="*/ 1257414 w 3311242"/>
              <a:gd name="connsiteY30" fmla="*/ 315556 h 2598764"/>
              <a:gd name="connsiteX31" fmla="*/ 1196417 w 3311242"/>
              <a:gd name="connsiteY31" fmla="*/ 362455 h 2598764"/>
              <a:gd name="connsiteX32" fmla="*/ 1243777 w 3311242"/>
              <a:gd name="connsiteY32" fmla="*/ 91250 h 2598764"/>
              <a:gd name="connsiteX33" fmla="*/ 229301 w 3311242"/>
              <a:gd name="connsiteY33" fmla="*/ 91250 h 2598764"/>
              <a:gd name="connsiteX34" fmla="*/ 102361 w 3311242"/>
              <a:gd name="connsiteY34" fmla="*/ 945169 h 2598764"/>
              <a:gd name="connsiteX35" fmla="*/ 458454 w 3311242"/>
              <a:gd name="connsiteY35" fmla="*/ 978433 h 2598764"/>
              <a:gd name="connsiteX36" fmla="*/ 663328 w 3311242"/>
              <a:gd name="connsiteY36" fmla="*/ 853618 h 2598764"/>
              <a:gd name="connsiteX37" fmla="*/ 817694 w 3311242"/>
              <a:gd name="connsiteY37" fmla="*/ 911156 h 2598764"/>
              <a:gd name="connsiteX38" fmla="*/ 880040 w 3311242"/>
              <a:gd name="connsiteY38" fmla="*/ 1120028 h 2598764"/>
              <a:gd name="connsiteX39" fmla="*/ 755347 w 3311242"/>
              <a:gd name="connsiteY39" fmla="*/ 1376698 h 2598764"/>
              <a:gd name="connsiteX40" fmla="*/ 668123 w 3311242"/>
              <a:gd name="connsiteY40" fmla="*/ 1394528 h 2598764"/>
              <a:gd name="connsiteX41" fmla="*/ 461601 w 3311242"/>
              <a:gd name="connsiteY41" fmla="*/ 1238099 h 2598764"/>
              <a:gd name="connsiteX42" fmla="*/ 68040 w 3311242"/>
              <a:gd name="connsiteY42" fmla="*/ 1238099 h 2598764"/>
              <a:gd name="connsiteX43" fmla="*/ 674268 w 3311242"/>
              <a:gd name="connsiteY43" fmla="*/ 1652097 h 2598764"/>
              <a:gd name="connsiteX44" fmla="*/ 794465 w 3311242"/>
              <a:gd name="connsiteY44" fmla="*/ 1644906 h 2598764"/>
              <a:gd name="connsiteX45" fmla="*/ 819342 w 3311242"/>
              <a:gd name="connsiteY45" fmla="*/ 1641759 h 2598764"/>
              <a:gd name="connsiteX46" fmla="*/ 495772 w 3311242"/>
              <a:gd name="connsiteY46" fmla="*/ 700186 h 2598764"/>
              <a:gd name="connsiteX47" fmla="*/ 507612 w 3311242"/>
              <a:gd name="connsiteY47" fmla="*/ 626467 h 2598764"/>
              <a:gd name="connsiteX48" fmla="*/ 540883 w 3311242"/>
              <a:gd name="connsiteY48" fmla="*/ 409653 h 2598764"/>
              <a:gd name="connsiteX49" fmla="*/ 544330 w 3311242"/>
              <a:gd name="connsiteY49" fmla="*/ 383582 h 2598764"/>
              <a:gd name="connsiteX50" fmla="*/ 1173487 w 3311242"/>
              <a:gd name="connsiteY50" fmla="*/ 383582 h 2598764"/>
              <a:gd name="connsiteX51" fmla="*/ 1123880 w 3311242"/>
              <a:gd name="connsiteY51" fmla="*/ 434526 h 2598764"/>
              <a:gd name="connsiteX52" fmla="*/ 986748 w 3311242"/>
              <a:gd name="connsiteY52" fmla="*/ 601743 h 2598764"/>
              <a:gd name="connsiteX53" fmla="*/ 975058 w 3311242"/>
              <a:gd name="connsiteY53" fmla="*/ 618975 h 2598764"/>
              <a:gd name="connsiteX54" fmla="*/ 954826 w 3311242"/>
              <a:gd name="connsiteY54" fmla="*/ 614030 h 2598764"/>
              <a:gd name="connsiteX55" fmla="*/ 813199 w 3311242"/>
              <a:gd name="connsiteY55" fmla="*/ 597548 h 2598764"/>
              <a:gd name="connsiteX56" fmla="*/ 553622 w 3311242"/>
              <a:gd name="connsiteY56" fmla="*/ 660180 h 2598764"/>
              <a:gd name="connsiteX57" fmla="*/ 495772 w 3311242"/>
              <a:gd name="connsiteY57" fmla="*/ 700486 h 2598764"/>
              <a:gd name="connsiteX58" fmla="*/ 596784 w 3311242"/>
              <a:gd name="connsiteY58" fmla="*/ 443366 h 2598764"/>
              <a:gd name="connsiteX59" fmla="*/ 575802 w 3311242"/>
              <a:gd name="connsiteY59" fmla="*/ 579418 h 2598764"/>
              <a:gd name="connsiteX60" fmla="*/ 813199 w 3311242"/>
              <a:gd name="connsiteY60" fmla="*/ 537464 h 2598764"/>
              <a:gd name="connsiteX61" fmla="*/ 948981 w 3311242"/>
              <a:gd name="connsiteY61" fmla="*/ 551099 h 2598764"/>
              <a:gd name="connsiteX62" fmla="*/ 1033958 w 3311242"/>
              <a:gd name="connsiteY62" fmla="*/ 443516 h 2598764"/>
              <a:gd name="connsiteX63" fmla="*/ 596784 w 3311242"/>
              <a:gd name="connsiteY63" fmla="*/ 443516 h 2598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3311242" h="2598764">
                <a:moveTo>
                  <a:pt x="2011564" y="2598465"/>
                </a:moveTo>
                <a:cubicBezTo>
                  <a:pt x="1728308" y="2598465"/>
                  <a:pt x="1459141" y="2509013"/>
                  <a:pt x="1233135" y="2339697"/>
                </a:cubicBezTo>
                <a:cubicBezTo>
                  <a:pt x="1021219" y="2181021"/>
                  <a:pt x="860108" y="1957015"/>
                  <a:pt x="777379" y="1707088"/>
                </a:cubicBezTo>
                <a:cubicBezTo>
                  <a:pt x="744107" y="1710384"/>
                  <a:pt x="709637" y="1712032"/>
                  <a:pt x="674568" y="1712032"/>
                </a:cubicBezTo>
                <a:cubicBezTo>
                  <a:pt x="290600" y="1712032"/>
                  <a:pt x="39864" y="1524886"/>
                  <a:pt x="3897" y="1211578"/>
                </a:cubicBezTo>
                <a:lnTo>
                  <a:pt x="0" y="1178164"/>
                </a:lnTo>
                <a:lnTo>
                  <a:pt x="508210" y="1178164"/>
                </a:lnTo>
                <a:lnTo>
                  <a:pt x="513755" y="1201089"/>
                </a:lnTo>
                <a:cubicBezTo>
                  <a:pt x="535638" y="1292040"/>
                  <a:pt x="584794" y="1334444"/>
                  <a:pt x="668273" y="1334444"/>
                </a:cubicBezTo>
                <a:cubicBezTo>
                  <a:pt x="691354" y="1334444"/>
                  <a:pt x="712484" y="1330249"/>
                  <a:pt x="730770" y="1322008"/>
                </a:cubicBezTo>
                <a:cubicBezTo>
                  <a:pt x="804655" y="1288744"/>
                  <a:pt x="820242" y="1193748"/>
                  <a:pt x="820242" y="1120028"/>
                </a:cubicBezTo>
                <a:cubicBezTo>
                  <a:pt x="820242" y="1039716"/>
                  <a:pt x="805255" y="984875"/>
                  <a:pt x="774381" y="952361"/>
                </a:cubicBezTo>
                <a:cubicBezTo>
                  <a:pt x="749652" y="926289"/>
                  <a:pt x="713384" y="913553"/>
                  <a:pt x="663476" y="913553"/>
                </a:cubicBezTo>
                <a:cubicBezTo>
                  <a:pt x="565612" y="913553"/>
                  <a:pt x="529793" y="956407"/>
                  <a:pt x="506262" y="1020687"/>
                </a:cubicBezTo>
                <a:lnTo>
                  <a:pt x="498320" y="1042413"/>
                </a:lnTo>
                <a:lnTo>
                  <a:pt x="30722" y="998661"/>
                </a:lnTo>
                <a:lnTo>
                  <a:pt x="37468" y="965996"/>
                </a:lnTo>
                <a:cubicBezTo>
                  <a:pt x="75834" y="778251"/>
                  <a:pt x="147922" y="294728"/>
                  <a:pt x="172800" y="58286"/>
                </a:cubicBezTo>
                <a:lnTo>
                  <a:pt x="175648" y="31466"/>
                </a:lnTo>
                <a:lnTo>
                  <a:pt x="1315266" y="31466"/>
                </a:lnTo>
                <a:lnTo>
                  <a:pt x="1281545" y="224455"/>
                </a:lnTo>
                <a:cubicBezTo>
                  <a:pt x="1497207" y="77316"/>
                  <a:pt x="1748092" y="0"/>
                  <a:pt x="2011564" y="0"/>
                </a:cubicBezTo>
                <a:cubicBezTo>
                  <a:pt x="2728095" y="0"/>
                  <a:pt x="3311243" y="582864"/>
                  <a:pt x="3311243" y="1299382"/>
                </a:cubicBezTo>
                <a:cubicBezTo>
                  <a:pt x="3311243" y="2015900"/>
                  <a:pt x="2728245" y="2598764"/>
                  <a:pt x="2011564" y="2598764"/>
                </a:cubicBezTo>
                <a:close/>
                <a:moveTo>
                  <a:pt x="819642" y="1641759"/>
                </a:moveTo>
                <a:lnTo>
                  <a:pt x="826986" y="1665733"/>
                </a:lnTo>
                <a:cubicBezTo>
                  <a:pt x="903569" y="1913262"/>
                  <a:pt x="1060485" y="2135470"/>
                  <a:pt x="1268954" y="2291750"/>
                </a:cubicBezTo>
                <a:cubicBezTo>
                  <a:pt x="1484468" y="2453273"/>
                  <a:pt x="1741197" y="2538530"/>
                  <a:pt x="2011414" y="2538530"/>
                </a:cubicBezTo>
                <a:cubicBezTo>
                  <a:pt x="2694975" y="2538530"/>
                  <a:pt x="3251145" y="1982487"/>
                  <a:pt x="3251145" y="1299083"/>
                </a:cubicBezTo>
                <a:cubicBezTo>
                  <a:pt x="3251145" y="615678"/>
                  <a:pt x="2694975" y="59635"/>
                  <a:pt x="2011414" y="59635"/>
                </a:cubicBezTo>
                <a:cubicBezTo>
                  <a:pt x="1736252" y="59635"/>
                  <a:pt x="1475477" y="148188"/>
                  <a:pt x="1257414" y="315556"/>
                </a:cubicBezTo>
                <a:lnTo>
                  <a:pt x="1196417" y="362455"/>
                </a:lnTo>
                <a:lnTo>
                  <a:pt x="1243777" y="91250"/>
                </a:lnTo>
                <a:lnTo>
                  <a:pt x="229301" y="91250"/>
                </a:lnTo>
                <a:cubicBezTo>
                  <a:pt x="203374" y="323497"/>
                  <a:pt x="140729" y="745437"/>
                  <a:pt x="102361" y="945169"/>
                </a:cubicBezTo>
                <a:lnTo>
                  <a:pt x="458454" y="978433"/>
                </a:lnTo>
                <a:cubicBezTo>
                  <a:pt x="484531" y="919696"/>
                  <a:pt x="535938" y="853618"/>
                  <a:pt x="663328" y="853618"/>
                </a:cubicBezTo>
                <a:cubicBezTo>
                  <a:pt x="729570" y="853618"/>
                  <a:pt x="781574" y="872947"/>
                  <a:pt x="817694" y="911156"/>
                </a:cubicBezTo>
                <a:cubicBezTo>
                  <a:pt x="859658" y="955358"/>
                  <a:pt x="880040" y="1023683"/>
                  <a:pt x="880040" y="1120028"/>
                </a:cubicBezTo>
                <a:cubicBezTo>
                  <a:pt x="880040" y="1249187"/>
                  <a:pt x="835679" y="1340438"/>
                  <a:pt x="755347" y="1376698"/>
                </a:cubicBezTo>
                <a:cubicBezTo>
                  <a:pt x="729120" y="1388535"/>
                  <a:pt x="699746" y="1394528"/>
                  <a:pt x="668123" y="1394528"/>
                </a:cubicBezTo>
                <a:cubicBezTo>
                  <a:pt x="594986" y="1394528"/>
                  <a:pt x="501767" y="1366659"/>
                  <a:pt x="461601" y="1238099"/>
                </a:cubicBezTo>
                <a:lnTo>
                  <a:pt x="68040" y="1238099"/>
                </a:lnTo>
                <a:cubicBezTo>
                  <a:pt x="114051" y="1498065"/>
                  <a:pt x="337957" y="1652097"/>
                  <a:pt x="674268" y="1652097"/>
                </a:cubicBezTo>
                <a:cubicBezTo>
                  <a:pt x="715483" y="1652097"/>
                  <a:pt x="755947" y="1649700"/>
                  <a:pt x="794465" y="1644906"/>
                </a:cubicBezTo>
                <a:lnTo>
                  <a:pt x="819342" y="1641759"/>
                </a:lnTo>
                <a:close/>
                <a:moveTo>
                  <a:pt x="495772" y="700186"/>
                </a:moveTo>
                <a:lnTo>
                  <a:pt x="507612" y="626467"/>
                </a:lnTo>
                <a:cubicBezTo>
                  <a:pt x="514356" y="584363"/>
                  <a:pt x="534888" y="456102"/>
                  <a:pt x="540883" y="409653"/>
                </a:cubicBezTo>
                <a:lnTo>
                  <a:pt x="544330" y="383582"/>
                </a:lnTo>
                <a:lnTo>
                  <a:pt x="1173487" y="383582"/>
                </a:lnTo>
                <a:lnTo>
                  <a:pt x="1123880" y="434526"/>
                </a:lnTo>
                <a:cubicBezTo>
                  <a:pt x="1073074" y="486519"/>
                  <a:pt x="1027063" y="542858"/>
                  <a:pt x="986748" y="601743"/>
                </a:cubicBezTo>
                <a:lnTo>
                  <a:pt x="975058" y="618975"/>
                </a:lnTo>
                <a:lnTo>
                  <a:pt x="954826" y="614030"/>
                </a:lnTo>
                <a:cubicBezTo>
                  <a:pt x="910615" y="603092"/>
                  <a:pt x="862955" y="597548"/>
                  <a:pt x="813199" y="597548"/>
                </a:cubicBezTo>
                <a:cubicBezTo>
                  <a:pt x="700646" y="597548"/>
                  <a:pt x="613420" y="618675"/>
                  <a:pt x="553622" y="660180"/>
                </a:cubicBezTo>
                <a:lnTo>
                  <a:pt x="495772" y="700486"/>
                </a:lnTo>
                <a:close/>
                <a:moveTo>
                  <a:pt x="596784" y="443366"/>
                </a:moveTo>
                <a:cubicBezTo>
                  <a:pt x="591389" y="480975"/>
                  <a:pt x="582847" y="535666"/>
                  <a:pt x="575802" y="579418"/>
                </a:cubicBezTo>
                <a:cubicBezTo>
                  <a:pt x="639197" y="551548"/>
                  <a:pt x="718779" y="537464"/>
                  <a:pt x="813199" y="537464"/>
                </a:cubicBezTo>
                <a:cubicBezTo>
                  <a:pt x="860406" y="537464"/>
                  <a:pt x="905968" y="541959"/>
                  <a:pt x="948981" y="551099"/>
                </a:cubicBezTo>
                <a:cubicBezTo>
                  <a:pt x="975208" y="514089"/>
                  <a:pt x="1003534" y="477978"/>
                  <a:pt x="1033958" y="443516"/>
                </a:cubicBezTo>
                <a:lnTo>
                  <a:pt x="596784" y="443516"/>
                </a:lnTo>
                <a:close/>
              </a:path>
            </a:pathLst>
          </a:custGeom>
          <a:solidFill>
            <a:srgbClr val="8272A3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C3C76E60-57FB-2E99-9293-6777A9F09267}"/>
              </a:ext>
            </a:extLst>
          </p:cNvPr>
          <p:cNvSpPr/>
          <p:nvPr/>
        </p:nvSpPr>
        <p:spPr>
          <a:xfrm>
            <a:off x="8887006" y="3413279"/>
            <a:ext cx="2539409" cy="2538829"/>
          </a:xfrm>
          <a:custGeom>
            <a:avLst/>
            <a:gdLst>
              <a:gd name="connsiteX0" fmla="*/ 2539410 w 2539409"/>
              <a:gd name="connsiteY0" fmla="*/ 1269415 h 2538829"/>
              <a:gd name="connsiteX1" fmla="*/ 1269705 w 2539409"/>
              <a:gd name="connsiteY1" fmla="*/ 2538830 h 2538829"/>
              <a:gd name="connsiteX2" fmla="*/ 1 w 2539409"/>
              <a:gd name="connsiteY2" fmla="*/ 1269415 h 2538829"/>
              <a:gd name="connsiteX3" fmla="*/ 1269705 w 2539409"/>
              <a:gd name="connsiteY3" fmla="*/ 0 h 2538829"/>
              <a:gd name="connsiteX4" fmla="*/ 2539410 w 2539409"/>
              <a:gd name="connsiteY4" fmla="*/ 1269415 h 2538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9409" h="2538829">
                <a:moveTo>
                  <a:pt x="2539410" y="1269415"/>
                </a:moveTo>
                <a:cubicBezTo>
                  <a:pt x="2539410" y="1970493"/>
                  <a:pt x="1970944" y="2538830"/>
                  <a:pt x="1269705" y="2538830"/>
                </a:cubicBezTo>
                <a:cubicBezTo>
                  <a:pt x="568467" y="2538830"/>
                  <a:pt x="1" y="1970493"/>
                  <a:pt x="1" y="1269415"/>
                </a:cubicBezTo>
                <a:cubicBezTo>
                  <a:pt x="1" y="568337"/>
                  <a:pt x="568467" y="0"/>
                  <a:pt x="1269705" y="0"/>
                </a:cubicBezTo>
                <a:cubicBezTo>
                  <a:pt x="1970944" y="0"/>
                  <a:pt x="2539410" y="568337"/>
                  <a:pt x="2539410" y="1269415"/>
                </a:cubicBezTo>
                <a:close/>
              </a:path>
            </a:pathLst>
          </a:custGeom>
          <a:solidFill>
            <a:schemeClr val="bg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1" name="Forme libre 10">
            <a:extLst>
              <a:ext uri="{FF2B5EF4-FFF2-40B4-BE49-F238E27FC236}">
                <a16:creationId xmlns:a16="http://schemas.microsoft.com/office/drawing/2014/main" id="{7AFE4B81-19F9-70A8-2150-A79DB76B0CC5}"/>
              </a:ext>
            </a:extLst>
          </p:cNvPr>
          <p:cNvSpPr/>
          <p:nvPr/>
        </p:nvSpPr>
        <p:spPr>
          <a:xfrm>
            <a:off x="7905802" y="3188524"/>
            <a:ext cx="3430691" cy="2598764"/>
          </a:xfrm>
          <a:custGeom>
            <a:avLst/>
            <a:gdLst>
              <a:gd name="connsiteX0" fmla="*/ 2131013 w 3430691"/>
              <a:gd name="connsiteY0" fmla="*/ 150 h 2598764"/>
              <a:gd name="connsiteX1" fmla="*/ 1285742 w 3430691"/>
              <a:gd name="connsiteY1" fmla="*/ 312709 h 2598764"/>
              <a:gd name="connsiteX2" fmla="*/ 715483 w 3430691"/>
              <a:gd name="connsiteY2" fmla="*/ 1049 h 2598764"/>
              <a:gd name="connsiteX3" fmla="*/ 0 w 3430691"/>
              <a:gd name="connsiteY3" fmla="*/ 877742 h 2598764"/>
              <a:gd name="connsiteX4" fmla="*/ 697049 w 3430691"/>
              <a:gd name="connsiteY4" fmla="*/ 1713231 h 2598764"/>
              <a:gd name="connsiteX5" fmla="*/ 892181 w 3430691"/>
              <a:gd name="connsiteY5" fmla="*/ 1691954 h 2598764"/>
              <a:gd name="connsiteX6" fmla="*/ 1344940 w 3430691"/>
              <a:gd name="connsiteY6" fmla="*/ 2334003 h 2598764"/>
              <a:gd name="connsiteX7" fmla="*/ 2131013 w 3430691"/>
              <a:gd name="connsiteY7" fmla="*/ 2598765 h 2598764"/>
              <a:gd name="connsiteX8" fmla="*/ 3430691 w 3430691"/>
              <a:gd name="connsiteY8" fmla="*/ 1299382 h 2598764"/>
              <a:gd name="connsiteX9" fmla="*/ 2131013 w 3430691"/>
              <a:gd name="connsiteY9" fmla="*/ 0 h 2598764"/>
              <a:gd name="connsiteX10" fmla="*/ 2131013 w 3430691"/>
              <a:gd name="connsiteY10" fmla="*/ 2538830 h 2598764"/>
              <a:gd name="connsiteX11" fmla="*/ 941339 w 3430691"/>
              <a:gd name="connsiteY11" fmla="*/ 1647602 h 2598764"/>
              <a:gd name="connsiteX12" fmla="*/ 933095 w 3430691"/>
              <a:gd name="connsiteY12" fmla="*/ 1619433 h 2598764"/>
              <a:gd name="connsiteX13" fmla="*/ 904769 w 3430691"/>
              <a:gd name="connsiteY13" fmla="*/ 1627075 h 2598764"/>
              <a:gd name="connsiteX14" fmla="*/ 697199 w 3430691"/>
              <a:gd name="connsiteY14" fmla="*/ 1653296 h 2598764"/>
              <a:gd name="connsiteX15" fmla="*/ 205624 w 3430691"/>
              <a:gd name="connsiteY15" fmla="*/ 1436932 h 2598764"/>
              <a:gd name="connsiteX16" fmla="*/ 60098 w 3430691"/>
              <a:gd name="connsiteY16" fmla="*/ 877742 h 2598764"/>
              <a:gd name="connsiteX17" fmla="*/ 201277 w 3430691"/>
              <a:gd name="connsiteY17" fmla="*/ 312559 h 2598764"/>
              <a:gd name="connsiteX18" fmla="*/ 715633 w 3430691"/>
              <a:gd name="connsiteY18" fmla="*/ 61133 h 2598764"/>
              <a:gd name="connsiteX19" fmla="*/ 1244677 w 3430691"/>
              <a:gd name="connsiteY19" fmla="*/ 373243 h 2598764"/>
              <a:gd name="connsiteX20" fmla="*/ 1259064 w 3430691"/>
              <a:gd name="connsiteY20" fmla="*/ 417744 h 2598764"/>
              <a:gd name="connsiteX21" fmla="*/ 1293535 w 3430691"/>
              <a:gd name="connsiteY21" fmla="*/ 386129 h 2598764"/>
              <a:gd name="connsiteX22" fmla="*/ 2131163 w 3430691"/>
              <a:gd name="connsiteY22" fmla="*/ 60234 h 2598764"/>
              <a:gd name="connsiteX23" fmla="*/ 3370893 w 3430691"/>
              <a:gd name="connsiteY23" fmla="*/ 1299682 h 2598764"/>
              <a:gd name="connsiteX24" fmla="*/ 2131163 w 3430691"/>
              <a:gd name="connsiteY24" fmla="*/ 2539130 h 2598764"/>
              <a:gd name="connsiteX25" fmla="*/ 707091 w 3430691"/>
              <a:gd name="connsiteY25" fmla="*/ 302670 h 2598764"/>
              <a:gd name="connsiteX26" fmla="*/ 467298 w 3430691"/>
              <a:gd name="connsiteY26" fmla="*/ 675613 h 2598764"/>
              <a:gd name="connsiteX27" fmla="*/ 464599 w 3430691"/>
              <a:gd name="connsiteY27" fmla="*/ 750082 h 2598764"/>
              <a:gd name="connsiteX28" fmla="*/ 518104 w 3430691"/>
              <a:gd name="connsiteY28" fmla="*/ 698238 h 2598764"/>
              <a:gd name="connsiteX29" fmla="*/ 832533 w 3430691"/>
              <a:gd name="connsiteY29" fmla="*/ 591704 h 2598764"/>
              <a:gd name="connsiteX30" fmla="*/ 1051043 w 3430691"/>
              <a:gd name="connsiteY30" fmla="*/ 638903 h 2598764"/>
              <a:gd name="connsiteX31" fmla="*/ 1074874 w 3430691"/>
              <a:gd name="connsiteY31" fmla="*/ 650290 h 2598764"/>
              <a:gd name="connsiteX32" fmla="*/ 1089111 w 3430691"/>
              <a:gd name="connsiteY32" fmla="*/ 628114 h 2598764"/>
              <a:gd name="connsiteX33" fmla="*/ 1198218 w 3430691"/>
              <a:gd name="connsiteY33" fmla="*/ 483522 h 2598764"/>
              <a:gd name="connsiteX34" fmla="*/ 1241679 w 3430691"/>
              <a:gd name="connsiteY34" fmla="*/ 433777 h 2598764"/>
              <a:gd name="connsiteX35" fmla="*/ 887684 w 3430691"/>
              <a:gd name="connsiteY35" fmla="*/ 433777 h 2598764"/>
              <a:gd name="connsiteX36" fmla="*/ 706941 w 3430691"/>
              <a:gd name="connsiteY36" fmla="*/ 302520 h 2598764"/>
              <a:gd name="connsiteX37" fmla="*/ 1052992 w 3430691"/>
              <a:gd name="connsiteY37" fmla="*/ 574174 h 2598764"/>
              <a:gd name="connsiteX38" fmla="*/ 832683 w 3430691"/>
              <a:gd name="connsiteY38" fmla="*/ 531770 h 2598764"/>
              <a:gd name="connsiteX39" fmla="*/ 531443 w 3430691"/>
              <a:gd name="connsiteY39" fmla="*/ 610883 h 2598764"/>
              <a:gd name="connsiteX40" fmla="*/ 707091 w 3430691"/>
              <a:gd name="connsiteY40" fmla="*/ 362605 h 2598764"/>
              <a:gd name="connsiteX41" fmla="*/ 834481 w 3430691"/>
              <a:gd name="connsiteY41" fmla="*/ 469738 h 2598764"/>
              <a:gd name="connsiteX42" fmla="*/ 839276 w 3430691"/>
              <a:gd name="connsiteY42" fmla="*/ 493861 h 2598764"/>
              <a:gd name="connsiteX43" fmla="*/ 1111742 w 3430691"/>
              <a:gd name="connsiteY43" fmla="*/ 493861 h 2598764"/>
              <a:gd name="connsiteX44" fmla="*/ 1052992 w 3430691"/>
              <a:gd name="connsiteY44" fmla="*/ 574174 h 2598764"/>
              <a:gd name="connsiteX45" fmla="*/ 685060 w 3430691"/>
              <a:gd name="connsiteY45" fmla="*/ 844778 h 2598764"/>
              <a:gd name="connsiteX46" fmla="*/ 478238 w 3430691"/>
              <a:gd name="connsiteY46" fmla="*/ 1109390 h 2598764"/>
              <a:gd name="connsiteX47" fmla="*/ 686709 w 3430691"/>
              <a:gd name="connsiteY47" fmla="*/ 1399623 h 2598764"/>
              <a:gd name="connsiteX48" fmla="*/ 896678 w 3430691"/>
              <a:gd name="connsiteY48" fmla="*/ 1123025 h 2598764"/>
              <a:gd name="connsiteX49" fmla="*/ 685060 w 3430691"/>
              <a:gd name="connsiteY49" fmla="*/ 844928 h 2598764"/>
              <a:gd name="connsiteX50" fmla="*/ 686559 w 3430691"/>
              <a:gd name="connsiteY50" fmla="*/ 1339688 h 2598764"/>
              <a:gd name="connsiteX51" fmla="*/ 538036 w 3430691"/>
              <a:gd name="connsiteY51" fmla="*/ 1109390 h 2598764"/>
              <a:gd name="connsiteX52" fmla="*/ 684910 w 3430691"/>
              <a:gd name="connsiteY52" fmla="*/ 904713 h 2598764"/>
              <a:gd name="connsiteX53" fmla="*/ 836579 w 3430691"/>
              <a:gd name="connsiteY53" fmla="*/ 1122875 h 2598764"/>
              <a:gd name="connsiteX54" fmla="*/ 686559 w 3430691"/>
              <a:gd name="connsiteY54" fmla="*/ 1339538 h 2598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3430691" h="2598764">
                <a:moveTo>
                  <a:pt x="2131013" y="150"/>
                </a:moveTo>
                <a:cubicBezTo>
                  <a:pt x="1819731" y="150"/>
                  <a:pt x="1521188" y="110729"/>
                  <a:pt x="1285742" y="312709"/>
                </a:cubicBezTo>
                <a:cubicBezTo>
                  <a:pt x="1234185" y="194488"/>
                  <a:pt x="1092108" y="1049"/>
                  <a:pt x="715483" y="1049"/>
                </a:cubicBezTo>
                <a:cubicBezTo>
                  <a:pt x="260775" y="1049"/>
                  <a:pt x="0" y="320500"/>
                  <a:pt x="0" y="877742"/>
                </a:cubicBezTo>
                <a:cubicBezTo>
                  <a:pt x="0" y="1434984"/>
                  <a:pt x="240993" y="1713231"/>
                  <a:pt x="697049" y="1713231"/>
                </a:cubicBezTo>
                <a:cubicBezTo>
                  <a:pt x="765391" y="1713231"/>
                  <a:pt x="830884" y="1706038"/>
                  <a:pt x="892181" y="1691954"/>
                </a:cubicBezTo>
                <a:cubicBezTo>
                  <a:pt x="972511" y="1945178"/>
                  <a:pt x="1132424" y="2172330"/>
                  <a:pt x="1344940" y="2334003"/>
                </a:cubicBezTo>
                <a:cubicBezTo>
                  <a:pt x="1572444" y="2507215"/>
                  <a:pt x="1844310" y="2598765"/>
                  <a:pt x="2131013" y="2598765"/>
                </a:cubicBezTo>
                <a:cubicBezTo>
                  <a:pt x="2847544" y="2598765"/>
                  <a:pt x="3430691" y="2015901"/>
                  <a:pt x="3430691" y="1299382"/>
                </a:cubicBezTo>
                <a:cubicBezTo>
                  <a:pt x="3430691" y="582864"/>
                  <a:pt x="2847694" y="0"/>
                  <a:pt x="2131013" y="0"/>
                </a:cubicBezTo>
                <a:close/>
                <a:moveTo>
                  <a:pt x="2131013" y="2538830"/>
                </a:moveTo>
                <a:cubicBezTo>
                  <a:pt x="1583835" y="2538830"/>
                  <a:pt x="1094656" y="2172330"/>
                  <a:pt x="941339" y="1647602"/>
                </a:cubicBezTo>
                <a:lnTo>
                  <a:pt x="933095" y="1619433"/>
                </a:lnTo>
                <a:lnTo>
                  <a:pt x="904769" y="1627075"/>
                </a:lnTo>
                <a:cubicBezTo>
                  <a:pt x="840626" y="1644456"/>
                  <a:pt x="770786" y="1653296"/>
                  <a:pt x="697199" y="1653296"/>
                </a:cubicBezTo>
                <a:cubicBezTo>
                  <a:pt x="477190" y="1653296"/>
                  <a:pt x="311882" y="1580476"/>
                  <a:pt x="205624" y="1436932"/>
                </a:cubicBezTo>
                <a:cubicBezTo>
                  <a:pt x="109106" y="1306425"/>
                  <a:pt x="60098" y="1118380"/>
                  <a:pt x="60098" y="877742"/>
                </a:cubicBezTo>
                <a:cubicBezTo>
                  <a:pt x="60098" y="637105"/>
                  <a:pt x="108956" y="451008"/>
                  <a:pt x="201277" y="312559"/>
                </a:cubicBezTo>
                <a:cubicBezTo>
                  <a:pt x="312480" y="145641"/>
                  <a:pt x="485581" y="61133"/>
                  <a:pt x="715633" y="61133"/>
                </a:cubicBezTo>
                <a:cubicBezTo>
                  <a:pt x="1102150" y="61133"/>
                  <a:pt x="1214403" y="279445"/>
                  <a:pt x="1244677" y="373243"/>
                </a:cubicBezTo>
                <a:lnTo>
                  <a:pt x="1259064" y="417744"/>
                </a:lnTo>
                <a:lnTo>
                  <a:pt x="1293535" y="386129"/>
                </a:lnTo>
                <a:cubicBezTo>
                  <a:pt x="1522686" y="176058"/>
                  <a:pt x="1820181" y="60234"/>
                  <a:pt x="2131163" y="60234"/>
                </a:cubicBezTo>
                <a:cubicBezTo>
                  <a:pt x="2814723" y="60234"/>
                  <a:pt x="3370893" y="616278"/>
                  <a:pt x="3370893" y="1299682"/>
                </a:cubicBezTo>
                <a:cubicBezTo>
                  <a:pt x="3370893" y="1983086"/>
                  <a:pt x="2814723" y="2539130"/>
                  <a:pt x="2131163" y="2539130"/>
                </a:cubicBezTo>
                <a:close/>
                <a:moveTo>
                  <a:pt x="707091" y="302670"/>
                </a:moveTo>
                <a:cubicBezTo>
                  <a:pt x="504165" y="302670"/>
                  <a:pt x="472993" y="515588"/>
                  <a:pt x="467298" y="675613"/>
                </a:cubicBezTo>
                <a:lnTo>
                  <a:pt x="464599" y="750082"/>
                </a:lnTo>
                <a:lnTo>
                  <a:pt x="518104" y="698238"/>
                </a:lnTo>
                <a:cubicBezTo>
                  <a:pt x="590941" y="627515"/>
                  <a:pt x="696749" y="591704"/>
                  <a:pt x="832533" y="591704"/>
                </a:cubicBezTo>
                <a:cubicBezTo>
                  <a:pt x="911815" y="591704"/>
                  <a:pt x="985400" y="607587"/>
                  <a:pt x="1051043" y="638903"/>
                </a:cubicBezTo>
                <a:lnTo>
                  <a:pt x="1074874" y="650290"/>
                </a:lnTo>
                <a:lnTo>
                  <a:pt x="1089111" y="628114"/>
                </a:lnTo>
                <a:cubicBezTo>
                  <a:pt x="1121782" y="577470"/>
                  <a:pt x="1158501" y="528923"/>
                  <a:pt x="1198218" y="483522"/>
                </a:cubicBezTo>
                <a:lnTo>
                  <a:pt x="1241679" y="433777"/>
                </a:lnTo>
                <a:lnTo>
                  <a:pt x="887684" y="433777"/>
                </a:lnTo>
                <a:cubicBezTo>
                  <a:pt x="874347" y="384630"/>
                  <a:pt x="836879" y="302520"/>
                  <a:pt x="706941" y="302520"/>
                </a:cubicBezTo>
                <a:close/>
                <a:moveTo>
                  <a:pt x="1052992" y="574174"/>
                </a:moveTo>
                <a:cubicBezTo>
                  <a:pt x="985550" y="546004"/>
                  <a:pt x="911515" y="531770"/>
                  <a:pt x="832683" y="531770"/>
                </a:cubicBezTo>
                <a:cubicBezTo>
                  <a:pt x="711288" y="531770"/>
                  <a:pt x="610275" y="558291"/>
                  <a:pt x="531443" y="610883"/>
                </a:cubicBezTo>
                <a:cubicBezTo>
                  <a:pt x="547478" y="437672"/>
                  <a:pt x="601731" y="362605"/>
                  <a:pt x="707091" y="362605"/>
                </a:cubicBezTo>
                <a:cubicBezTo>
                  <a:pt x="800160" y="362605"/>
                  <a:pt x="823391" y="414148"/>
                  <a:pt x="834481" y="469738"/>
                </a:cubicBezTo>
                <a:lnTo>
                  <a:pt x="839276" y="493861"/>
                </a:lnTo>
                <a:lnTo>
                  <a:pt x="1111742" y="493861"/>
                </a:lnTo>
                <a:cubicBezTo>
                  <a:pt x="1091210" y="519933"/>
                  <a:pt x="1071576" y="546753"/>
                  <a:pt x="1052992" y="574174"/>
                </a:cubicBezTo>
                <a:close/>
                <a:moveTo>
                  <a:pt x="685060" y="844778"/>
                </a:moveTo>
                <a:cubicBezTo>
                  <a:pt x="590641" y="844778"/>
                  <a:pt x="478238" y="890628"/>
                  <a:pt x="478238" y="1109390"/>
                </a:cubicBezTo>
                <a:cubicBezTo>
                  <a:pt x="478238" y="1293838"/>
                  <a:pt x="554222" y="1399623"/>
                  <a:pt x="686709" y="1399623"/>
                </a:cubicBezTo>
                <a:cubicBezTo>
                  <a:pt x="819194" y="1399623"/>
                  <a:pt x="896678" y="1298783"/>
                  <a:pt x="896678" y="1123025"/>
                </a:cubicBezTo>
                <a:cubicBezTo>
                  <a:pt x="896678" y="1054250"/>
                  <a:pt x="896678" y="844928"/>
                  <a:pt x="685060" y="844928"/>
                </a:cubicBezTo>
                <a:close/>
                <a:moveTo>
                  <a:pt x="686559" y="1339688"/>
                </a:moveTo>
                <a:cubicBezTo>
                  <a:pt x="631105" y="1339688"/>
                  <a:pt x="538036" y="1309721"/>
                  <a:pt x="538036" y="1109390"/>
                </a:cubicBezTo>
                <a:cubicBezTo>
                  <a:pt x="538036" y="925990"/>
                  <a:pt x="621813" y="904713"/>
                  <a:pt x="684910" y="904713"/>
                </a:cubicBezTo>
                <a:cubicBezTo>
                  <a:pt x="792516" y="904713"/>
                  <a:pt x="836579" y="967944"/>
                  <a:pt x="836579" y="1122875"/>
                </a:cubicBezTo>
                <a:cubicBezTo>
                  <a:pt x="836579" y="1221767"/>
                  <a:pt x="810502" y="1339538"/>
                  <a:pt x="686559" y="1339538"/>
                </a:cubicBezTo>
                <a:close/>
              </a:path>
            </a:pathLst>
          </a:custGeom>
          <a:solidFill>
            <a:schemeClr val="accent4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grpSp>
        <p:nvGrpSpPr>
          <p:cNvPr id="3" name="Group 35">
            <a:extLst>
              <a:ext uri="{FF2B5EF4-FFF2-40B4-BE49-F238E27FC236}">
                <a16:creationId xmlns:a16="http://schemas.microsoft.com/office/drawing/2014/main" id="{59F49284-5D79-6EF9-C160-E975C061424B}"/>
              </a:ext>
            </a:extLst>
          </p:cNvPr>
          <p:cNvGrpSpPr/>
          <p:nvPr/>
        </p:nvGrpSpPr>
        <p:grpSpPr>
          <a:xfrm>
            <a:off x="2336151" y="3901397"/>
            <a:ext cx="1499617" cy="1382486"/>
            <a:chOff x="332934" y="2720099"/>
            <a:chExt cx="2968095" cy="1382486"/>
          </a:xfrm>
        </p:grpSpPr>
        <p:sp>
          <p:nvSpPr>
            <p:cNvPr id="6" name="TextBox 36">
              <a:extLst>
                <a:ext uri="{FF2B5EF4-FFF2-40B4-BE49-F238E27FC236}">
                  <a16:creationId xmlns:a16="http://schemas.microsoft.com/office/drawing/2014/main" id="{A04808FD-B8F4-67E2-2E63-F33A83C7A2BD}"/>
                </a:ext>
              </a:extLst>
            </p:cNvPr>
            <p:cNvSpPr txBox="1"/>
            <p:nvPr/>
          </p:nvSpPr>
          <p:spPr>
            <a:xfrm>
              <a:off x="332934" y="2720099"/>
              <a:ext cx="296809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b="1" noProof="1"/>
                <a:t>Lorem Ipsum</a:t>
              </a:r>
            </a:p>
          </p:txBody>
        </p:sp>
        <p:sp>
          <p:nvSpPr>
            <p:cNvPr id="9" name="TextBox 37">
              <a:extLst>
                <a:ext uri="{FF2B5EF4-FFF2-40B4-BE49-F238E27FC236}">
                  <a16:creationId xmlns:a16="http://schemas.microsoft.com/office/drawing/2014/main" id="{683B8271-284D-7894-D6FD-A32E8154B96B}"/>
                </a:ext>
              </a:extLst>
            </p:cNvPr>
            <p:cNvSpPr txBox="1"/>
            <p:nvPr/>
          </p:nvSpPr>
          <p:spPr>
            <a:xfrm>
              <a:off x="332936" y="3086922"/>
              <a:ext cx="2968093" cy="1015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Lorem ipsum dolor sit amet, nibh est. A magna maecenas, quam magna nec quis, lorem nunc viverra.</a:t>
              </a:r>
            </a:p>
          </p:txBody>
        </p:sp>
      </p:grpSp>
      <p:grpSp>
        <p:nvGrpSpPr>
          <p:cNvPr id="12" name="Group 35">
            <a:extLst>
              <a:ext uri="{FF2B5EF4-FFF2-40B4-BE49-F238E27FC236}">
                <a16:creationId xmlns:a16="http://schemas.microsoft.com/office/drawing/2014/main" id="{EE88584D-DB31-4FD1-6534-69187D233AC0}"/>
              </a:ext>
            </a:extLst>
          </p:cNvPr>
          <p:cNvGrpSpPr/>
          <p:nvPr/>
        </p:nvGrpSpPr>
        <p:grpSpPr>
          <a:xfrm>
            <a:off x="5871601" y="2036451"/>
            <a:ext cx="1499617" cy="1382486"/>
            <a:chOff x="332934" y="2720099"/>
            <a:chExt cx="2968095" cy="1382486"/>
          </a:xfrm>
        </p:grpSpPr>
        <p:sp>
          <p:nvSpPr>
            <p:cNvPr id="13" name="TextBox 36">
              <a:extLst>
                <a:ext uri="{FF2B5EF4-FFF2-40B4-BE49-F238E27FC236}">
                  <a16:creationId xmlns:a16="http://schemas.microsoft.com/office/drawing/2014/main" id="{646286C3-49CE-BB67-5BFA-2DE185D09F00}"/>
                </a:ext>
              </a:extLst>
            </p:cNvPr>
            <p:cNvSpPr txBox="1"/>
            <p:nvPr/>
          </p:nvSpPr>
          <p:spPr>
            <a:xfrm>
              <a:off x="332934" y="2720099"/>
              <a:ext cx="296809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b="1" noProof="1"/>
                <a:t>Lorem Ipsum</a:t>
              </a:r>
            </a:p>
          </p:txBody>
        </p:sp>
        <p:sp>
          <p:nvSpPr>
            <p:cNvPr id="14" name="TextBox 37">
              <a:extLst>
                <a:ext uri="{FF2B5EF4-FFF2-40B4-BE49-F238E27FC236}">
                  <a16:creationId xmlns:a16="http://schemas.microsoft.com/office/drawing/2014/main" id="{2B63D888-6D9D-67DA-E9DA-AADCC84A5365}"/>
                </a:ext>
              </a:extLst>
            </p:cNvPr>
            <p:cNvSpPr txBox="1"/>
            <p:nvPr/>
          </p:nvSpPr>
          <p:spPr>
            <a:xfrm>
              <a:off x="332936" y="3086922"/>
              <a:ext cx="2968093" cy="1015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Lorem ipsum dolor sit amet, nibh est. A magna maecenas, quam magna nec quis, lorem nunc viverra.</a:t>
              </a:r>
            </a:p>
          </p:txBody>
        </p:sp>
      </p:grpSp>
      <p:grpSp>
        <p:nvGrpSpPr>
          <p:cNvPr id="15" name="Group 35">
            <a:extLst>
              <a:ext uri="{FF2B5EF4-FFF2-40B4-BE49-F238E27FC236}">
                <a16:creationId xmlns:a16="http://schemas.microsoft.com/office/drawing/2014/main" id="{C49D54AB-66D5-9A84-5F9A-E4EC0DBD5541}"/>
              </a:ext>
            </a:extLst>
          </p:cNvPr>
          <p:cNvGrpSpPr/>
          <p:nvPr/>
        </p:nvGrpSpPr>
        <p:grpSpPr>
          <a:xfrm>
            <a:off x="9406901" y="3901397"/>
            <a:ext cx="1499617" cy="1382486"/>
            <a:chOff x="332934" y="2720099"/>
            <a:chExt cx="2968095" cy="1382486"/>
          </a:xfrm>
        </p:grpSpPr>
        <p:sp>
          <p:nvSpPr>
            <p:cNvPr id="16" name="TextBox 36">
              <a:extLst>
                <a:ext uri="{FF2B5EF4-FFF2-40B4-BE49-F238E27FC236}">
                  <a16:creationId xmlns:a16="http://schemas.microsoft.com/office/drawing/2014/main" id="{EE09E5AD-A826-0B29-D75D-03E1211F9650}"/>
                </a:ext>
              </a:extLst>
            </p:cNvPr>
            <p:cNvSpPr txBox="1"/>
            <p:nvPr/>
          </p:nvSpPr>
          <p:spPr>
            <a:xfrm>
              <a:off x="332934" y="2720099"/>
              <a:ext cx="296809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b="1" noProof="1"/>
                <a:t>Lorem Ipsum</a:t>
              </a:r>
            </a:p>
          </p:txBody>
        </p:sp>
        <p:sp>
          <p:nvSpPr>
            <p:cNvPr id="17" name="TextBox 37">
              <a:extLst>
                <a:ext uri="{FF2B5EF4-FFF2-40B4-BE49-F238E27FC236}">
                  <a16:creationId xmlns:a16="http://schemas.microsoft.com/office/drawing/2014/main" id="{F4E8F97A-577F-1298-9A17-A66CBBED9729}"/>
                </a:ext>
              </a:extLst>
            </p:cNvPr>
            <p:cNvSpPr txBox="1"/>
            <p:nvPr/>
          </p:nvSpPr>
          <p:spPr>
            <a:xfrm>
              <a:off x="332936" y="3086922"/>
              <a:ext cx="2968093" cy="1015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Lorem ipsum dolor sit amet, nibh est. A magna maecenas, quam magna nec quis, lorem nunc viverra.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630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7994E-D955-4FC0-EB55-09C0A8872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5F233-1840-42BA-19D1-08AB41FB6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Triple Set Numbers (7, 8, 9) – Slide Template</a:t>
            </a:r>
          </a:p>
        </p:txBody>
      </p:sp>
      <p:sp>
        <p:nvSpPr>
          <p:cNvPr id="4" name="Forme libre 3">
            <a:extLst>
              <a:ext uri="{FF2B5EF4-FFF2-40B4-BE49-F238E27FC236}">
                <a16:creationId xmlns:a16="http://schemas.microsoft.com/office/drawing/2014/main" id="{77CA1CC1-0F91-298E-C958-D726A66D45A6}"/>
              </a:ext>
            </a:extLst>
          </p:cNvPr>
          <p:cNvSpPr/>
          <p:nvPr/>
        </p:nvSpPr>
        <p:spPr>
          <a:xfrm>
            <a:off x="1520263" y="1468101"/>
            <a:ext cx="2539409" cy="2538829"/>
          </a:xfrm>
          <a:custGeom>
            <a:avLst/>
            <a:gdLst>
              <a:gd name="connsiteX0" fmla="*/ 2539410 w 2539409"/>
              <a:gd name="connsiteY0" fmla="*/ 1269415 h 2538829"/>
              <a:gd name="connsiteX1" fmla="*/ 1269706 w 2539409"/>
              <a:gd name="connsiteY1" fmla="*/ 2538830 h 2538829"/>
              <a:gd name="connsiteX2" fmla="*/ 1 w 2539409"/>
              <a:gd name="connsiteY2" fmla="*/ 1269415 h 2538829"/>
              <a:gd name="connsiteX3" fmla="*/ 1269706 w 2539409"/>
              <a:gd name="connsiteY3" fmla="*/ 0 h 2538829"/>
              <a:gd name="connsiteX4" fmla="*/ 2539410 w 2539409"/>
              <a:gd name="connsiteY4" fmla="*/ 1269415 h 2538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9409" h="2538829">
                <a:moveTo>
                  <a:pt x="2539410" y="1269415"/>
                </a:moveTo>
                <a:cubicBezTo>
                  <a:pt x="2539410" y="1970493"/>
                  <a:pt x="1970944" y="2538830"/>
                  <a:pt x="1269706" y="2538830"/>
                </a:cubicBezTo>
                <a:cubicBezTo>
                  <a:pt x="568467" y="2538830"/>
                  <a:pt x="1" y="1970493"/>
                  <a:pt x="1" y="1269415"/>
                </a:cubicBezTo>
                <a:cubicBezTo>
                  <a:pt x="1" y="568337"/>
                  <a:pt x="568467" y="0"/>
                  <a:pt x="1269706" y="0"/>
                </a:cubicBezTo>
                <a:cubicBezTo>
                  <a:pt x="1970944" y="0"/>
                  <a:pt x="2539410" y="568337"/>
                  <a:pt x="2539410" y="1269415"/>
                </a:cubicBezTo>
                <a:close/>
              </a:path>
            </a:pathLst>
          </a:custGeom>
          <a:solidFill>
            <a:schemeClr val="bg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5" name="Forme libre 4">
            <a:extLst>
              <a:ext uri="{FF2B5EF4-FFF2-40B4-BE49-F238E27FC236}">
                <a16:creationId xmlns:a16="http://schemas.microsoft.com/office/drawing/2014/main" id="{160F3E86-E195-D07B-1B96-9030D0A8E15D}"/>
              </a:ext>
            </a:extLst>
          </p:cNvPr>
          <p:cNvSpPr/>
          <p:nvPr/>
        </p:nvSpPr>
        <p:spPr>
          <a:xfrm>
            <a:off x="838200" y="1243496"/>
            <a:ext cx="3131399" cy="2598764"/>
          </a:xfrm>
          <a:custGeom>
            <a:avLst/>
            <a:gdLst>
              <a:gd name="connsiteX0" fmla="*/ 1831871 w 3131399"/>
              <a:gd name="connsiteY0" fmla="*/ 2598615 h 2598764"/>
              <a:gd name="connsiteX1" fmla="*/ 589743 w 3131399"/>
              <a:gd name="connsiteY1" fmla="*/ 1681465 h 2598764"/>
              <a:gd name="connsiteX2" fmla="*/ 155716 w 3131399"/>
              <a:gd name="connsiteY2" fmla="*/ 1681465 h 2598764"/>
              <a:gd name="connsiteX3" fmla="*/ 160213 w 3131399"/>
              <a:gd name="connsiteY3" fmla="*/ 1647602 h 2598764"/>
              <a:gd name="connsiteX4" fmla="*/ 684610 w 3131399"/>
              <a:gd name="connsiteY4" fmla="*/ 445014 h 2598764"/>
              <a:gd name="connsiteX5" fmla="*/ 0 w 3131399"/>
              <a:gd name="connsiteY5" fmla="*/ 445014 h 2598764"/>
              <a:gd name="connsiteX6" fmla="*/ 0 w 3131399"/>
              <a:gd name="connsiteY6" fmla="*/ 31466 h 2598764"/>
              <a:gd name="connsiteX7" fmla="*/ 1249024 w 3131399"/>
              <a:gd name="connsiteY7" fmla="*/ 31466 h 2598764"/>
              <a:gd name="connsiteX8" fmla="*/ 1249024 w 3131399"/>
              <a:gd name="connsiteY8" fmla="*/ 137850 h 2598764"/>
              <a:gd name="connsiteX9" fmla="*/ 1831721 w 3131399"/>
              <a:gd name="connsiteY9" fmla="*/ 0 h 2598764"/>
              <a:gd name="connsiteX10" fmla="*/ 3131400 w 3131399"/>
              <a:gd name="connsiteY10" fmla="*/ 1299382 h 2598764"/>
              <a:gd name="connsiteX11" fmla="*/ 1831721 w 3131399"/>
              <a:gd name="connsiteY11" fmla="*/ 2598765 h 2598764"/>
              <a:gd name="connsiteX12" fmla="*/ 224656 w 3131399"/>
              <a:gd name="connsiteY12" fmla="*/ 1621531 h 2598764"/>
              <a:gd name="connsiteX13" fmla="*/ 634704 w 3131399"/>
              <a:gd name="connsiteY13" fmla="*/ 1621531 h 2598764"/>
              <a:gd name="connsiteX14" fmla="*/ 640997 w 3131399"/>
              <a:gd name="connsiteY14" fmla="*/ 1643257 h 2598764"/>
              <a:gd name="connsiteX15" fmla="*/ 1831871 w 3131399"/>
              <a:gd name="connsiteY15" fmla="*/ 2538680 h 2598764"/>
              <a:gd name="connsiteX16" fmla="*/ 3071602 w 3131399"/>
              <a:gd name="connsiteY16" fmla="*/ 1299232 h 2598764"/>
              <a:gd name="connsiteX17" fmla="*/ 1831871 w 3131399"/>
              <a:gd name="connsiteY17" fmla="*/ 59785 h 2598764"/>
              <a:gd name="connsiteX18" fmla="*/ 1233737 w 3131399"/>
              <a:gd name="connsiteY18" fmla="*/ 213517 h 2598764"/>
              <a:gd name="connsiteX19" fmla="*/ 1189226 w 3131399"/>
              <a:gd name="connsiteY19" fmla="*/ 238090 h 2598764"/>
              <a:gd name="connsiteX20" fmla="*/ 1189226 w 3131399"/>
              <a:gd name="connsiteY20" fmla="*/ 91250 h 2598764"/>
              <a:gd name="connsiteX21" fmla="*/ 60098 w 3131399"/>
              <a:gd name="connsiteY21" fmla="*/ 91250 h 2598764"/>
              <a:gd name="connsiteX22" fmla="*/ 60098 w 3131399"/>
              <a:gd name="connsiteY22" fmla="*/ 384930 h 2598764"/>
              <a:gd name="connsiteX23" fmla="*/ 811700 w 3131399"/>
              <a:gd name="connsiteY23" fmla="*/ 384930 h 2598764"/>
              <a:gd name="connsiteX24" fmla="*/ 770336 w 3131399"/>
              <a:gd name="connsiteY24" fmla="*/ 434226 h 2598764"/>
              <a:gd name="connsiteX25" fmla="*/ 224508 w 3131399"/>
              <a:gd name="connsiteY25" fmla="*/ 1621381 h 2598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131399" h="2598764">
                <a:moveTo>
                  <a:pt x="1831871" y="2598615"/>
                </a:moveTo>
                <a:cubicBezTo>
                  <a:pt x="1263711" y="2598615"/>
                  <a:pt x="756249" y="2222675"/>
                  <a:pt x="589743" y="1681465"/>
                </a:cubicBezTo>
                <a:lnTo>
                  <a:pt x="155716" y="1681465"/>
                </a:lnTo>
                <a:lnTo>
                  <a:pt x="160213" y="1647602"/>
                </a:lnTo>
                <a:cubicBezTo>
                  <a:pt x="216414" y="1225213"/>
                  <a:pt x="464599" y="728805"/>
                  <a:pt x="684610" y="445014"/>
                </a:cubicBezTo>
                <a:lnTo>
                  <a:pt x="0" y="445014"/>
                </a:lnTo>
                <a:lnTo>
                  <a:pt x="0" y="31466"/>
                </a:lnTo>
                <a:lnTo>
                  <a:pt x="1249024" y="31466"/>
                </a:lnTo>
                <a:lnTo>
                  <a:pt x="1249024" y="137850"/>
                </a:lnTo>
                <a:cubicBezTo>
                  <a:pt x="1429019" y="47498"/>
                  <a:pt x="1629396" y="0"/>
                  <a:pt x="1831721" y="0"/>
                </a:cubicBezTo>
                <a:cubicBezTo>
                  <a:pt x="2548402" y="0"/>
                  <a:pt x="3131400" y="582864"/>
                  <a:pt x="3131400" y="1299382"/>
                </a:cubicBezTo>
                <a:cubicBezTo>
                  <a:pt x="3131400" y="2015901"/>
                  <a:pt x="2548402" y="2598765"/>
                  <a:pt x="1831721" y="2598765"/>
                </a:cubicBezTo>
                <a:close/>
                <a:moveTo>
                  <a:pt x="224656" y="1621531"/>
                </a:moveTo>
                <a:lnTo>
                  <a:pt x="634704" y="1621531"/>
                </a:lnTo>
                <a:lnTo>
                  <a:pt x="640997" y="1643257"/>
                </a:lnTo>
                <a:cubicBezTo>
                  <a:pt x="793117" y="2170532"/>
                  <a:pt x="1282745" y="2538680"/>
                  <a:pt x="1831871" y="2538680"/>
                </a:cubicBezTo>
                <a:cubicBezTo>
                  <a:pt x="2515432" y="2538680"/>
                  <a:pt x="3071602" y="1982637"/>
                  <a:pt x="3071602" y="1299232"/>
                </a:cubicBezTo>
                <a:cubicBezTo>
                  <a:pt x="3071602" y="615828"/>
                  <a:pt x="2515432" y="59785"/>
                  <a:pt x="1831871" y="59785"/>
                </a:cubicBezTo>
                <a:cubicBezTo>
                  <a:pt x="1622801" y="59785"/>
                  <a:pt x="1415980" y="112977"/>
                  <a:pt x="1233737" y="213517"/>
                </a:cubicBezTo>
                <a:lnTo>
                  <a:pt x="1189226" y="238090"/>
                </a:lnTo>
                <a:lnTo>
                  <a:pt x="1189226" y="91250"/>
                </a:lnTo>
                <a:lnTo>
                  <a:pt x="60098" y="91250"/>
                </a:lnTo>
                <a:lnTo>
                  <a:pt x="60098" y="384930"/>
                </a:lnTo>
                <a:lnTo>
                  <a:pt x="811700" y="384930"/>
                </a:lnTo>
                <a:lnTo>
                  <a:pt x="770336" y="434226"/>
                </a:lnTo>
                <a:cubicBezTo>
                  <a:pt x="552573" y="693293"/>
                  <a:pt x="291650" y="1191949"/>
                  <a:pt x="224508" y="1621381"/>
                </a:cubicBezTo>
                <a:close/>
              </a:path>
            </a:pathLst>
          </a:custGeom>
          <a:solidFill>
            <a:srgbClr val="8272A3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1EB3411F-A7CF-E285-A22C-C88585D43DCF}"/>
              </a:ext>
            </a:extLst>
          </p:cNvPr>
          <p:cNvSpPr/>
          <p:nvPr/>
        </p:nvSpPr>
        <p:spPr>
          <a:xfrm>
            <a:off x="5055563" y="3413279"/>
            <a:ext cx="2539409" cy="2538829"/>
          </a:xfrm>
          <a:custGeom>
            <a:avLst/>
            <a:gdLst>
              <a:gd name="connsiteX0" fmla="*/ 2539410 w 2539409"/>
              <a:gd name="connsiteY0" fmla="*/ 1269415 h 2538829"/>
              <a:gd name="connsiteX1" fmla="*/ 1269706 w 2539409"/>
              <a:gd name="connsiteY1" fmla="*/ 2538830 h 2538829"/>
              <a:gd name="connsiteX2" fmla="*/ 1 w 2539409"/>
              <a:gd name="connsiteY2" fmla="*/ 1269415 h 2538829"/>
              <a:gd name="connsiteX3" fmla="*/ 1269706 w 2539409"/>
              <a:gd name="connsiteY3" fmla="*/ 0 h 2538829"/>
              <a:gd name="connsiteX4" fmla="*/ 2539410 w 2539409"/>
              <a:gd name="connsiteY4" fmla="*/ 1269415 h 2538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9409" h="2538829">
                <a:moveTo>
                  <a:pt x="2539410" y="1269415"/>
                </a:moveTo>
                <a:cubicBezTo>
                  <a:pt x="2539410" y="1970493"/>
                  <a:pt x="1970944" y="2538830"/>
                  <a:pt x="1269706" y="2538830"/>
                </a:cubicBezTo>
                <a:cubicBezTo>
                  <a:pt x="568467" y="2538830"/>
                  <a:pt x="1" y="1970493"/>
                  <a:pt x="1" y="1269415"/>
                </a:cubicBezTo>
                <a:cubicBezTo>
                  <a:pt x="1" y="568337"/>
                  <a:pt x="568467" y="0"/>
                  <a:pt x="1269706" y="0"/>
                </a:cubicBezTo>
                <a:cubicBezTo>
                  <a:pt x="1970944" y="0"/>
                  <a:pt x="2539410" y="568337"/>
                  <a:pt x="2539410" y="1269415"/>
                </a:cubicBezTo>
                <a:close/>
              </a:path>
            </a:pathLst>
          </a:custGeom>
          <a:solidFill>
            <a:schemeClr val="bg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8" name="Forme libre 7">
            <a:extLst>
              <a:ext uri="{FF2B5EF4-FFF2-40B4-BE49-F238E27FC236}">
                <a16:creationId xmlns:a16="http://schemas.microsoft.com/office/drawing/2014/main" id="{C28C43A6-6CC1-08FB-D301-0F282DEA637B}"/>
              </a:ext>
            </a:extLst>
          </p:cNvPr>
          <p:cNvSpPr/>
          <p:nvPr/>
        </p:nvSpPr>
        <p:spPr>
          <a:xfrm>
            <a:off x="4226478" y="3188524"/>
            <a:ext cx="3278571" cy="2598764"/>
          </a:xfrm>
          <a:custGeom>
            <a:avLst/>
            <a:gdLst>
              <a:gd name="connsiteX0" fmla="*/ 697049 w 3278571"/>
              <a:gd name="connsiteY0" fmla="*/ 693593 h 2598764"/>
              <a:gd name="connsiteX1" fmla="*/ 893979 w 3278571"/>
              <a:gd name="connsiteY1" fmla="*/ 505548 h 2598764"/>
              <a:gd name="connsiteX2" fmla="*/ 693900 w 3278571"/>
              <a:gd name="connsiteY2" fmla="*/ 309113 h 2598764"/>
              <a:gd name="connsiteX3" fmla="*/ 497870 w 3278571"/>
              <a:gd name="connsiteY3" fmla="*/ 506447 h 2598764"/>
              <a:gd name="connsiteX4" fmla="*/ 697199 w 3278571"/>
              <a:gd name="connsiteY4" fmla="*/ 693593 h 2598764"/>
              <a:gd name="connsiteX5" fmla="*/ 693750 w 3278571"/>
              <a:gd name="connsiteY5" fmla="*/ 369047 h 2598764"/>
              <a:gd name="connsiteX6" fmla="*/ 833881 w 3278571"/>
              <a:gd name="connsiteY6" fmla="*/ 505548 h 2598764"/>
              <a:gd name="connsiteX7" fmla="*/ 696899 w 3278571"/>
              <a:gd name="connsiteY7" fmla="*/ 633659 h 2598764"/>
              <a:gd name="connsiteX8" fmla="*/ 557518 w 3278571"/>
              <a:gd name="connsiteY8" fmla="*/ 506447 h 2598764"/>
              <a:gd name="connsiteX9" fmla="*/ 693602 w 3278571"/>
              <a:gd name="connsiteY9" fmla="*/ 369047 h 2598764"/>
              <a:gd name="connsiteX10" fmla="*/ 1978894 w 3278571"/>
              <a:gd name="connsiteY10" fmla="*/ 150 h 2598764"/>
              <a:gd name="connsiteX11" fmla="*/ 1251571 w 3278571"/>
              <a:gd name="connsiteY11" fmla="*/ 222957 h 2598764"/>
              <a:gd name="connsiteX12" fmla="*/ 697647 w 3278571"/>
              <a:gd name="connsiteY12" fmla="*/ 150 h 2598764"/>
              <a:gd name="connsiteX13" fmla="*/ 217463 w 3278571"/>
              <a:gd name="connsiteY13" fmla="*/ 140996 h 2598764"/>
              <a:gd name="connsiteX14" fmla="*/ 60098 w 3278571"/>
              <a:gd name="connsiteY14" fmla="*/ 487718 h 2598764"/>
              <a:gd name="connsiteX15" fmla="*/ 226754 w 3278571"/>
              <a:gd name="connsiteY15" fmla="*/ 815710 h 2598764"/>
              <a:gd name="connsiteX16" fmla="*/ 0 w 3278571"/>
              <a:gd name="connsiteY16" fmla="*/ 1189402 h 2598764"/>
              <a:gd name="connsiteX17" fmla="*/ 673668 w 3278571"/>
              <a:gd name="connsiteY17" fmla="*/ 1713231 h 2598764"/>
              <a:gd name="connsiteX18" fmla="*/ 746057 w 3278571"/>
              <a:gd name="connsiteY18" fmla="*/ 1711283 h 2598764"/>
              <a:gd name="connsiteX19" fmla="*/ 1978894 w 3278571"/>
              <a:gd name="connsiteY19" fmla="*/ 2598765 h 2598764"/>
              <a:gd name="connsiteX20" fmla="*/ 3278572 w 3278571"/>
              <a:gd name="connsiteY20" fmla="*/ 1299382 h 2598764"/>
              <a:gd name="connsiteX21" fmla="*/ 1978894 w 3278571"/>
              <a:gd name="connsiteY21" fmla="*/ 0 h 2598764"/>
              <a:gd name="connsiteX22" fmla="*/ 1978894 w 3278571"/>
              <a:gd name="connsiteY22" fmla="*/ 2538830 h 2598764"/>
              <a:gd name="connsiteX23" fmla="*/ 795963 w 3278571"/>
              <a:gd name="connsiteY23" fmla="*/ 1670977 h 2598764"/>
              <a:gd name="connsiteX24" fmla="*/ 788920 w 3278571"/>
              <a:gd name="connsiteY24" fmla="*/ 1648501 h 2598764"/>
              <a:gd name="connsiteX25" fmla="*/ 765389 w 3278571"/>
              <a:gd name="connsiteY25" fmla="*/ 1650150 h 2598764"/>
              <a:gd name="connsiteX26" fmla="*/ 673668 w 3278571"/>
              <a:gd name="connsiteY26" fmla="*/ 1653296 h 2598764"/>
              <a:gd name="connsiteX27" fmla="*/ 59948 w 3278571"/>
              <a:gd name="connsiteY27" fmla="*/ 1189402 h 2598764"/>
              <a:gd name="connsiteX28" fmla="*/ 297643 w 3278571"/>
              <a:gd name="connsiteY28" fmla="*/ 846127 h 2598764"/>
              <a:gd name="connsiteX29" fmla="*/ 347699 w 3278571"/>
              <a:gd name="connsiteY29" fmla="*/ 822752 h 2598764"/>
              <a:gd name="connsiteX30" fmla="*/ 300940 w 3278571"/>
              <a:gd name="connsiteY30" fmla="*/ 793534 h 2598764"/>
              <a:gd name="connsiteX31" fmla="*/ 120197 w 3278571"/>
              <a:gd name="connsiteY31" fmla="*/ 487718 h 2598764"/>
              <a:gd name="connsiteX32" fmla="*/ 697647 w 3278571"/>
              <a:gd name="connsiteY32" fmla="*/ 60085 h 2598764"/>
              <a:gd name="connsiteX33" fmla="*/ 1218000 w 3278571"/>
              <a:gd name="connsiteY33" fmla="*/ 280644 h 2598764"/>
              <a:gd name="connsiteX34" fmla="*/ 1234785 w 3278571"/>
              <a:gd name="connsiteY34" fmla="*/ 308064 h 2598764"/>
              <a:gd name="connsiteX35" fmla="*/ 1261012 w 3278571"/>
              <a:gd name="connsiteY35" fmla="*/ 289484 h 2598764"/>
              <a:gd name="connsiteX36" fmla="*/ 1978894 w 3278571"/>
              <a:gd name="connsiteY36" fmla="*/ 60085 h 2598764"/>
              <a:gd name="connsiteX37" fmla="*/ 3218624 w 3278571"/>
              <a:gd name="connsiteY37" fmla="*/ 1299532 h 2598764"/>
              <a:gd name="connsiteX38" fmla="*/ 1978894 w 3278571"/>
              <a:gd name="connsiteY38" fmla="*/ 2538980 h 2598764"/>
              <a:gd name="connsiteX39" fmla="*/ 754299 w 3278571"/>
              <a:gd name="connsiteY39" fmla="*/ 955208 h 2598764"/>
              <a:gd name="connsiteX40" fmla="*/ 695549 w 3278571"/>
              <a:gd name="connsiteY40" fmla="*/ 949813 h 2598764"/>
              <a:gd name="connsiteX41" fmla="*/ 471043 w 3278571"/>
              <a:gd name="connsiteY41" fmla="*/ 1172621 h 2598764"/>
              <a:gd name="connsiteX42" fmla="*/ 699295 w 3278571"/>
              <a:gd name="connsiteY42" fmla="*/ 1401870 h 2598764"/>
              <a:gd name="connsiteX43" fmla="*/ 709037 w 3278571"/>
              <a:gd name="connsiteY43" fmla="*/ 1401571 h 2598764"/>
              <a:gd name="connsiteX44" fmla="*/ 712484 w 3278571"/>
              <a:gd name="connsiteY44" fmla="*/ 1401571 h 2598764"/>
              <a:gd name="connsiteX45" fmla="*/ 921405 w 3278571"/>
              <a:gd name="connsiteY45" fmla="*/ 1175018 h 2598764"/>
              <a:gd name="connsiteX46" fmla="*/ 754149 w 3278571"/>
              <a:gd name="connsiteY46" fmla="*/ 955208 h 2598764"/>
              <a:gd name="connsiteX47" fmla="*/ 710238 w 3278571"/>
              <a:gd name="connsiteY47" fmla="*/ 1341336 h 2598764"/>
              <a:gd name="connsiteX48" fmla="*/ 706341 w 3278571"/>
              <a:gd name="connsiteY48" fmla="*/ 1341336 h 2598764"/>
              <a:gd name="connsiteX49" fmla="*/ 699445 w 3278571"/>
              <a:gd name="connsiteY49" fmla="*/ 1341786 h 2598764"/>
              <a:gd name="connsiteX50" fmla="*/ 531141 w 3278571"/>
              <a:gd name="connsiteY50" fmla="*/ 1172471 h 2598764"/>
              <a:gd name="connsiteX51" fmla="*/ 695699 w 3278571"/>
              <a:gd name="connsiteY51" fmla="*/ 1009599 h 2598764"/>
              <a:gd name="connsiteX52" fmla="*/ 743208 w 3278571"/>
              <a:gd name="connsiteY52" fmla="*/ 1013943 h 2598764"/>
              <a:gd name="connsiteX53" fmla="*/ 861757 w 3278571"/>
              <a:gd name="connsiteY53" fmla="*/ 1174868 h 2598764"/>
              <a:gd name="connsiteX54" fmla="*/ 710388 w 3278571"/>
              <a:gd name="connsiteY54" fmla="*/ 1341336 h 2598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3278571" h="2598764">
                <a:moveTo>
                  <a:pt x="697049" y="693593"/>
                </a:moveTo>
                <a:cubicBezTo>
                  <a:pt x="823989" y="693593"/>
                  <a:pt x="893979" y="626766"/>
                  <a:pt x="893979" y="505548"/>
                </a:cubicBezTo>
                <a:cubicBezTo>
                  <a:pt x="893979" y="384331"/>
                  <a:pt x="820992" y="309113"/>
                  <a:pt x="693900" y="309113"/>
                </a:cubicBezTo>
                <a:cubicBezTo>
                  <a:pt x="566810" y="309113"/>
                  <a:pt x="497870" y="379236"/>
                  <a:pt x="497870" y="506447"/>
                </a:cubicBezTo>
                <a:cubicBezTo>
                  <a:pt x="497870" y="623620"/>
                  <a:pt x="572355" y="693593"/>
                  <a:pt x="697199" y="693593"/>
                </a:cubicBezTo>
                <a:close/>
                <a:moveTo>
                  <a:pt x="693750" y="369047"/>
                </a:moveTo>
                <a:cubicBezTo>
                  <a:pt x="788020" y="369047"/>
                  <a:pt x="833881" y="413698"/>
                  <a:pt x="833881" y="505548"/>
                </a:cubicBezTo>
                <a:cubicBezTo>
                  <a:pt x="833881" y="597398"/>
                  <a:pt x="790418" y="633659"/>
                  <a:pt x="696899" y="633659"/>
                </a:cubicBezTo>
                <a:cubicBezTo>
                  <a:pt x="603380" y="633659"/>
                  <a:pt x="557518" y="589607"/>
                  <a:pt x="557518" y="506447"/>
                </a:cubicBezTo>
                <a:cubicBezTo>
                  <a:pt x="557518" y="411451"/>
                  <a:pt x="599483" y="369047"/>
                  <a:pt x="693602" y="369047"/>
                </a:cubicBezTo>
                <a:close/>
                <a:moveTo>
                  <a:pt x="1978894" y="150"/>
                </a:moveTo>
                <a:cubicBezTo>
                  <a:pt x="1717818" y="150"/>
                  <a:pt x="1466935" y="77016"/>
                  <a:pt x="1251571" y="222957"/>
                </a:cubicBezTo>
                <a:cubicBezTo>
                  <a:pt x="1147709" y="78964"/>
                  <a:pt x="952577" y="150"/>
                  <a:pt x="697647" y="150"/>
                </a:cubicBezTo>
                <a:cubicBezTo>
                  <a:pt x="491425" y="150"/>
                  <a:pt x="329866" y="47498"/>
                  <a:pt x="217463" y="140996"/>
                </a:cubicBezTo>
                <a:cubicBezTo>
                  <a:pt x="114501" y="226703"/>
                  <a:pt x="60098" y="346572"/>
                  <a:pt x="60098" y="487718"/>
                </a:cubicBezTo>
                <a:cubicBezTo>
                  <a:pt x="60098" y="628864"/>
                  <a:pt x="111953" y="730753"/>
                  <a:pt x="226754" y="815710"/>
                </a:cubicBezTo>
                <a:cubicBezTo>
                  <a:pt x="135184" y="869351"/>
                  <a:pt x="0" y="983377"/>
                  <a:pt x="0" y="1189402"/>
                </a:cubicBezTo>
                <a:cubicBezTo>
                  <a:pt x="0" y="1502711"/>
                  <a:pt x="270666" y="1713231"/>
                  <a:pt x="673668" y="1713231"/>
                </a:cubicBezTo>
                <a:cubicBezTo>
                  <a:pt x="697497" y="1713231"/>
                  <a:pt x="721776" y="1712631"/>
                  <a:pt x="746057" y="1711283"/>
                </a:cubicBezTo>
                <a:cubicBezTo>
                  <a:pt x="923353" y="2243053"/>
                  <a:pt x="1415828" y="2598765"/>
                  <a:pt x="1978894" y="2598765"/>
                </a:cubicBezTo>
                <a:cubicBezTo>
                  <a:pt x="2695423" y="2598765"/>
                  <a:pt x="3278572" y="2015901"/>
                  <a:pt x="3278572" y="1299382"/>
                </a:cubicBezTo>
                <a:cubicBezTo>
                  <a:pt x="3278572" y="582864"/>
                  <a:pt x="2695573" y="0"/>
                  <a:pt x="1978894" y="0"/>
                </a:cubicBezTo>
                <a:close/>
                <a:moveTo>
                  <a:pt x="1978894" y="2538830"/>
                </a:moveTo>
                <a:cubicBezTo>
                  <a:pt x="1434262" y="2538830"/>
                  <a:pt x="958873" y="2190011"/>
                  <a:pt x="795963" y="1670977"/>
                </a:cubicBezTo>
                <a:lnTo>
                  <a:pt x="788920" y="1648501"/>
                </a:lnTo>
                <a:lnTo>
                  <a:pt x="765389" y="1650150"/>
                </a:lnTo>
                <a:cubicBezTo>
                  <a:pt x="734217" y="1652247"/>
                  <a:pt x="704242" y="1653296"/>
                  <a:pt x="673668" y="1653296"/>
                </a:cubicBezTo>
                <a:cubicBezTo>
                  <a:pt x="306635" y="1653296"/>
                  <a:pt x="59948" y="1466899"/>
                  <a:pt x="59948" y="1189402"/>
                </a:cubicBezTo>
                <a:cubicBezTo>
                  <a:pt x="59948" y="979481"/>
                  <a:pt x="226154" y="879391"/>
                  <a:pt x="297643" y="846127"/>
                </a:cubicBezTo>
                <a:lnTo>
                  <a:pt x="347699" y="822752"/>
                </a:lnTo>
                <a:lnTo>
                  <a:pt x="300940" y="793534"/>
                </a:lnTo>
                <a:cubicBezTo>
                  <a:pt x="174300" y="714270"/>
                  <a:pt x="120197" y="622871"/>
                  <a:pt x="120197" y="487718"/>
                </a:cubicBezTo>
                <a:cubicBezTo>
                  <a:pt x="120197" y="219960"/>
                  <a:pt x="336009" y="60085"/>
                  <a:pt x="697647" y="60085"/>
                </a:cubicBezTo>
                <a:cubicBezTo>
                  <a:pt x="946134" y="60085"/>
                  <a:pt x="1130924" y="138449"/>
                  <a:pt x="1218000" y="280644"/>
                </a:cubicBezTo>
                <a:lnTo>
                  <a:pt x="1234785" y="308064"/>
                </a:lnTo>
                <a:lnTo>
                  <a:pt x="1261012" y="289484"/>
                </a:lnTo>
                <a:cubicBezTo>
                  <a:pt x="1471730" y="139498"/>
                  <a:pt x="1720067" y="60085"/>
                  <a:pt x="1978894" y="60085"/>
                </a:cubicBezTo>
                <a:cubicBezTo>
                  <a:pt x="2662452" y="60085"/>
                  <a:pt x="3218624" y="616128"/>
                  <a:pt x="3218624" y="1299532"/>
                </a:cubicBezTo>
                <a:cubicBezTo>
                  <a:pt x="3218624" y="1982936"/>
                  <a:pt x="2662452" y="2538980"/>
                  <a:pt x="1978894" y="2538980"/>
                </a:cubicBezTo>
                <a:close/>
                <a:moveTo>
                  <a:pt x="754299" y="955208"/>
                </a:moveTo>
                <a:cubicBezTo>
                  <a:pt x="735265" y="951612"/>
                  <a:pt x="715633" y="949813"/>
                  <a:pt x="695549" y="949813"/>
                </a:cubicBezTo>
                <a:cubicBezTo>
                  <a:pt x="554972" y="949813"/>
                  <a:pt x="471043" y="1033123"/>
                  <a:pt x="471043" y="1172621"/>
                </a:cubicBezTo>
                <a:cubicBezTo>
                  <a:pt x="471043" y="1312119"/>
                  <a:pt x="560665" y="1401870"/>
                  <a:pt x="699295" y="1401870"/>
                </a:cubicBezTo>
                <a:cubicBezTo>
                  <a:pt x="702594" y="1401870"/>
                  <a:pt x="705891" y="1401870"/>
                  <a:pt x="709037" y="1401571"/>
                </a:cubicBezTo>
                <a:lnTo>
                  <a:pt x="712484" y="1401571"/>
                </a:lnTo>
                <a:cubicBezTo>
                  <a:pt x="843323" y="1396177"/>
                  <a:pt x="921405" y="1311669"/>
                  <a:pt x="921405" y="1175018"/>
                </a:cubicBezTo>
                <a:cubicBezTo>
                  <a:pt x="921405" y="1053800"/>
                  <a:pt x="862057" y="975735"/>
                  <a:pt x="754149" y="955208"/>
                </a:cubicBezTo>
                <a:close/>
                <a:moveTo>
                  <a:pt x="710238" y="1341336"/>
                </a:moveTo>
                <a:lnTo>
                  <a:pt x="706341" y="1341336"/>
                </a:lnTo>
                <a:cubicBezTo>
                  <a:pt x="704092" y="1341636"/>
                  <a:pt x="701844" y="1341786"/>
                  <a:pt x="699445" y="1341786"/>
                </a:cubicBezTo>
                <a:cubicBezTo>
                  <a:pt x="594088" y="1341786"/>
                  <a:pt x="531141" y="1278555"/>
                  <a:pt x="531141" y="1172471"/>
                </a:cubicBezTo>
                <a:cubicBezTo>
                  <a:pt x="531141" y="1066386"/>
                  <a:pt x="588093" y="1009599"/>
                  <a:pt x="695699" y="1009599"/>
                </a:cubicBezTo>
                <a:cubicBezTo>
                  <a:pt x="711886" y="1009599"/>
                  <a:pt x="727921" y="1011097"/>
                  <a:pt x="743208" y="1013943"/>
                </a:cubicBezTo>
                <a:cubicBezTo>
                  <a:pt x="821891" y="1028927"/>
                  <a:pt x="861757" y="1083018"/>
                  <a:pt x="861757" y="1174868"/>
                </a:cubicBezTo>
                <a:cubicBezTo>
                  <a:pt x="861757" y="1279754"/>
                  <a:pt x="809452" y="1337441"/>
                  <a:pt x="710388" y="1341336"/>
                </a:cubicBezTo>
                <a:close/>
              </a:path>
            </a:pathLst>
          </a:custGeom>
          <a:solidFill>
            <a:schemeClr val="accent4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D550DC08-C35C-635F-CAEE-2CF97F8623DC}"/>
              </a:ext>
            </a:extLst>
          </p:cNvPr>
          <p:cNvSpPr/>
          <p:nvPr/>
        </p:nvSpPr>
        <p:spPr>
          <a:xfrm>
            <a:off x="8591013" y="1468101"/>
            <a:ext cx="2539409" cy="2538829"/>
          </a:xfrm>
          <a:custGeom>
            <a:avLst/>
            <a:gdLst>
              <a:gd name="connsiteX0" fmla="*/ 2539409 w 2539409"/>
              <a:gd name="connsiteY0" fmla="*/ 1269415 h 2538829"/>
              <a:gd name="connsiteX1" fmla="*/ 1269704 w 2539409"/>
              <a:gd name="connsiteY1" fmla="*/ 2538830 h 2538829"/>
              <a:gd name="connsiteX2" fmla="*/ 0 w 2539409"/>
              <a:gd name="connsiteY2" fmla="*/ 1269415 h 2538829"/>
              <a:gd name="connsiteX3" fmla="*/ 1269704 w 2539409"/>
              <a:gd name="connsiteY3" fmla="*/ 0 h 2538829"/>
              <a:gd name="connsiteX4" fmla="*/ 2539409 w 2539409"/>
              <a:gd name="connsiteY4" fmla="*/ 1269415 h 2538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9409" h="2538829">
                <a:moveTo>
                  <a:pt x="2539409" y="1269415"/>
                </a:moveTo>
                <a:cubicBezTo>
                  <a:pt x="2539409" y="1970493"/>
                  <a:pt x="1970943" y="2538830"/>
                  <a:pt x="1269704" y="2538830"/>
                </a:cubicBezTo>
                <a:cubicBezTo>
                  <a:pt x="568466" y="2538830"/>
                  <a:pt x="0" y="1970493"/>
                  <a:pt x="0" y="1269415"/>
                </a:cubicBezTo>
                <a:cubicBezTo>
                  <a:pt x="0" y="568337"/>
                  <a:pt x="568466" y="0"/>
                  <a:pt x="1269704" y="0"/>
                </a:cubicBezTo>
                <a:cubicBezTo>
                  <a:pt x="1970943" y="0"/>
                  <a:pt x="2539409" y="568337"/>
                  <a:pt x="2539409" y="1269415"/>
                </a:cubicBezTo>
                <a:close/>
              </a:path>
            </a:pathLst>
          </a:custGeom>
          <a:solidFill>
            <a:schemeClr val="bg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1" name="Forme libre 10">
            <a:extLst>
              <a:ext uri="{FF2B5EF4-FFF2-40B4-BE49-F238E27FC236}">
                <a16:creationId xmlns:a16="http://schemas.microsoft.com/office/drawing/2014/main" id="{13C3E431-F280-10C0-89F3-B92C033FC478}"/>
              </a:ext>
            </a:extLst>
          </p:cNvPr>
          <p:cNvSpPr/>
          <p:nvPr/>
        </p:nvSpPr>
        <p:spPr>
          <a:xfrm>
            <a:off x="7909101" y="1243196"/>
            <a:ext cx="3131397" cy="2598764"/>
          </a:xfrm>
          <a:custGeom>
            <a:avLst/>
            <a:gdLst>
              <a:gd name="connsiteX0" fmla="*/ 1831719 w 3131397"/>
              <a:gd name="connsiteY0" fmla="*/ 300 h 2598764"/>
              <a:gd name="connsiteX1" fmla="*/ 1161198 w 3131397"/>
              <a:gd name="connsiteY1" fmla="*/ 186696 h 2598764"/>
              <a:gd name="connsiteX2" fmla="*/ 669771 w 3131397"/>
              <a:gd name="connsiteY2" fmla="*/ 1798 h 2598764"/>
              <a:gd name="connsiteX3" fmla="*/ 0 w 3131397"/>
              <a:gd name="connsiteY3" fmla="*/ 596649 h 2598764"/>
              <a:gd name="connsiteX4" fmla="*/ 552721 w 3131397"/>
              <a:gd name="connsiteY4" fmla="*/ 1133663 h 2598764"/>
              <a:gd name="connsiteX5" fmla="*/ 578202 w 3131397"/>
              <a:gd name="connsiteY5" fmla="*/ 1133213 h 2598764"/>
              <a:gd name="connsiteX6" fmla="*/ 832083 w 3131397"/>
              <a:gd name="connsiteY6" fmla="*/ 1062641 h 2598764"/>
              <a:gd name="connsiteX7" fmla="*/ 672768 w 3131397"/>
              <a:gd name="connsiteY7" fmla="*/ 1334294 h 2598764"/>
              <a:gd name="connsiteX8" fmla="*/ 582099 w 3131397"/>
              <a:gd name="connsiteY8" fmla="*/ 1307923 h 2598764"/>
              <a:gd name="connsiteX9" fmla="*/ 538184 w 3131397"/>
              <a:gd name="connsiteY9" fmla="*/ 1229109 h 2598764"/>
              <a:gd name="connsiteX10" fmla="*/ 532041 w 3131397"/>
              <a:gd name="connsiteY10" fmla="*/ 1207233 h 2598764"/>
              <a:gd name="connsiteX11" fmla="*/ 18134 w 3131397"/>
              <a:gd name="connsiteY11" fmla="*/ 1207233 h 2598764"/>
              <a:gd name="connsiteX12" fmla="*/ 22631 w 3131397"/>
              <a:gd name="connsiteY12" fmla="*/ 1241096 h 2598764"/>
              <a:gd name="connsiteX13" fmla="*/ 175798 w 3131397"/>
              <a:gd name="connsiteY13" fmla="*/ 1545713 h 2598764"/>
              <a:gd name="connsiteX14" fmla="*/ 598883 w 3131397"/>
              <a:gd name="connsiteY14" fmla="*/ 1711283 h 2598764"/>
              <a:gd name="connsiteX15" fmla="*/ 1831719 w 3131397"/>
              <a:gd name="connsiteY15" fmla="*/ 2598764 h 2598764"/>
              <a:gd name="connsiteX16" fmla="*/ 3131398 w 3131397"/>
              <a:gd name="connsiteY16" fmla="*/ 1299382 h 2598764"/>
              <a:gd name="connsiteX17" fmla="*/ 1831719 w 3131397"/>
              <a:gd name="connsiteY17" fmla="*/ 0 h 2598764"/>
              <a:gd name="connsiteX18" fmla="*/ 1831719 w 3131397"/>
              <a:gd name="connsiteY18" fmla="*/ 2538980 h 2598764"/>
              <a:gd name="connsiteX19" fmla="*/ 649541 w 3131397"/>
              <a:gd name="connsiteY19" fmla="*/ 1673524 h 2598764"/>
              <a:gd name="connsiteX20" fmla="*/ 643244 w 3131397"/>
              <a:gd name="connsiteY20" fmla="*/ 1653446 h 2598764"/>
              <a:gd name="connsiteX21" fmla="*/ 622264 w 3131397"/>
              <a:gd name="connsiteY21" fmla="*/ 1652697 h 2598764"/>
              <a:gd name="connsiteX22" fmla="*/ 88122 w 3131397"/>
              <a:gd name="connsiteY22" fmla="*/ 1267317 h 2598764"/>
              <a:gd name="connsiteX23" fmla="*/ 487380 w 3131397"/>
              <a:gd name="connsiteY23" fmla="*/ 1267317 h 2598764"/>
              <a:gd name="connsiteX24" fmla="*/ 543731 w 3131397"/>
              <a:gd name="connsiteY24" fmla="*/ 1354073 h 2598764"/>
              <a:gd name="connsiteX25" fmla="*/ 672918 w 3131397"/>
              <a:gd name="connsiteY25" fmla="*/ 1394379 h 2598764"/>
              <a:gd name="connsiteX26" fmla="*/ 895928 w 3131397"/>
              <a:gd name="connsiteY26" fmla="*/ 995364 h 2598764"/>
              <a:gd name="connsiteX27" fmla="*/ 899074 w 3131397"/>
              <a:gd name="connsiteY27" fmla="*/ 912954 h 2598764"/>
              <a:gd name="connsiteX28" fmla="*/ 843773 w 3131397"/>
              <a:gd name="connsiteY28" fmla="*/ 974237 h 2598764"/>
              <a:gd name="connsiteX29" fmla="*/ 576402 w 3131397"/>
              <a:gd name="connsiteY29" fmla="*/ 1073579 h 2598764"/>
              <a:gd name="connsiteX30" fmla="*/ 552871 w 3131397"/>
              <a:gd name="connsiteY30" fmla="*/ 1074028 h 2598764"/>
              <a:gd name="connsiteX31" fmla="*/ 60098 w 3131397"/>
              <a:gd name="connsiteY31" fmla="*/ 596949 h 2598764"/>
              <a:gd name="connsiteX32" fmla="*/ 669921 w 3131397"/>
              <a:gd name="connsiteY32" fmla="*/ 62032 h 2598764"/>
              <a:gd name="connsiteX33" fmla="*/ 1133621 w 3131397"/>
              <a:gd name="connsiteY33" fmla="*/ 245282 h 2598764"/>
              <a:gd name="connsiteX34" fmla="*/ 1150558 w 3131397"/>
              <a:gd name="connsiteY34" fmla="*/ 264312 h 2598764"/>
              <a:gd name="connsiteX35" fmla="*/ 1172138 w 3131397"/>
              <a:gd name="connsiteY35" fmla="*/ 250676 h 2598764"/>
              <a:gd name="connsiteX36" fmla="*/ 1831870 w 3131397"/>
              <a:gd name="connsiteY36" fmla="*/ 60384 h 2598764"/>
              <a:gd name="connsiteX37" fmla="*/ 3071600 w 3131397"/>
              <a:gd name="connsiteY37" fmla="*/ 1299832 h 2598764"/>
              <a:gd name="connsiteX38" fmla="*/ 1831870 w 3131397"/>
              <a:gd name="connsiteY38" fmla="*/ 2539279 h 2598764"/>
              <a:gd name="connsiteX39" fmla="*/ 678915 w 3131397"/>
              <a:gd name="connsiteY39" fmla="*/ 318253 h 2598764"/>
              <a:gd name="connsiteX40" fmla="*/ 472843 w 3131397"/>
              <a:gd name="connsiteY40" fmla="*/ 568030 h 2598764"/>
              <a:gd name="connsiteX41" fmla="*/ 666625 w 3131397"/>
              <a:gd name="connsiteY41" fmla="*/ 820505 h 2598764"/>
              <a:gd name="connsiteX42" fmla="*/ 668871 w 3131397"/>
              <a:gd name="connsiteY42" fmla="*/ 820505 h 2598764"/>
              <a:gd name="connsiteX43" fmla="*/ 682662 w 3131397"/>
              <a:gd name="connsiteY43" fmla="*/ 821254 h 2598764"/>
              <a:gd name="connsiteX44" fmla="*/ 885587 w 3131397"/>
              <a:gd name="connsiteY44" fmla="*/ 571926 h 2598764"/>
              <a:gd name="connsiteX45" fmla="*/ 878394 w 3131397"/>
              <a:gd name="connsiteY45" fmla="*/ 490265 h 2598764"/>
              <a:gd name="connsiteX46" fmla="*/ 678765 w 3131397"/>
              <a:gd name="connsiteY46" fmla="*/ 318253 h 2598764"/>
              <a:gd name="connsiteX47" fmla="*/ 682662 w 3131397"/>
              <a:gd name="connsiteY47" fmla="*/ 761320 h 2598764"/>
              <a:gd name="connsiteX48" fmla="*/ 672918 w 3131397"/>
              <a:gd name="connsiteY48" fmla="*/ 760870 h 2598764"/>
              <a:gd name="connsiteX49" fmla="*/ 670371 w 3131397"/>
              <a:gd name="connsiteY49" fmla="*/ 760870 h 2598764"/>
              <a:gd name="connsiteX50" fmla="*/ 532491 w 3131397"/>
              <a:gd name="connsiteY50" fmla="*/ 568030 h 2598764"/>
              <a:gd name="connsiteX51" fmla="*/ 678615 w 3131397"/>
              <a:gd name="connsiteY51" fmla="*/ 378187 h 2598764"/>
              <a:gd name="connsiteX52" fmla="*/ 819342 w 3131397"/>
              <a:gd name="connsiteY52" fmla="*/ 501503 h 2598764"/>
              <a:gd name="connsiteX53" fmla="*/ 825489 w 3131397"/>
              <a:gd name="connsiteY53" fmla="*/ 571926 h 2598764"/>
              <a:gd name="connsiteX54" fmla="*/ 682512 w 3131397"/>
              <a:gd name="connsiteY54" fmla="*/ 761320 h 2598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3131397" h="2598764">
                <a:moveTo>
                  <a:pt x="1831719" y="300"/>
                </a:moveTo>
                <a:cubicBezTo>
                  <a:pt x="1594773" y="300"/>
                  <a:pt x="1363524" y="64729"/>
                  <a:pt x="1161198" y="186696"/>
                </a:cubicBezTo>
                <a:cubicBezTo>
                  <a:pt x="1042652" y="63980"/>
                  <a:pt x="877494" y="1798"/>
                  <a:pt x="669771" y="1798"/>
                </a:cubicBezTo>
                <a:cubicBezTo>
                  <a:pt x="262874" y="1798"/>
                  <a:pt x="0" y="235243"/>
                  <a:pt x="0" y="596649"/>
                </a:cubicBezTo>
                <a:cubicBezTo>
                  <a:pt x="0" y="917898"/>
                  <a:pt x="222109" y="1133663"/>
                  <a:pt x="552721" y="1133663"/>
                </a:cubicBezTo>
                <a:cubicBezTo>
                  <a:pt x="561265" y="1133663"/>
                  <a:pt x="569809" y="1133663"/>
                  <a:pt x="578202" y="1133213"/>
                </a:cubicBezTo>
                <a:cubicBezTo>
                  <a:pt x="682662" y="1129768"/>
                  <a:pt x="767787" y="1106093"/>
                  <a:pt x="832083" y="1062641"/>
                </a:cubicBezTo>
                <a:cubicBezTo>
                  <a:pt x="820842" y="1210979"/>
                  <a:pt x="787271" y="1334294"/>
                  <a:pt x="672768" y="1334294"/>
                </a:cubicBezTo>
                <a:cubicBezTo>
                  <a:pt x="632904" y="1334294"/>
                  <a:pt x="603230" y="1325753"/>
                  <a:pt x="582099" y="1307923"/>
                </a:cubicBezTo>
                <a:cubicBezTo>
                  <a:pt x="562615" y="1291591"/>
                  <a:pt x="548678" y="1266568"/>
                  <a:pt x="538184" y="1229109"/>
                </a:cubicBezTo>
                <a:lnTo>
                  <a:pt x="532041" y="1207233"/>
                </a:lnTo>
                <a:lnTo>
                  <a:pt x="18134" y="1207233"/>
                </a:lnTo>
                <a:lnTo>
                  <a:pt x="22631" y="1241096"/>
                </a:lnTo>
                <a:cubicBezTo>
                  <a:pt x="38068" y="1357219"/>
                  <a:pt x="92469" y="1465401"/>
                  <a:pt x="175798" y="1545713"/>
                </a:cubicBezTo>
                <a:cubicBezTo>
                  <a:pt x="278911" y="1645055"/>
                  <a:pt x="421138" y="1700794"/>
                  <a:pt x="598883" y="1711283"/>
                </a:cubicBezTo>
                <a:cubicBezTo>
                  <a:pt x="776181" y="2243053"/>
                  <a:pt x="1268954" y="2598764"/>
                  <a:pt x="1831719" y="2598764"/>
                </a:cubicBezTo>
                <a:cubicBezTo>
                  <a:pt x="2548252" y="2598764"/>
                  <a:pt x="3131398" y="2015900"/>
                  <a:pt x="3131398" y="1299382"/>
                </a:cubicBezTo>
                <a:cubicBezTo>
                  <a:pt x="3131398" y="582864"/>
                  <a:pt x="2548402" y="0"/>
                  <a:pt x="1831719" y="0"/>
                </a:cubicBezTo>
                <a:close/>
                <a:moveTo>
                  <a:pt x="1831719" y="2538980"/>
                </a:moveTo>
                <a:cubicBezTo>
                  <a:pt x="1288288" y="2538980"/>
                  <a:pt x="813199" y="2191209"/>
                  <a:pt x="649541" y="1673524"/>
                </a:cubicBezTo>
                <a:lnTo>
                  <a:pt x="643244" y="1653446"/>
                </a:lnTo>
                <a:lnTo>
                  <a:pt x="622264" y="1652697"/>
                </a:lnTo>
                <a:cubicBezTo>
                  <a:pt x="215512" y="1636814"/>
                  <a:pt x="113453" y="1385688"/>
                  <a:pt x="88122" y="1267317"/>
                </a:cubicBezTo>
                <a:lnTo>
                  <a:pt x="487380" y="1267317"/>
                </a:lnTo>
                <a:cubicBezTo>
                  <a:pt x="500717" y="1305525"/>
                  <a:pt x="519001" y="1333395"/>
                  <a:pt x="543731" y="1354073"/>
                </a:cubicBezTo>
                <a:cubicBezTo>
                  <a:pt x="576102" y="1381193"/>
                  <a:pt x="618367" y="1394379"/>
                  <a:pt x="672918" y="1394379"/>
                </a:cubicBezTo>
                <a:cubicBezTo>
                  <a:pt x="881091" y="1394379"/>
                  <a:pt x="891131" y="1124823"/>
                  <a:pt x="895928" y="995364"/>
                </a:cubicBezTo>
                <a:lnTo>
                  <a:pt x="899074" y="912954"/>
                </a:lnTo>
                <a:lnTo>
                  <a:pt x="843773" y="974237"/>
                </a:lnTo>
                <a:cubicBezTo>
                  <a:pt x="788621" y="1035370"/>
                  <a:pt x="696149" y="1069683"/>
                  <a:pt x="576402" y="1073579"/>
                </a:cubicBezTo>
                <a:cubicBezTo>
                  <a:pt x="568609" y="1073878"/>
                  <a:pt x="560815" y="1074028"/>
                  <a:pt x="552871" y="1074028"/>
                </a:cubicBezTo>
                <a:cubicBezTo>
                  <a:pt x="253580" y="1074028"/>
                  <a:pt x="60098" y="886733"/>
                  <a:pt x="60098" y="596949"/>
                </a:cubicBezTo>
                <a:cubicBezTo>
                  <a:pt x="60098" y="267009"/>
                  <a:pt x="293748" y="62032"/>
                  <a:pt x="669921" y="62032"/>
                </a:cubicBezTo>
                <a:cubicBezTo>
                  <a:pt x="870000" y="62032"/>
                  <a:pt x="1026014" y="123615"/>
                  <a:pt x="1133621" y="245282"/>
                </a:cubicBezTo>
                <a:lnTo>
                  <a:pt x="1150558" y="264312"/>
                </a:lnTo>
                <a:lnTo>
                  <a:pt x="1172138" y="250676"/>
                </a:lnTo>
                <a:cubicBezTo>
                  <a:pt x="1369817" y="126162"/>
                  <a:pt x="1597923" y="60384"/>
                  <a:pt x="1831870" y="60384"/>
                </a:cubicBezTo>
                <a:cubicBezTo>
                  <a:pt x="2515432" y="60384"/>
                  <a:pt x="3071600" y="616427"/>
                  <a:pt x="3071600" y="1299832"/>
                </a:cubicBezTo>
                <a:cubicBezTo>
                  <a:pt x="3071600" y="1983236"/>
                  <a:pt x="2515432" y="2539279"/>
                  <a:pt x="1831870" y="2539279"/>
                </a:cubicBezTo>
                <a:close/>
                <a:moveTo>
                  <a:pt x="678915" y="318253"/>
                </a:moveTo>
                <a:cubicBezTo>
                  <a:pt x="549875" y="318253"/>
                  <a:pt x="472843" y="411601"/>
                  <a:pt x="472843" y="568030"/>
                </a:cubicBezTo>
                <a:cubicBezTo>
                  <a:pt x="472843" y="715919"/>
                  <a:pt x="547178" y="812563"/>
                  <a:pt x="666625" y="820505"/>
                </a:cubicBezTo>
                <a:lnTo>
                  <a:pt x="668871" y="820505"/>
                </a:lnTo>
                <a:cubicBezTo>
                  <a:pt x="673368" y="820954"/>
                  <a:pt x="678015" y="821254"/>
                  <a:pt x="682662" y="821254"/>
                </a:cubicBezTo>
                <a:cubicBezTo>
                  <a:pt x="775281" y="821254"/>
                  <a:pt x="885587" y="777951"/>
                  <a:pt x="885587" y="571926"/>
                </a:cubicBezTo>
                <a:cubicBezTo>
                  <a:pt x="885587" y="542858"/>
                  <a:pt x="883187" y="515438"/>
                  <a:pt x="878394" y="490265"/>
                </a:cubicBezTo>
                <a:cubicBezTo>
                  <a:pt x="856960" y="377738"/>
                  <a:pt x="787871" y="318253"/>
                  <a:pt x="678765" y="318253"/>
                </a:cubicBezTo>
                <a:close/>
                <a:moveTo>
                  <a:pt x="682662" y="761320"/>
                </a:moveTo>
                <a:cubicBezTo>
                  <a:pt x="679365" y="761320"/>
                  <a:pt x="676068" y="761020"/>
                  <a:pt x="672918" y="760870"/>
                </a:cubicBezTo>
                <a:lnTo>
                  <a:pt x="670371" y="760870"/>
                </a:lnTo>
                <a:cubicBezTo>
                  <a:pt x="545978" y="752479"/>
                  <a:pt x="532491" y="623320"/>
                  <a:pt x="532491" y="568030"/>
                </a:cubicBezTo>
                <a:cubicBezTo>
                  <a:pt x="532491" y="481425"/>
                  <a:pt x="557818" y="378187"/>
                  <a:pt x="678615" y="378187"/>
                </a:cubicBezTo>
                <a:cubicBezTo>
                  <a:pt x="758647" y="378187"/>
                  <a:pt x="803309" y="417295"/>
                  <a:pt x="819342" y="501503"/>
                </a:cubicBezTo>
                <a:cubicBezTo>
                  <a:pt x="823389" y="522929"/>
                  <a:pt x="825489" y="546604"/>
                  <a:pt x="825489" y="571926"/>
                </a:cubicBezTo>
                <a:cubicBezTo>
                  <a:pt x="825489" y="741691"/>
                  <a:pt x="743807" y="761320"/>
                  <a:pt x="682512" y="761320"/>
                </a:cubicBezTo>
                <a:close/>
              </a:path>
            </a:pathLst>
          </a:custGeom>
          <a:solidFill>
            <a:schemeClr val="accent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grpSp>
        <p:nvGrpSpPr>
          <p:cNvPr id="3" name="Group 35">
            <a:extLst>
              <a:ext uri="{FF2B5EF4-FFF2-40B4-BE49-F238E27FC236}">
                <a16:creationId xmlns:a16="http://schemas.microsoft.com/office/drawing/2014/main" id="{8B0A0D27-8DB3-E79D-F4E2-511E9E9B3EF9}"/>
              </a:ext>
            </a:extLst>
          </p:cNvPr>
          <p:cNvGrpSpPr/>
          <p:nvPr/>
        </p:nvGrpSpPr>
        <p:grpSpPr>
          <a:xfrm>
            <a:off x="2040158" y="2036151"/>
            <a:ext cx="1499617" cy="1382486"/>
            <a:chOff x="332934" y="2720099"/>
            <a:chExt cx="2968095" cy="1382486"/>
          </a:xfrm>
        </p:grpSpPr>
        <p:sp>
          <p:nvSpPr>
            <p:cNvPr id="6" name="TextBox 36">
              <a:extLst>
                <a:ext uri="{FF2B5EF4-FFF2-40B4-BE49-F238E27FC236}">
                  <a16:creationId xmlns:a16="http://schemas.microsoft.com/office/drawing/2014/main" id="{D20247CD-E74E-14A0-7000-C6AC4A8D0417}"/>
                </a:ext>
              </a:extLst>
            </p:cNvPr>
            <p:cNvSpPr txBox="1"/>
            <p:nvPr/>
          </p:nvSpPr>
          <p:spPr>
            <a:xfrm>
              <a:off x="332934" y="2720099"/>
              <a:ext cx="296809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b="1" noProof="1"/>
                <a:t>Lorem Ipsum</a:t>
              </a:r>
            </a:p>
          </p:txBody>
        </p:sp>
        <p:sp>
          <p:nvSpPr>
            <p:cNvPr id="9" name="TextBox 37">
              <a:extLst>
                <a:ext uri="{FF2B5EF4-FFF2-40B4-BE49-F238E27FC236}">
                  <a16:creationId xmlns:a16="http://schemas.microsoft.com/office/drawing/2014/main" id="{74AD33A4-47E0-2E27-4A02-E7F60D8808B4}"/>
                </a:ext>
              </a:extLst>
            </p:cNvPr>
            <p:cNvSpPr txBox="1"/>
            <p:nvPr/>
          </p:nvSpPr>
          <p:spPr>
            <a:xfrm>
              <a:off x="332936" y="3086922"/>
              <a:ext cx="2968093" cy="1015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Lorem ipsum dolor sit amet, nibh est. A magna maecenas, quam magna nec quis, lorem nunc viverra.</a:t>
              </a:r>
            </a:p>
          </p:txBody>
        </p:sp>
      </p:grpSp>
      <p:grpSp>
        <p:nvGrpSpPr>
          <p:cNvPr id="12" name="Group 35">
            <a:extLst>
              <a:ext uri="{FF2B5EF4-FFF2-40B4-BE49-F238E27FC236}">
                <a16:creationId xmlns:a16="http://schemas.microsoft.com/office/drawing/2014/main" id="{460EDFE7-CB93-E38A-DD38-23977BC1E7A6}"/>
              </a:ext>
            </a:extLst>
          </p:cNvPr>
          <p:cNvGrpSpPr/>
          <p:nvPr/>
        </p:nvGrpSpPr>
        <p:grpSpPr>
          <a:xfrm>
            <a:off x="5575458" y="4006930"/>
            <a:ext cx="1499617" cy="1382486"/>
            <a:chOff x="332934" y="2720099"/>
            <a:chExt cx="2968095" cy="1382486"/>
          </a:xfrm>
        </p:grpSpPr>
        <p:sp>
          <p:nvSpPr>
            <p:cNvPr id="13" name="TextBox 36">
              <a:extLst>
                <a:ext uri="{FF2B5EF4-FFF2-40B4-BE49-F238E27FC236}">
                  <a16:creationId xmlns:a16="http://schemas.microsoft.com/office/drawing/2014/main" id="{D8561BFC-F0C7-C800-95C0-A486406469DC}"/>
                </a:ext>
              </a:extLst>
            </p:cNvPr>
            <p:cNvSpPr txBox="1"/>
            <p:nvPr/>
          </p:nvSpPr>
          <p:spPr>
            <a:xfrm>
              <a:off x="332934" y="2720099"/>
              <a:ext cx="296809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b="1" noProof="1"/>
                <a:t>Lorem Ipsum</a:t>
              </a:r>
            </a:p>
          </p:txBody>
        </p:sp>
        <p:sp>
          <p:nvSpPr>
            <p:cNvPr id="14" name="TextBox 37">
              <a:extLst>
                <a:ext uri="{FF2B5EF4-FFF2-40B4-BE49-F238E27FC236}">
                  <a16:creationId xmlns:a16="http://schemas.microsoft.com/office/drawing/2014/main" id="{B27DCC8B-5C5A-37F2-31A4-9E842092F6F2}"/>
                </a:ext>
              </a:extLst>
            </p:cNvPr>
            <p:cNvSpPr txBox="1"/>
            <p:nvPr/>
          </p:nvSpPr>
          <p:spPr>
            <a:xfrm>
              <a:off x="332936" y="3086922"/>
              <a:ext cx="2968093" cy="1015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Lorem ipsum dolor sit amet, nibh est. A magna maecenas, quam magna nec quis, lorem nunc viverra.</a:t>
              </a:r>
            </a:p>
          </p:txBody>
        </p:sp>
      </p:grpSp>
      <p:grpSp>
        <p:nvGrpSpPr>
          <p:cNvPr id="15" name="Group 35">
            <a:extLst>
              <a:ext uri="{FF2B5EF4-FFF2-40B4-BE49-F238E27FC236}">
                <a16:creationId xmlns:a16="http://schemas.microsoft.com/office/drawing/2014/main" id="{D1073444-14BC-935C-167D-CA7F5FAE90CE}"/>
              </a:ext>
            </a:extLst>
          </p:cNvPr>
          <p:cNvGrpSpPr/>
          <p:nvPr/>
        </p:nvGrpSpPr>
        <p:grpSpPr>
          <a:xfrm>
            <a:off x="9110908" y="2036151"/>
            <a:ext cx="1499617" cy="1382486"/>
            <a:chOff x="332934" y="2720099"/>
            <a:chExt cx="2968095" cy="1382486"/>
          </a:xfrm>
        </p:grpSpPr>
        <p:sp>
          <p:nvSpPr>
            <p:cNvPr id="16" name="TextBox 36">
              <a:extLst>
                <a:ext uri="{FF2B5EF4-FFF2-40B4-BE49-F238E27FC236}">
                  <a16:creationId xmlns:a16="http://schemas.microsoft.com/office/drawing/2014/main" id="{E790472A-7949-3AF9-1003-9DAE622D9E21}"/>
                </a:ext>
              </a:extLst>
            </p:cNvPr>
            <p:cNvSpPr txBox="1"/>
            <p:nvPr/>
          </p:nvSpPr>
          <p:spPr>
            <a:xfrm>
              <a:off x="332934" y="2720099"/>
              <a:ext cx="296809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b="1" noProof="1"/>
                <a:t>Lorem Ipsum</a:t>
              </a:r>
            </a:p>
          </p:txBody>
        </p:sp>
        <p:sp>
          <p:nvSpPr>
            <p:cNvPr id="17" name="TextBox 37">
              <a:extLst>
                <a:ext uri="{FF2B5EF4-FFF2-40B4-BE49-F238E27FC236}">
                  <a16:creationId xmlns:a16="http://schemas.microsoft.com/office/drawing/2014/main" id="{1192E924-DC6A-A7EC-30BA-795A904C1D2E}"/>
                </a:ext>
              </a:extLst>
            </p:cNvPr>
            <p:cNvSpPr txBox="1"/>
            <p:nvPr/>
          </p:nvSpPr>
          <p:spPr>
            <a:xfrm>
              <a:off x="332936" y="3086922"/>
              <a:ext cx="2968093" cy="1015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Lorem ipsum dolor sit amet, nibh est. A magna maecenas, quam magna nec quis, lorem nunc viverra.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3604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26B7D-DEFF-ADAD-47B0-5D83226E0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3A43C-0A38-C0C8-5F49-CF8E1FF53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Triple Set Numbers (1, 2, 3) – Slide Template</a:t>
            </a:r>
          </a:p>
        </p:txBody>
      </p:sp>
      <p:sp>
        <p:nvSpPr>
          <p:cNvPr id="4" name="Forme libre 3">
            <a:extLst>
              <a:ext uri="{FF2B5EF4-FFF2-40B4-BE49-F238E27FC236}">
                <a16:creationId xmlns:a16="http://schemas.microsoft.com/office/drawing/2014/main" id="{19A2B04C-9B21-E9F1-BBB6-2BA91B9CA7CE}"/>
              </a:ext>
            </a:extLst>
          </p:cNvPr>
          <p:cNvSpPr/>
          <p:nvPr/>
        </p:nvSpPr>
        <p:spPr>
          <a:xfrm>
            <a:off x="1421047" y="1468101"/>
            <a:ext cx="2539409" cy="2538829"/>
          </a:xfrm>
          <a:custGeom>
            <a:avLst/>
            <a:gdLst>
              <a:gd name="connsiteX0" fmla="*/ 2539409 w 2539409"/>
              <a:gd name="connsiteY0" fmla="*/ 1269415 h 2538829"/>
              <a:gd name="connsiteX1" fmla="*/ 1269705 w 2539409"/>
              <a:gd name="connsiteY1" fmla="*/ 2538830 h 2538829"/>
              <a:gd name="connsiteX2" fmla="*/ 0 w 2539409"/>
              <a:gd name="connsiteY2" fmla="*/ 1269415 h 2538829"/>
              <a:gd name="connsiteX3" fmla="*/ 1269705 w 2539409"/>
              <a:gd name="connsiteY3" fmla="*/ 0 h 2538829"/>
              <a:gd name="connsiteX4" fmla="*/ 2539409 w 2539409"/>
              <a:gd name="connsiteY4" fmla="*/ 1269415 h 2538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9409" h="2538829">
                <a:moveTo>
                  <a:pt x="2539409" y="1269415"/>
                </a:moveTo>
                <a:cubicBezTo>
                  <a:pt x="2539409" y="1970493"/>
                  <a:pt x="1970943" y="2538830"/>
                  <a:pt x="1269705" y="2538830"/>
                </a:cubicBezTo>
                <a:cubicBezTo>
                  <a:pt x="568466" y="2538830"/>
                  <a:pt x="0" y="1970493"/>
                  <a:pt x="0" y="1269415"/>
                </a:cubicBezTo>
                <a:cubicBezTo>
                  <a:pt x="0" y="568337"/>
                  <a:pt x="568466" y="0"/>
                  <a:pt x="1269705" y="0"/>
                </a:cubicBezTo>
                <a:cubicBezTo>
                  <a:pt x="1970943" y="0"/>
                  <a:pt x="2539409" y="568337"/>
                  <a:pt x="2539409" y="1269415"/>
                </a:cubicBezTo>
                <a:close/>
              </a:path>
            </a:pathLst>
          </a:custGeom>
          <a:solidFill>
            <a:schemeClr val="bg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5" name="Forme libre 4">
            <a:extLst>
              <a:ext uri="{FF2B5EF4-FFF2-40B4-BE49-F238E27FC236}">
                <a16:creationId xmlns:a16="http://schemas.microsoft.com/office/drawing/2014/main" id="{43A730B0-2242-57AC-EF1C-CC828DC63BE0}"/>
              </a:ext>
            </a:extLst>
          </p:cNvPr>
          <p:cNvSpPr/>
          <p:nvPr/>
        </p:nvSpPr>
        <p:spPr>
          <a:xfrm>
            <a:off x="838200" y="1243496"/>
            <a:ext cx="3032184" cy="2598764"/>
          </a:xfrm>
          <a:custGeom>
            <a:avLst/>
            <a:gdLst>
              <a:gd name="connsiteX0" fmla="*/ 1732655 w 3032184"/>
              <a:gd name="connsiteY0" fmla="*/ 2598615 h 2598764"/>
              <a:gd name="connsiteX1" fmla="*/ 490527 w 3032184"/>
              <a:gd name="connsiteY1" fmla="*/ 1681465 h 2598764"/>
              <a:gd name="connsiteX2" fmla="*/ 237545 w 3032184"/>
              <a:gd name="connsiteY2" fmla="*/ 1681465 h 2598764"/>
              <a:gd name="connsiteX3" fmla="*/ 237545 w 3032184"/>
              <a:gd name="connsiteY3" fmla="*/ 573724 h 2598764"/>
              <a:gd name="connsiteX4" fmla="*/ 29824 w 3032184"/>
              <a:gd name="connsiteY4" fmla="*/ 592004 h 2598764"/>
              <a:gd name="connsiteX5" fmla="*/ 0 w 3032184"/>
              <a:gd name="connsiteY5" fmla="*/ 592004 h 2598764"/>
              <a:gd name="connsiteX6" fmla="*/ 0 w 3032184"/>
              <a:gd name="connsiteY6" fmla="*/ 229849 h 2598764"/>
              <a:gd name="connsiteX7" fmla="*/ 25928 w 3032184"/>
              <a:gd name="connsiteY7" fmla="*/ 226253 h 2598764"/>
              <a:gd name="connsiteX8" fmla="*/ 390113 w 3032184"/>
              <a:gd name="connsiteY8" fmla="*/ 40905 h 2598764"/>
              <a:gd name="connsiteX9" fmla="*/ 398956 w 3032184"/>
              <a:gd name="connsiteY9" fmla="*/ 31466 h 2598764"/>
              <a:gd name="connsiteX10" fmla="*/ 774232 w 3032184"/>
              <a:gd name="connsiteY10" fmla="*/ 31466 h 2598764"/>
              <a:gd name="connsiteX11" fmla="*/ 774232 w 3032184"/>
              <a:gd name="connsiteY11" fmla="*/ 421939 h 2598764"/>
              <a:gd name="connsiteX12" fmla="*/ 1732506 w 3032184"/>
              <a:gd name="connsiteY12" fmla="*/ 0 h 2598764"/>
              <a:gd name="connsiteX13" fmla="*/ 3032185 w 3032184"/>
              <a:gd name="connsiteY13" fmla="*/ 1299382 h 2598764"/>
              <a:gd name="connsiteX14" fmla="*/ 1732506 w 3032184"/>
              <a:gd name="connsiteY14" fmla="*/ 2598765 h 2598764"/>
              <a:gd name="connsiteX15" fmla="*/ 297493 w 3032184"/>
              <a:gd name="connsiteY15" fmla="*/ 1621531 h 2598764"/>
              <a:gd name="connsiteX16" fmla="*/ 535488 w 3032184"/>
              <a:gd name="connsiteY16" fmla="*/ 1621531 h 2598764"/>
              <a:gd name="connsiteX17" fmla="*/ 541783 w 3032184"/>
              <a:gd name="connsiteY17" fmla="*/ 1643257 h 2598764"/>
              <a:gd name="connsiteX18" fmla="*/ 1732655 w 3032184"/>
              <a:gd name="connsiteY18" fmla="*/ 2538680 h 2598764"/>
              <a:gd name="connsiteX19" fmla="*/ 2972386 w 3032184"/>
              <a:gd name="connsiteY19" fmla="*/ 1299232 h 2598764"/>
              <a:gd name="connsiteX20" fmla="*/ 1732655 w 3032184"/>
              <a:gd name="connsiteY20" fmla="*/ 59785 h 2598764"/>
              <a:gd name="connsiteX21" fmla="*/ 767638 w 3032184"/>
              <a:gd name="connsiteY21" fmla="*/ 521431 h 2598764"/>
              <a:gd name="connsiteX22" fmla="*/ 714284 w 3032184"/>
              <a:gd name="connsiteY22" fmla="*/ 587509 h 2598764"/>
              <a:gd name="connsiteX23" fmla="*/ 714284 w 3032184"/>
              <a:gd name="connsiteY23" fmla="*/ 91250 h 2598764"/>
              <a:gd name="connsiteX24" fmla="*/ 424584 w 3032184"/>
              <a:gd name="connsiteY24" fmla="*/ 91250 h 2598764"/>
              <a:gd name="connsiteX25" fmla="*/ 59798 w 3032184"/>
              <a:gd name="connsiteY25" fmla="*/ 281393 h 2598764"/>
              <a:gd name="connsiteX26" fmla="*/ 59798 w 3032184"/>
              <a:gd name="connsiteY26" fmla="*/ 531320 h 2598764"/>
              <a:gd name="connsiteX27" fmla="*/ 260325 w 3032184"/>
              <a:gd name="connsiteY27" fmla="*/ 507646 h 2598764"/>
              <a:gd name="connsiteX28" fmla="*/ 297343 w 3032184"/>
              <a:gd name="connsiteY28" fmla="*/ 498656 h 2598764"/>
              <a:gd name="connsiteX29" fmla="*/ 297343 w 3032184"/>
              <a:gd name="connsiteY29" fmla="*/ 1621381 h 2598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3032184" h="2598764">
                <a:moveTo>
                  <a:pt x="1732655" y="2598615"/>
                </a:moveTo>
                <a:cubicBezTo>
                  <a:pt x="1164496" y="2598615"/>
                  <a:pt x="657033" y="2222675"/>
                  <a:pt x="490527" y="1681465"/>
                </a:cubicBezTo>
                <a:lnTo>
                  <a:pt x="237545" y="1681465"/>
                </a:lnTo>
                <a:lnTo>
                  <a:pt x="237545" y="573724"/>
                </a:lnTo>
                <a:cubicBezTo>
                  <a:pt x="169504" y="585861"/>
                  <a:pt x="84377" y="592454"/>
                  <a:pt x="29824" y="592004"/>
                </a:cubicBezTo>
                <a:lnTo>
                  <a:pt x="0" y="592004"/>
                </a:lnTo>
                <a:lnTo>
                  <a:pt x="0" y="229849"/>
                </a:lnTo>
                <a:lnTo>
                  <a:pt x="25928" y="226253"/>
                </a:lnTo>
                <a:cubicBezTo>
                  <a:pt x="164258" y="207374"/>
                  <a:pt x="296894" y="139798"/>
                  <a:pt x="390113" y="40905"/>
                </a:cubicBezTo>
                <a:lnTo>
                  <a:pt x="398956" y="31466"/>
                </a:lnTo>
                <a:lnTo>
                  <a:pt x="774232" y="31466"/>
                </a:lnTo>
                <a:lnTo>
                  <a:pt x="774232" y="421939"/>
                </a:lnTo>
                <a:cubicBezTo>
                  <a:pt x="1020470" y="152833"/>
                  <a:pt x="1365322" y="0"/>
                  <a:pt x="1732506" y="0"/>
                </a:cubicBezTo>
                <a:cubicBezTo>
                  <a:pt x="2449187" y="0"/>
                  <a:pt x="3032185" y="582864"/>
                  <a:pt x="3032185" y="1299382"/>
                </a:cubicBezTo>
                <a:cubicBezTo>
                  <a:pt x="3032185" y="2015901"/>
                  <a:pt x="2449187" y="2598765"/>
                  <a:pt x="1732506" y="2598765"/>
                </a:cubicBezTo>
                <a:close/>
                <a:moveTo>
                  <a:pt x="297493" y="1621531"/>
                </a:moveTo>
                <a:lnTo>
                  <a:pt x="535488" y="1621531"/>
                </a:lnTo>
                <a:lnTo>
                  <a:pt x="541783" y="1643257"/>
                </a:lnTo>
                <a:cubicBezTo>
                  <a:pt x="693901" y="2170532"/>
                  <a:pt x="1183529" y="2538680"/>
                  <a:pt x="1732655" y="2538680"/>
                </a:cubicBezTo>
                <a:cubicBezTo>
                  <a:pt x="2416216" y="2538680"/>
                  <a:pt x="2972386" y="1982637"/>
                  <a:pt x="2972386" y="1299232"/>
                </a:cubicBezTo>
                <a:cubicBezTo>
                  <a:pt x="2972386" y="615828"/>
                  <a:pt x="2416216" y="59785"/>
                  <a:pt x="1732655" y="59785"/>
                </a:cubicBezTo>
                <a:cubicBezTo>
                  <a:pt x="1356330" y="59785"/>
                  <a:pt x="1004583" y="228051"/>
                  <a:pt x="767638" y="521431"/>
                </a:cubicBezTo>
                <a:lnTo>
                  <a:pt x="714284" y="587509"/>
                </a:lnTo>
                <a:lnTo>
                  <a:pt x="714284" y="91250"/>
                </a:lnTo>
                <a:lnTo>
                  <a:pt x="424584" y="91250"/>
                </a:lnTo>
                <a:cubicBezTo>
                  <a:pt x="328666" y="188794"/>
                  <a:pt x="197529" y="256970"/>
                  <a:pt x="59798" y="281393"/>
                </a:cubicBezTo>
                <a:lnTo>
                  <a:pt x="59798" y="531320"/>
                </a:lnTo>
                <a:cubicBezTo>
                  <a:pt x="116749" y="529372"/>
                  <a:pt x="200977" y="521881"/>
                  <a:pt x="260325" y="507646"/>
                </a:cubicBezTo>
                <a:lnTo>
                  <a:pt x="297343" y="498656"/>
                </a:lnTo>
                <a:lnTo>
                  <a:pt x="297343" y="1621381"/>
                </a:lnTo>
                <a:close/>
              </a:path>
            </a:pathLst>
          </a:custGeom>
          <a:solidFill>
            <a:schemeClr val="accent4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73080DAD-8CD0-01E5-4C60-6414CC588F69}"/>
              </a:ext>
            </a:extLst>
          </p:cNvPr>
          <p:cNvSpPr/>
          <p:nvPr/>
        </p:nvSpPr>
        <p:spPr>
          <a:xfrm>
            <a:off x="4983411" y="3413279"/>
            <a:ext cx="2539409" cy="2538829"/>
          </a:xfrm>
          <a:custGeom>
            <a:avLst/>
            <a:gdLst>
              <a:gd name="connsiteX0" fmla="*/ 2539409 w 2539409"/>
              <a:gd name="connsiteY0" fmla="*/ 1269415 h 2538829"/>
              <a:gd name="connsiteX1" fmla="*/ 1269705 w 2539409"/>
              <a:gd name="connsiteY1" fmla="*/ 2538830 h 2538829"/>
              <a:gd name="connsiteX2" fmla="*/ 1 w 2539409"/>
              <a:gd name="connsiteY2" fmla="*/ 1269415 h 2538829"/>
              <a:gd name="connsiteX3" fmla="*/ 1269705 w 2539409"/>
              <a:gd name="connsiteY3" fmla="*/ 0 h 2538829"/>
              <a:gd name="connsiteX4" fmla="*/ 2539409 w 2539409"/>
              <a:gd name="connsiteY4" fmla="*/ 1269415 h 2538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9409" h="2538829">
                <a:moveTo>
                  <a:pt x="2539409" y="1269415"/>
                </a:moveTo>
                <a:cubicBezTo>
                  <a:pt x="2539409" y="1970493"/>
                  <a:pt x="1970943" y="2538830"/>
                  <a:pt x="1269705" y="2538830"/>
                </a:cubicBezTo>
                <a:cubicBezTo>
                  <a:pt x="568467" y="2538830"/>
                  <a:pt x="1" y="1970493"/>
                  <a:pt x="1" y="1269415"/>
                </a:cubicBezTo>
                <a:cubicBezTo>
                  <a:pt x="1" y="568337"/>
                  <a:pt x="568467" y="0"/>
                  <a:pt x="1269705" y="0"/>
                </a:cubicBezTo>
                <a:cubicBezTo>
                  <a:pt x="1970943" y="0"/>
                  <a:pt x="2539409" y="568337"/>
                  <a:pt x="2539409" y="1269415"/>
                </a:cubicBezTo>
                <a:close/>
              </a:path>
            </a:pathLst>
          </a:custGeom>
          <a:solidFill>
            <a:schemeClr val="bg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8" name="Forme libre 7">
            <a:extLst>
              <a:ext uri="{FF2B5EF4-FFF2-40B4-BE49-F238E27FC236}">
                <a16:creationId xmlns:a16="http://schemas.microsoft.com/office/drawing/2014/main" id="{BD58092A-B29F-5B78-946D-BAB0BB04F73A}"/>
              </a:ext>
            </a:extLst>
          </p:cNvPr>
          <p:cNvSpPr/>
          <p:nvPr/>
        </p:nvSpPr>
        <p:spPr>
          <a:xfrm>
            <a:off x="4404224" y="3188973"/>
            <a:ext cx="3001760" cy="2598764"/>
          </a:xfrm>
          <a:custGeom>
            <a:avLst/>
            <a:gdLst>
              <a:gd name="connsiteX0" fmla="*/ 1702082 w 3001760"/>
              <a:gd name="connsiteY0" fmla="*/ 2598315 h 2598764"/>
              <a:gd name="connsiteX1" fmla="*/ 459953 w 3001760"/>
              <a:gd name="connsiteY1" fmla="*/ 1681166 h 2598764"/>
              <a:gd name="connsiteX2" fmla="*/ 17535 w 3001760"/>
              <a:gd name="connsiteY2" fmla="*/ 1681166 h 2598764"/>
              <a:gd name="connsiteX3" fmla="*/ 17535 w 3001760"/>
              <a:gd name="connsiteY3" fmla="*/ 1611042 h 2598764"/>
              <a:gd name="connsiteX4" fmla="*/ 480335 w 3001760"/>
              <a:gd name="connsiteY4" fmla="*/ 832192 h 2598764"/>
              <a:gd name="connsiteX5" fmla="*/ 499818 w 3001760"/>
              <a:gd name="connsiteY5" fmla="*/ 818257 h 2598764"/>
              <a:gd name="connsiteX6" fmla="*/ 757446 w 3001760"/>
              <a:gd name="connsiteY6" fmla="*/ 522630 h 2598764"/>
              <a:gd name="connsiteX7" fmla="*/ 745307 w 3001760"/>
              <a:gd name="connsiteY7" fmla="*/ 444865 h 2598764"/>
              <a:gd name="connsiteX8" fmla="*/ 638899 w 3001760"/>
              <a:gd name="connsiteY8" fmla="*/ 382233 h 2598764"/>
              <a:gd name="connsiteX9" fmla="*/ 494723 w 3001760"/>
              <a:gd name="connsiteY9" fmla="*/ 567880 h 2598764"/>
              <a:gd name="connsiteX10" fmla="*/ 492026 w 3001760"/>
              <a:gd name="connsiteY10" fmla="*/ 594851 h 2598764"/>
              <a:gd name="connsiteX11" fmla="*/ 0 w 3001760"/>
              <a:gd name="connsiteY11" fmla="*/ 594851 h 2598764"/>
              <a:gd name="connsiteX12" fmla="*/ 2098 w 3001760"/>
              <a:gd name="connsiteY12" fmla="*/ 562936 h 2598764"/>
              <a:gd name="connsiteX13" fmla="*/ 657633 w 3001760"/>
              <a:gd name="connsiteY13" fmla="*/ 749 h 2598764"/>
              <a:gd name="connsiteX14" fmla="*/ 1119834 w 3001760"/>
              <a:gd name="connsiteY14" fmla="*/ 137700 h 2598764"/>
              <a:gd name="connsiteX15" fmla="*/ 1702082 w 3001760"/>
              <a:gd name="connsiteY15" fmla="*/ 0 h 2598764"/>
              <a:gd name="connsiteX16" fmla="*/ 3001760 w 3001760"/>
              <a:gd name="connsiteY16" fmla="*/ 1299382 h 2598764"/>
              <a:gd name="connsiteX17" fmla="*/ 1702082 w 3001760"/>
              <a:gd name="connsiteY17" fmla="*/ 2598764 h 2598764"/>
              <a:gd name="connsiteX18" fmla="*/ 77483 w 3001760"/>
              <a:gd name="connsiteY18" fmla="*/ 1621231 h 2598764"/>
              <a:gd name="connsiteX19" fmla="*/ 504764 w 3001760"/>
              <a:gd name="connsiteY19" fmla="*/ 1621231 h 2598764"/>
              <a:gd name="connsiteX20" fmla="*/ 511059 w 3001760"/>
              <a:gd name="connsiteY20" fmla="*/ 1642957 h 2598764"/>
              <a:gd name="connsiteX21" fmla="*/ 1701932 w 3001760"/>
              <a:gd name="connsiteY21" fmla="*/ 2538381 h 2598764"/>
              <a:gd name="connsiteX22" fmla="*/ 2941662 w 3001760"/>
              <a:gd name="connsiteY22" fmla="*/ 1298933 h 2598764"/>
              <a:gd name="connsiteX23" fmla="*/ 1701932 w 3001760"/>
              <a:gd name="connsiteY23" fmla="*/ 59485 h 2598764"/>
              <a:gd name="connsiteX24" fmla="*/ 1129126 w 3001760"/>
              <a:gd name="connsiteY24" fmla="*/ 199732 h 2598764"/>
              <a:gd name="connsiteX25" fmla="*/ 1110542 w 3001760"/>
              <a:gd name="connsiteY25" fmla="*/ 209472 h 2598764"/>
              <a:gd name="connsiteX26" fmla="*/ 1095105 w 3001760"/>
              <a:gd name="connsiteY26" fmla="*/ 195387 h 2598764"/>
              <a:gd name="connsiteX27" fmla="*/ 657483 w 3001760"/>
              <a:gd name="connsiteY27" fmla="*/ 60384 h 2598764"/>
              <a:gd name="connsiteX28" fmla="*/ 64594 w 3001760"/>
              <a:gd name="connsiteY28" fmla="*/ 534617 h 2598764"/>
              <a:gd name="connsiteX29" fmla="*/ 438222 w 3001760"/>
              <a:gd name="connsiteY29" fmla="*/ 534617 h 2598764"/>
              <a:gd name="connsiteX30" fmla="*/ 638899 w 3001760"/>
              <a:gd name="connsiteY30" fmla="*/ 321999 h 2598764"/>
              <a:gd name="connsiteX31" fmla="*/ 801209 w 3001760"/>
              <a:gd name="connsiteY31" fmla="*/ 422839 h 2598764"/>
              <a:gd name="connsiteX32" fmla="*/ 817395 w 3001760"/>
              <a:gd name="connsiteY32" fmla="*/ 522480 h 2598764"/>
              <a:gd name="connsiteX33" fmla="*/ 534739 w 3001760"/>
              <a:gd name="connsiteY33" fmla="*/ 866804 h 2598764"/>
              <a:gd name="connsiteX34" fmla="*/ 515256 w 3001760"/>
              <a:gd name="connsiteY34" fmla="*/ 880739 h 2598764"/>
              <a:gd name="connsiteX35" fmla="*/ 77483 w 3001760"/>
              <a:gd name="connsiteY35" fmla="*/ 1610893 h 2598764"/>
              <a:gd name="connsiteX36" fmla="*/ 77483 w 3001760"/>
              <a:gd name="connsiteY36" fmla="*/ 1621081 h 2598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001760" h="2598764">
                <a:moveTo>
                  <a:pt x="1702082" y="2598315"/>
                </a:moveTo>
                <a:cubicBezTo>
                  <a:pt x="1133921" y="2598315"/>
                  <a:pt x="626459" y="2222375"/>
                  <a:pt x="459953" y="1681166"/>
                </a:cubicBezTo>
                <a:lnTo>
                  <a:pt x="17535" y="1681166"/>
                </a:lnTo>
                <a:lnTo>
                  <a:pt x="17535" y="1611042"/>
                </a:lnTo>
                <a:cubicBezTo>
                  <a:pt x="17535" y="1293239"/>
                  <a:pt x="151669" y="1067585"/>
                  <a:pt x="480335" y="832192"/>
                </a:cubicBezTo>
                <a:lnTo>
                  <a:pt x="499818" y="818257"/>
                </a:lnTo>
                <a:cubicBezTo>
                  <a:pt x="708738" y="668421"/>
                  <a:pt x="757446" y="623170"/>
                  <a:pt x="757446" y="522630"/>
                </a:cubicBezTo>
                <a:cubicBezTo>
                  <a:pt x="757446" y="491614"/>
                  <a:pt x="753400" y="465542"/>
                  <a:pt x="745307" y="444865"/>
                </a:cubicBezTo>
                <a:cubicBezTo>
                  <a:pt x="728671" y="402161"/>
                  <a:pt x="694800" y="382233"/>
                  <a:pt x="638899" y="382233"/>
                </a:cubicBezTo>
                <a:cubicBezTo>
                  <a:pt x="547627" y="382233"/>
                  <a:pt x="508511" y="432578"/>
                  <a:pt x="494723" y="567880"/>
                </a:cubicBezTo>
                <a:lnTo>
                  <a:pt x="492026" y="594851"/>
                </a:lnTo>
                <a:lnTo>
                  <a:pt x="0" y="594851"/>
                </a:lnTo>
                <a:lnTo>
                  <a:pt x="2098" y="562936"/>
                </a:lnTo>
                <a:cubicBezTo>
                  <a:pt x="13339" y="393920"/>
                  <a:pt x="99813" y="749"/>
                  <a:pt x="657633" y="749"/>
                </a:cubicBezTo>
                <a:cubicBezTo>
                  <a:pt x="855012" y="749"/>
                  <a:pt x="1010428" y="46749"/>
                  <a:pt x="1119834" y="137700"/>
                </a:cubicBezTo>
                <a:cubicBezTo>
                  <a:pt x="1301777" y="46299"/>
                  <a:pt x="1497508" y="0"/>
                  <a:pt x="1702082" y="0"/>
                </a:cubicBezTo>
                <a:cubicBezTo>
                  <a:pt x="2418764" y="0"/>
                  <a:pt x="3001760" y="582864"/>
                  <a:pt x="3001760" y="1299382"/>
                </a:cubicBezTo>
                <a:cubicBezTo>
                  <a:pt x="3001760" y="2015901"/>
                  <a:pt x="2418764" y="2598764"/>
                  <a:pt x="1702082" y="2598764"/>
                </a:cubicBezTo>
                <a:close/>
                <a:moveTo>
                  <a:pt x="77483" y="1621231"/>
                </a:moveTo>
                <a:lnTo>
                  <a:pt x="504764" y="1621231"/>
                </a:lnTo>
                <a:lnTo>
                  <a:pt x="511059" y="1642957"/>
                </a:lnTo>
                <a:cubicBezTo>
                  <a:pt x="663178" y="2170232"/>
                  <a:pt x="1152805" y="2538381"/>
                  <a:pt x="1701932" y="2538381"/>
                </a:cubicBezTo>
                <a:cubicBezTo>
                  <a:pt x="2385492" y="2538381"/>
                  <a:pt x="2941662" y="1982337"/>
                  <a:pt x="2941662" y="1298933"/>
                </a:cubicBezTo>
                <a:cubicBezTo>
                  <a:pt x="2941662" y="615528"/>
                  <a:pt x="2385492" y="59485"/>
                  <a:pt x="1701932" y="59485"/>
                </a:cubicBezTo>
                <a:cubicBezTo>
                  <a:pt x="1500206" y="59485"/>
                  <a:pt x="1307472" y="106684"/>
                  <a:pt x="1129126" y="199732"/>
                </a:cubicBezTo>
                <a:lnTo>
                  <a:pt x="1110542" y="209472"/>
                </a:lnTo>
                <a:lnTo>
                  <a:pt x="1095105" y="195387"/>
                </a:lnTo>
                <a:cubicBezTo>
                  <a:pt x="996340" y="105785"/>
                  <a:pt x="849167" y="60384"/>
                  <a:pt x="657483" y="60384"/>
                </a:cubicBezTo>
                <a:cubicBezTo>
                  <a:pt x="492475" y="60384"/>
                  <a:pt x="110905" y="107433"/>
                  <a:pt x="64594" y="534617"/>
                </a:cubicBezTo>
                <a:lnTo>
                  <a:pt x="438222" y="534617"/>
                </a:lnTo>
                <a:cubicBezTo>
                  <a:pt x="452460" y="430331"/>
                  <a:pt x="492475" y="321999"/>
                  <a:pt x="638899" y="321999"/>
                </a:cubicBezTo>
                <a:cubicBezTo>
                  <a:pt x="740511" y="321999"/>
                  <a:pt x="783225" y="376839"/>
                  <a:pt x="801209" y="422839"/>
                </a:cubicBezTo>
                <a:cubicBezTo>
                  <a:pt x="811999" y="450559"/>
                  <a:pt x="817395" y="483972"/>
                  <a:pt x="817395" y="522480"/>
                </a:cubicBezTo>
                <a:cubicBezTo>
                  <a:pt x="817395" y="657033"/>
                  <a:pt x="744708" y="716069"/>
                  <a:pt x="534739" y="866804"/>
                </a:cubicBezTo>
                <a:lnTo>
                  <a:pt x="515256" y="880739"/>
                </a:lnTo>
                <a:cubicBezTo>
                  <a:pt x="200227" y="1106243"/>
                  <a:pt x="77483" y="1311070"/>
                  <a:pt x="77483" y="1610893"/>
                </a:cubicBezTo>
                <a:lnTo>
                  <a:pt x="77483" y="1621081"/>
                </a:lnTo>
                <a:close/>
              </a:path>
            </a:pathLst>
          </a:custGeom>
          <a:solidFill>
            <a:schemeClr val="accent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D1F244D6-23AF-EE65-6696-0C79D0488A2B}"/>
              </a:ext>
            </a:extLst>
          </p:cNvPr>
          <p:cNvSpPr/>
          <p:nvPr/>
        </p:nvSpPr>
        <p:spPr>
          <a:xfrm>
            <a:off x="8491798" y="1468101"/>
            <a:ext cx="2539409" cy="2538829"/>
          </a:xfrm>
          <a:custGeom>
            <a:avLst/>
            <a:gdLst>
              <a:gd name="connsiteX0" fmla="*/ 2539409 w 2539409"/>
              <a:gd name="connsiteY0" fmla="*/ 1269415 h 2538829"/>
              <a:gd name="connsiteX1" fmla="*/ 1269705 w 2539409"/>
              <a:gd name="connsiteY1" fmla="*/ 2538830 h 2538829"/>
              <a:gd name="connsiteX2" fmla="*/ 1 w 2539409"/>
              <a:gd name="connsiteY2" fmla="*/ 1269415 h 2538829"/>
              <a:gd name="connsiteX3" fmla="*/ 1269705 w 2539409"/>
              <a:gd name="connsiteY3" fmla="*/ 0 h 2538829"/>
              <a:gd name="connsiteX4" fmla="*/ 2539409 w 2539409"/>
              <a:gd name="connsiteY4" fmla="*/ 1269415 h 2538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9409" h="2538829">
                <a:moveTo>
                  <a:pt x="2539409" y="1269415"/>
                </a:moveTo>
                <a:cubicBezTo>
                  <a:pt x="2539409" y="1970493"/>
                  <a:pt x="1970944" y="2538830"/>
                  <a:pt x="1269705" y="2538830"/>
                </a:cubicBezTo>
                <a:cubicBezTo>
                  <a:pt x="568467" y="2538830"/>
                  <a:pt x="1" y="1970493"/>
                  <a:pt x="1" y="1269415"/>
                </a:cubicBezTo>
                <a:cubicBezTo>
                  <a:pt x="1" y="568337"/>
                  <a:pt x="568467" y="0"/>
                  <a:pt x="1269705" y="0"/>
                </a:cubicBezTo>
                <a:cubicBezTo>
                  <a:pt x="1970944" y="0"/>
                  <a:pt x="2539409" y="568337"/>
                  <a:pt x="2539409" y="1269415"/>
                </a:cubicBezTo>
                <a:close/>
              </a:path>
            </a:pathLst>
          </a:custGeom>
          <a:solidFill>
            <a:schemeClr val="bg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1" name="Forme libre 10">
            <a:extLst>
              <a:ext uri="{FF2B5EF4-FFF2-40B4-BE49-F238E27FC236}">
                <a16:creationId xmlns:a16="http://schemas.microsoft.com/office/drawing/2014/main" id="{61F77B2F-8425-9567-367A-5854E9B3292C}"/>
              </a:ext>
            </a:extLst>
          </p:cNvPr>
          <p:cNvSpPr/>
          <p:nvPr/>
        </p:nvSpPr>
        <p:spPr>
          <a:xfrm>
            <a:off x="7687442" y="1243346"/>
            <a:ext cx="3253842" cy="2598764"/>
          </a:xfrm>
          <a:custGeom>
            <a:avLst/>
            <a:gdLst>
              <a:gd name="connsiteX0" fmla="*/ 1954165 w 3253842"/>
              <a:gd name="connsiteY0" fmla="*/ 2598765 h 2598764"/>
              <a:gd name="connsiteX1" fmla="*/ 721478 w 3253842"/>
              <a:gd name="connsiteY1" fmla="*/ 1712032 h 2598764"/>
              <a:gd name="connsiteX2" fmla="*/ 670221 w 3253842"/>
              <a:gd name="connsiteY2" fmla="*/ 1713231 h 2598764"/>
              <a:gd name="connsiteX3" fmla="*/ 2248 w 3253842"/>
              <a:gd name="connsiteY3" fmla="*/ 1202438 h 2598764"/>
              <a:gd name="connsiteX4" fmla="*/ 0 w 3253842"/>
              <a:gd name="connsiteY4" fmla="*/ 1170373 h 2598764"/>
              <a:gd name="connsiteX5" fmla="*/ 495623 w 3253842"/>
              <a:gd name="connsiteY5" fmla="*/ 1170373 h 2598764"/>
              <a:gd name="connsiteX6" fmla="*/ 499668 w 3253842"/>
              <a:gd name="connsiteY6" fmla="*/ 1195696 h 2598764"/>
              <a:gd name="connsiteX7" fmla="*/ 663028 w 3253842"/>
              <a:gd name="connsiteY7" fmla="*/ 1340737 h 2598764"/>
              <a:gd name="connsiteX8" fmla="*/ 683560 w 3253842"/>
              <a:gd name="connsiteY8" fmla="*/ 1339688 h 2598764"/>
              <a:gd name="connsiteX9" fmla="*/ 809302 w 3253842"/>
              <a:gd name="connsiteY9" fmla="*/ 1169324 h 2598764"/>
              <a:gd name="connsiteX10" fmla="*/ 715633 w 3253842"/>
              <a:gd name="connsiteY10" fmla="*/ 1008999 h 2598764"/>
              <a:gd name="connsiteX11" fmla="*/ 616717 w 3253842"/>
              <a:gd name="connsiteY11" fmla="*/ 995963 h 2598764"/>
              <a:gd name="connsiteX12" fmla="*/ 445715 w 3253842"/>
              <a:gd name="connsiteY12" fmla="*/ 995963 h 2598764"/>
              <a:gd name="connsiteX13" fmla="*/ 445715 w 3253842"/>
              <a:gd name="connsiteY13" fmla="*/ 623620 h 2598764"/>
              <a:gd name="connsiteX14" fmla="*/ 609224 w 3253842"/>
              <a:gd name="connsiteY14" fmla="*/ 623620 h 2598764"/>
              <a:gd name="connsiteX15" fmla="*/ 769886 w 3253842"/>
              <a:gd name="connsiteY15" fmla="*/ 496708 h 2598764"/>
              <a:gd name="connsiteX16" fmla="*/ 650588 w 3253842"/>
              <a:gd name="connsiteY16" fmla="*/ 375640 h 2598764"/>
              <a:gd name="connsiteX17" fmla="*/ 514806 w 3253842"/>
              <a:gd name="connsiteY17" fmla="*/ 497757 h 2598764"/>
              <a:gd name="connsiteX18" fmla="*/ 510909 w 3253842"/>
              <a:gd name="connsiteY18" fmla="*/ 523229 h 2598764"/>
              <a:gd name="connsiteX19" fmla="*/ 27726 w 3253842"/>
              <a:gd name="connsiteY19" fmla="*/ 523229 h 2598764"/>
              <a:gd name="connsiteX20" fmla="*/ 31472 w 3253842"/>
              <a:gd name="connsiteY20" fmla="*/ 489966 h 2598764"/>
              <a:gd name="connsiteX21" fmla="*/ 182542 w 3253842"/>
              <a:gd name="connsiteY21" fmla="*/ 164820 h 2598764"/>
              <a:gd name="connsiteX22" fmla="*/ 673669 w 3253842"/>
              <a:gd name="connsiteY22" fmla="*/ 899 h 2598764"/>
              <a:gd name="connsiteX23" fmla="*/ 1215152 w 3253842"/>
              <a:gd name="connsiteY23" fmla="*/ 230748 h 2598764"/>
              <a:gd name="connsiteX24" fmla="*/ 1954165 w 3253842"/>
              <a:gd name="connsiteY24" fmla="*/ 0 h 2598764"/>
              <a:gd name="connsiteX25" fmla="*/ 3253843 w 3253842"/>
              <a:gd name="connsiteY25" fmla="*/ 1299382 h 2598764"/>
              <a:gd name="connsiteX26" fmla="*/ 1954165 w 3253842"/>
              <a:gd name="connsiteY26" fmla="*/ 2598765 h 2598764"/>
              <a:gd name="connsiteX27" fmla="*/ 764640 w 3253842"/>
              <a:gd name="connsiteY27" fmla="*/ 1649550 h 2598764"/>
              <a:gd name="connsiteX28" fmla="*/ 771684 w 3253842"/>
              <a:gd name="connsiteY28" fmla="*/ 1671876 h 2598764"/>
              <a:gd name="connsiteX29" fmla="*/ 1954314 w 3253842"/>
              <a:gd name="connsiteY29" fmla="*/ 2538830 h 2598764"/>
              <a:gd name="connsiteX30" fmla="*/ 3194045 w 3253842"/>
              <a:gd name="connsiteY30" fmla="*/ 1299382 h 2598764"/>
              <a:gd name="connsiteX31" fmla="*/ 1954314 w 3253842"/>
              <a:gd name="connsiteY31" fmla="*/ 59935 h 2598764"/>
              <a:gd name="connsiteX32" fmla="*/ 1224144 w 3253842"/>
              <a:gd name="connsiteY32" fmla="*/ 297875 h 2598764"/>
              <a:gd name="connsiteX33" fmla="*/ 1196867 w 3253842"/>
              <a:gd name="connsiteY33" fmla="*/ 317803 h 2598764"/>
              <a:gd name="connsiteX34" fmla="*/ 1180382 w 3253842"/>
              <a:gd name="connsiteY34" fmla="*/ 288286 h 2598764"/>
              <a:gd name="connsiteX35" fmla="*/ 673818 w 3253842"/>
              <a:gd name="connsiteY35" fmla="*/ 60684 h 2598764"/>
              <a:gd name="connsiteX36" fmla="*/ 95917 w 3253842"/>
              <a:gd name="connsiteY36" fmla="*/ 463145 h 2598764"/>
              <a:gd name="connsiteX37" fmla="*/ 460402 w 3253842"/>
              <a:gd name="connsiteY37" fmla="*/ 463145 h 2598764"/>
              <a:gd name="connsiteX38" fmla="*/ 650888 w 3253842"/>
              <a:gd name="connsiteY38" fmla="*/ 315556 h 2598764"/>
              <a:gd name="connsiteX39" fmla="*/ 830134 w 3253842"/>
              <a:gd name="connsiteY39" fmla="*/ 496558 h 2598764"/>
              <a:gd name="connsiteX40" fmla="*/ 609524 w 3253842"/>
              <a:gd name="connsiteY40" fmla="*/ 683405 h 2598764"/>
              <a:gd name="connsiteX41" fmla="*/ 505964 w 3253842"/>
              <a:gd name="connsiteY41" fmla="*/ 683405 h 2598764"/>
              <a:gd name="connsiteX42" fmla="*/ 505964 w 3253842"/>
              <a:gd name="connsiteY42" fmla="*/ 935879 h 2598764"/>
              <a:gd name="connsiteX43" fmla="*/ 617018 w 3253842"/>
              <a:gd name="connsiteY43" fmla="*/ 935879 h 2598764"/>
              <a:gd name="connsiteX44" fmla="*/ 734517 w 3253842"/>
              <a:gd name="connsiteY44" fmla="*/ 951911 h 2598764"/>
              <a:gd name="connsiteX45" fmla="*/ 869549 w 3253842"/>
              <a:gd name="connsiteY45" fmla="*/ 1169174 h 2598764"/>
              <a:gd name="connsiteX46" fmla="*/ 689704 w 3253842"/>
              <a:gd name="connsiteY46" fmla="*/ 1399174 h 2598764"/>
              <a:gd name="connsiteX47" fmla="*/ 663328 w 3253842"/>
              <a:gd name="connsiteY47" fmla="*/ 1400522 h 2598764"/>
              <a:gd name="connsiteX48" fmla="*/ 445715 w 3253842"/>
              <a:gd name="connsiteY48" fmla="*/ 1230158 h 2598764"/>
              <a:gd name="connsiteX49" fmla="*/ 65493 w 3253842"/>
              <a:gd name="connsiteY49" fmla="*/ 1230158 h 2598764"/>
              <a:gd name="connsiteX50" fmla="*/ 670521 w 3253842"/>
              <a:gd name="connsiteY50" fmla="*/ 1652997 h 2598764"/>
              <a:gd name="connsiteX51" fmla="*/ 741410 w 3253842"/>
              <a:gd name="connsiteY51" fmla="*/ 1650749 h 2598764"/>
              <a:gd name="connsiteX52" fmla="*/ 764790 w 3253842"/>
              <a:gd name="connsiteY52" fmla="*/ 1649401 h 2598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3253842" h="2598764">
                <a:moveTo>
                  <a:pt x="1954165" y="2598765"/>
                </a:moveTo>
                <a:cubicBezTo>
                  <a:pt x="1391549" y="2598765"/>
                  <a:pt x="899074" y="2243352"/>
                  <a:pt x="721478" y="1712032"/>
                </a:cubicBezTo>
                <a:cubicBezTo>
                  <a:pt x="703942" y="1712781"/>
                  <a:pt x="687007" y="1713231"/>
                  <a:pt x="670221" y="1713231"/>
                </a:cubicBezTo>
                <a:cubicBezTo>
                  <a:pt x="82579" y="1713231"/>
                  <a:pt x="10341" y="1322307"/>
                  <a:pt x="2248" y="1202438"/>
                </a:cubicBezTo>
                <a:lnTo>
                  <a:pt x="0" y="1170373"/>
                </a:lnTo>
                <a:lnTo>
                  <a:pt x="495623" y="1170373"/>
                </a:lnTo>
                <a:lnTo>
                  <a:pt x="499668" y="1195696"/>
                </a:lnTo>
                <a:cubicBezTo>
                  <a:pt x="515106" y="1293239"/>
                  <a:pt x="568460" y="1340737"/>
                  <a:pt x="663028" y="1340737"/>
                </a:cubicBezTo>
                <a:cubicBezTo>
                  <a:pt x="669622" y="1340737"/>
                  <a:pt x="676367" y="1340437"/>
                  <a:pt x="683560" y="1339688"/>
                </a:cubicBezTo>
                <a:cubicBezTo>
                  <a:pt x="787570" y="1329350"/>
                  <a:pt x="809302" y="1241396"/>
                  <a:pt x="809302" y="1169324"/>
                </a:cubicBezTo>
                <a:cubicBezTo>
                  <a:pt x="809302" y="1078223"/>
                  <a:pt x="781276" y="1030276"/>
                  <a:pt x="715633" y="1008999"/>
                </a:cubicBezTo>
                <a:cubicBezTo>
                  <a:pt x="688955" y="1000309"/>
                  <a:pt x="655684" y="995963"/>
                  <a:pt x="616717" y="995963"/>
                </a:cubicBezTo>
                <a:lnTo>
                  <a:pt x="445715" y="995963"/>
                </a:lnTo>
                <a:lnTo>
                  <a:pt x="445715" y="623620"/>
                </a:lnTo>
                <a:lnTo>
                  <a:pt x="609224" y="623620"/>
                </a:lnTo>
                <a:cubicBezTo>
                  <a:pt x="745757" y="623620"/>
                  <a:pt x="769886" y="582714"/>
                  <a:pt x="769886" y="496708"/>
                </a:cubicBezTo>
                <a:cubicBezTo>
                  <a:pt x="769886" y="415197"/>
                  <a:pt x="730919" y="375640"/>
                  <a:pt x="650588" y="375640"/>
                </a:cubicBezTo>
                <a:cubicBezTo>
                  <a:pt x="552873" y="375640"/>
                  <a:pt x="526196" y="422389"/>
                  <a:pt x="514806" y="497757"/>
                </a:cubicBezTo>
                <a:lnTo>
                  <a:pt x="510909" y="523229"/>
                </a:lnTo>
                <a:lnTo>
                  <a:pt x="27726" y="523229"/>
                </a:lnTo>
                <a:lnTo>
                  <a:pt x="31472" y="489966"/>
                </a:lnTo>
                <a:cubicBezTo>
                  <a:pt x="41664" y="398865"/>
                  <a:pt x="76135" y="268507"/>
                  <a:pt x="182542" y="164820"/>
                </a:cubicBezTo>
                <a:cubicBezTo>
                  <a:pt x="294196" y="56039"/>
                  <a:pt x="459503" y="899"/>
                  <a:pt x="673669" y="899"/>
                </a:cubicBezTo>
                <a:cubicBezTo>
                  <a:pt x="925152" y="899"/>
                  <a:pt x="1115788" y="82260"/>
                  <a:pt x="1215152" y="230748"/>
                </a:cubicBezTo>
                <a:cubicBezTo>
                  <a:pt x="1433064" y="79713"/>
                  <a:pt x="1687844" y="0"/>
                  <a:pt x="1954165" y="0"/>
                </a:cubicBezTo>
                <a:cubicBezTo>
                  <a:pt x="2670696" y="0"/>
                  <a:pt x="3253843" y="582864"/>
                  <a:pt x="3253843" y="1299382"/>
                </a:cubicBezTo>
                <a:cubicBezTo>
                  <a:pt x="3253843" y="2015901"/>
                  <a:pt x="2670846" y="2598765"/>
                  <a:pt x="1954165" y="2598765"/>
                </a:cubicBezTo>
                <a:close/>
                <a:moveTo>
                  <a:pt x="764640" y="1649550"/>
                </a:moveTo>
                <a:lnTo>
                  <a:pt x="771684" y="1671876"/>
                </a:lnTo>
                <a:cubicBezTo>
                  <a:pt x="934894" y="2190460"/>
                  <a:pt x="1410133" y="2538830"/>
                  <a:pt x="1954314" y="2538830"/>
                </a:cubicBezTo>
                <a:cubicBezTo>
                  <a:pt x="2637875" y="2538830"/>
                  <a:pt x="3194045" y="1982787"/>
                  <a:pt x="3194045" y="1299382"/>
                </a:cubicBezTo>
                <a:cubicBezTo>
                  <a:pt x="3194045" y="615978"/>
                  <a:pt x="2637875" y="59935"/>
                  <a:pt x="1954314" y="59935"/>
                </a:cubicBezTo>
                <a:cubicBezTo>
                  <a:pt x="1689942" y="59935"/>
                  <a:pt x="1437410" y="142195"/>
                  <a:pt x="1224144" y="297875"/>
                </a:cubicBezTo>
                <a:lnTo>
                  <a:pt x="1196867" y="317803"/>
                </a:lnTo>
                <a:lnTo>
                  <a:pt x="1180382" y="288286"/>
                </a:lnTo>
                <a:cubicBezTo>
                  <a:pt x="1098102" y="141596"/>
                  <a:pt x="918108" y="60684"/>
                  <a:pt x="673818" y="60684"/>
                </a:cubicBezTo>
                <a:cubicBezTo>
                  <a:pt x="239643" y="60684"/>
                  <a:pt x="123942" y="299074"/>
                  <a:pt x="95917" y="463145"/>
                </a:cubicBezTo>
                <a:lnTo>
                  <a:pt x="460402" y="463145"/>
                </a:lnTo>
                <a:cubicBezTo>
                  <a:pt x="475690" y="393621"/>
                  <a:pt x="516305" y="315556"/>
                  <a:pt x="650888" y="315556"/>
                </a:cubicBezTo>
                <a:cubicBezTo>
                  <a:pt x="764790" y="315556"/>
                  <a:pt x="830134" y="381484"/>
                  <a:pt x="830134" y="496558"/>
                </a:cubicBezTo>
                <a:cubicBezTo>
                  <a:pt x="830134" y="629163"/>
                  <a:pt x="766289" y="683405"/>
                  <a:pt x="609524" y="683405"/>
                </a:cubicBezTo>
                <a:lnTo>
                  <a:pt x="505964" y="683405"/>
                </a:lnTo>
                <a:lnTo>
                  <a:pt x="505964" y="935879"/>
                </a:lnTo>
                <a:lnTo>
                  <a:pt x="617018" y="935879"/>
                </a:lnTo>
                <a:cubicBezTo>
                  <a:pt x="663028" y="935879"/>
                  <a:pt x="701395" y="941123"/>
                  <a:pt x="734517" y="951911"/>
                </a:cubicBezTo>
                <a:cubicBezTo>
                  <a:pt x="825338" y="981429"/>
                  <a:pt x="869549" y="1052452"/>
                  <a:pt x="869549" y="1169174"/>
                </a:cubicBezTo>
                <a:cubicBezTo>
                  <a:pt x="869549" y="1302079"/>
                  <a:pt x="802257" y="1388086"/>
                  <a:pt x="689704" y="1399174"/>
                </a:cubicBezTo>
                <a:cubicBezTo>
                  <a:pt x="680563" y="1400072"/>
                  <a:pt x="671871" y="1400522"/>
                  <a:pt x="663328" y="1400522"/>
                </a:cubicBezTo>
                <a:cubicBezTo>
                  <a:pt x="548227" y="1400522"/>
                  <a:pt x="471793" y="1340288"/>
                  <a:pt x="445715" y="1230158"/>
                </a:cubicBezTo>
                <a:lnTo>
                  <a:pt x="65493" y="1230158"/>
                </a:lnTo>
                <a:cubicBezTo>
                  <a:pt x="84976" y="1378945"/>
                  <a:pt x="186888" y="1652997"/>
                  <a:pt x="670521" y="1652997"/>
                </a:cubicBezTo>
                <a:cubicBezTo>
                  <a:pt x="693152" y="1652997"/>
                  <a:pt x="716382" y="1652248"/>
                  <a:pt x="741410" y="1650749"/>
                </a:cubicBezTo>
                <a:lnTo>
                  <a:pt x="764790" y="1649401"/>
                </a:lnTo>
                <a:close/>
              </a:path>
            </a:pathLst>
          </a:custGeom>
          <a:solidFill>
            <a:srgbClr val="8272A3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grpSp>
        <p:nvGrpSpPr>
          <p:cNvPr id="3" name="Group 35">
            <a:extLst>
              <a:ext uri="{FF2B5EF4-FFF2-40B4-BE49-F238E27FC236}">
                <a16:creationId xmlns:a16="http://schemas.microsoft.com/office/drawing/2014/main" id="{F10B7948-4C50-DD8C-4FA1-B51FD68BE753}"/>
              </a:ext>
            </a:extLst>
          </p:cNvPr>
          <p:cNvGrpSpPr/>
          <p:nvPr/>
        </p:nvGrpSpPr>
        <p:grpSpPr>
          <a:xfrm>
            <a:off x="1940942" y="2036151"/>
            <a:ext cx="1499617" cy="1382486"/>
            <a:chOff x="332934" y="2720099"/>
            <a:chExt cx="2968095" cy="1382486"/>
          </a:xfrm>
        </p:grpSpPr>
        <p:sp>
          <p:nvSpPr>
            <p:cNvPr id="6" name="TextBox 36">
              <a:extLst>
                <a:ext uri="{FF2B5EF4-FFF2-40B4-BE49-F238E27FC236}">
                  <a16:creationId xmlns:a16="http://schemas.microsoft.com/office/drawing/2014/main" id="{9B73433B-02EC-A570-B585-61FCD60B4F2A}"/>
                </a:ext>
              </a:extLst>
            </p:cNvPr>
            <p:cNvSpPr txBox="1"/>
            <p:nvPr/>
          </p:nvSpPr>
          <p:spPr>
            <a:xfrm>
              <a:off x="332934" y="2720099"/>
              <a:ext cx="296809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b="1" noProof="1"/>
                <a:t>Lorem Ipsum</a:t>
              </a:r>
            </a:p>
          </p:txBody>
        </p:sp>
        <p:sp>
          <p:nvSpPr>
            <p:cNvPr id="9" name="TextBox 37">
              <a:extLst>
                <a:ext uri="{FF2B5EF4-FFF2-40B4-BE49-F238E27FC236}">
                  <a16:creationId xmlns:a16="http://schemas.microsoft.com/office/drawing/2014/main" id="{978EABA3-34A0-2BDC-4C75-290C97131C5D}"/>
                </a:ext>
              </a:extLst>
            </p:cNvPr>
            <p:cNvSpPr txBox="1"/>
            <p:nvPr/>
          </p:nvSpPr>
          <p:spPr>
            <a:xfrm>
              <a:off x="332936" y="3086922"/>
              <a:ext cx="2968093" cy="1015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Lorem ipsum dolor sit amet, nibh est. A magna maecenas, quam magna nec quis, lorem nunc viverra.</a:t>
              </a:r>
            </a:p>
          </p:txBody>
        </p:sp>
      </p:grpSp>
      <p:grpSp>
        <p:nvGrpSpPr>
          <p:cNvPr id="12" name="Group 35">
            <a:extLst>
              <a:ext uri="{FF2B5EF4-FFF2-40B4-BE49-F238E27FC236}">
                <a16:creationId xmlns:a16="http://schemas.microsoft.com/office/drawing/2014/main" id="{84730778-038C-37E4-225D-A5CBBD8C3C8B}"/>
              </a:ext>
            </a:extLst>
          </p:cNvPr>
          <p:cNvGrpSpPr/>
          <p:nvPr/>
        </p:nvGrpSpPr>
        <p:grpSpPr>
          <a:xfrm>
            <a:off x="5503308" y="3991450"/>
            <a:ext cx="1499617" cy="1382486"/>
            <a:chOff x="332934" y="2720099"/>
            <a:chExt cx="2968095" cy="1382486"/>
          </a:xfrm>
        </p:grpSpPr>
        <p:sp>
          <p:nvSpPr>
            <p:cNvPr id="13" name="TextBox 36">
              <a:extLst>
                <a:ext uri="{FF2B5EF4-FFF2-40B4-BE49-F238E27FC236}">
                  <a16:creationId xmlns:a16="http://schemas.microsoft.com/office/drawing/2014/main" id="{9B70727A-44EE-66E6-B096-F134858C7DC8}"/>
                </a:ext>
              </a:extLst>
            </p:cNvPr>
            <p:cNvSpPr txBox="1"/>
            <p:nvPr/>
          </p:nvSpPr>
          <p:spPr>
            <a:xfrm>
              <a:off x="332934" y="2720099"/>
              <a:ext cx="296809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b="1" noProof="1"/>
                <a:t>Lorem Ipsum</a:t>
              </a:r>
            </a:p>
          </p:txBody>
        </p:sp>
        <p:sp>
          <p:nvSpPr>
            <p:cNvPr id="14" name="TextBox 37">
              <a:extLst>
                <a:ext uri="{FF2B5EF4-FFF2-40B4-BE49-F238E27FC236}">
                  <a16:creationId xmlns:a16="http://schemas.microsoft.com/office/drawing/2014/main" id="{45BE7F05-AA70-63FB-E945-A7BDF1D129A7}"/>
                </a:ext>
              </a:extLst>
            </p:cNvPr>
            <p:cNvSpPr txBox="1"/>
            <p:nvPr/>
          </p:nvSpPr>
          <p:spPr>
            <a:xfrm>
              <a:off x="332936" y="3086922"/>
              <a:ext cx="2968093" cy="1015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Lorem ipsum dolor sit amet, nibh est. A magna maecenas, quam magna nec quis, lorem nunc viverra.</a:t>
              </a:r>
            </a:p>
          </p:txBody>
        </p:sp>
      </p:grpSp>
      <p:grpSp>
        <p:nvGrpSpPr>
          <p:cNvPr id="15" name="Group 35">
            <a:extLst>
              <a:ext uri="{FF2B5EF4-FFF2-40B4-BE49-F238E27FC236}">
                <a16:creationId xmlns:a16="http://schemas.microsoft.com/office/drawing/2014/main" id="{A667360A-D817-9504-4757-A922C95F5D3C}"/>
              </a:ext>
            </a:extLst>
          </p:cNvPr>
          <p:cNvGrpSpPr/>
          <p:nvPr/>
        </p:nvGrpSpPr>
        <p:grpSpPr>
          <a:xfrm>
            <a:off x="9009920" y="2030793"/>
            <a:ext cx="1499617" cy="1382486"/>
            <a:chOff x="332934" y="2720099"/>
            <a:chExt cx="2968095" cy="1382486"/>
          </a:xfrm>
        </p:grpSpPr>
        <p:sp>
          <p:nvSpPr>
            <p:cNvPr id="16" name="TextBox 36">
              <a:extLst>
                <a:ext uri="{FF2B5EF4-FFF2-40B4-BE49-F238E27FC236}">
                  <a16:creationId xmlns:a16="http://schemas.microsoft.com/office/drawing/2014/main" id="{6C8FB99A-D079-D493-29C0-10F8DA3A1203}"/>
                </a:ext>
              </a:extLst>
            </p:cNvPr>
            <p:cNvSpPr txBox="1"/>
            <p:nvPr/>
          </p:nvSpPr>
          <p:spPr>
            <a:xfrm>
              <a:off x="332934" y="2720099"/>
              <a:ext cx="296809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b="1" noProof="1"/>
                <a:t>Lorem Ipsum</a:t>
              </a:r>
            </a:p>
          </p:txBody>
        </p:sp>
        <p:sp>
          <p:nvSpPr>
            <p:cNvPr id="17" name="TextBox 37">
              <a:extLst>
                <a:ext uri="{FF2B5EF4-FFF2-40B4-BE49-F238E27FC236}">
                  <a16:creationId xmlns:a16="http://schemas.microsoft.com/office/drawing/2014/main" id="{B51CDED3-234C-EED9-8900-1AC668F5AAAD}"/>
                </a:ext>
              </a:extLst>
            </p:cNvPr>
            <p:cNvSpPr txBox="1"/>
            <p:nvPr/>
          </p:nvSpPr>
          <p:spPr>
            <a:xfrm>
              <a:off x="332936" y="3086922"/>
              <a:ext cx="2968093" cy="1015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Lorem ipsum dolor sit amet, nibh est. A magna maecenas, quam magna nec quis, lorem nunc viverra.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531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84ACC-F6F2-00EA-0F04-597A469FF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A7387-8DED-3EBF-66F4-E899A5F85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Triple Set Numbers (4, 5, 6) – Slide Template</a:t>
            </a:r>
          </a:p>
        </p:txBody>
      </p:sp>
      <p:sp>
        <p:nvSpPr>
          <p:cNvPr id="4" name="Forme libre 3">
            <a:extLst>
              <a:ext uri="{FF2B5EF4-FFF2-40B4-BE49-F238E27FC236}">
                <a16:creationId xmlns:a16="http://schemas.microsoft.com/office/drawing/2014/main" id="{6513875F-8881-C947-EB76-BEB9EB29ED49}"/>
              </a:ext>
            </a:extLst>
          </p:cNvPr>
          <p:cNvSpPr/>
          <p:nvPr/>
        </p:nvSpPr>
        <p:spPr>
          <a:xfrm>
            <a:off x="1816256" y="3413279"/>
            <a:ext cx="2539409" cy="2538829"/>
          </a:xfrm>
          <a:custGeom>
            <a:avLst/>
            <a:gdLst>
              <a:gd name="connsiteX0" fmla="*/ 2539409 w 2539409"/>
              <a:gd name="connsiteY0" fmla="*/ 1269415 h 2538829"/>
              <a:gd name="connsiteX1" fmla="*/ 1269705 w 2539409"/>
              <a:gd name="connsiteY1" fmla="*/ 2538830 h 2538829"/>
              <a:gd name="connsiteX2" fmla="*/ 0 w 2539409"/>
              <a:gd name="connsiteY2" fmla="*/ 1269415 h 2538829"/>
              <a:gd name="connsiteX3" fmla="*/ 1269705 w 2539409"/>
              <a:gd name="connsiteY3" fmla="*/ 0 h 2538829"/>
              <a:gd name="connsiteX4" fmla="*/ 2539409 w 2539409"/>
              <a:gd name="connsiteY4" fmla="*/ 1269415 h 2538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9409" h="2538829">
                <a:moveTo>
                  <a:pt x="2539409" y="1269415"/>
                </a:moveTo>
                <a:cubicBezTo>
                  <a:pt x="2539409" y="1970493"/>
                  <a:pt x="1970943" y="2538830"/>
                  <a:pt x="1269705" y="2538830"/>
                </a:cubicBezTo>
                <a:cubicBezTo>
                  <a:pt x="568466" y="2538830"/>
                  <a:pt x="0" y="1970493"/>
                  <a:pt x="0" y="1269415"/>
                </a:cubicBezTo>
                <a:cubicBezTo>
                  <a:pt x="0" y="568337"/>
                  <a:pt x="568466" y="0"/>
                  <a:pt x="1269705" y="0"/>
                </a:cubicBezTo>
                <a:cubicBezTo>
                  <a:pt x="1970943" y="0"/>
                  <a:pt x="2539409" y="568337"/>
                  <a:pt x="2539409" y="1269415"/>
                </a:cubicBezTo>
                <a:close/>
              </a:path>
            </a:pathLst>
          </a:custGeom>
          <a:solidFill>
            <a:schemeClr val="bg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5" name="Forme libre 4">
            <a:extLst>
              <a:ext uri="{FF2B5EF4-FFF2-40B4-BE49-F238E27FC236}">
                <a16:creationId xmlns:a16="http://schemas.microsoft.com/office/drawing/2014/main" id="{6FB1901B-A9FE-799E-0BE9-D65FBDEB6F94}"/>
              </a:ext>
            </a:extLst>
          </p:cNvPr>
          <p:cNvSpPr/>
          <p:nvPr/>
        </p:nvSpPr>
        <p:spPr>
          <a:xfrm>
            <a:off x="838200" y="3188674"/>
            <a:ext cx="3427542" cy="2598764"/>
          </a:xfrm>
          <a:custGeom>
            <a:avLst/>
            <a:gdLst>
              <a:gd name="connsiteX0" fmla="*/ 2127864 w 3427542"/>
              <a:gd name="connsiteY0" fmla="*/ 0 h 2598764"/>
              <a:gd name="connsiteX1" fmla="*/ 1206909 w 3427542"/>
              <a:gd name="connsiteY1" fmla="*/ 382982 h 2598764"/>
              <a:gd name="connsiteX2" fmla="*/ 1206909 w 3427542"/>
              <a:gd name="connsiteY2" fmla="*/ 31465 h 2598764"/>
              <a:gd name="connsiteX3" fmla="*/ 617767 w 3427542"/>
              <a:gd name="connsiteY3" fmla="*/ 31465 h 2598764"/>
              <a:gd name="connsiteX4" fmla="*/ 0 w 3427542"/>
              <a:gd name="connsiteY4" fmla="*/ 970491 h 2598764"/>
              <a:gd name="connsiteX5" fmla="*/ 0 w 3427542"/>
              <a:gd name="connsiteY5" fmla="*/ 1346880 h 2598764"/>
              <a:gd name="connsiteX6" fmla="*/ 709788 w 3427542"/>
              <a:gd name="connsiteY6" fmla="*/ 1346880 h 2598764"/>
              <a:gd name="connsiteX7" fmla="*/ 709788 w 3427542"/>
              <a:gd name="connsiteY7" fmla="*/ 1681615 h 2598764"/>
              <a:gd name="connsiteX8" fmla="*/ 885736 w 3427542"/>
              <a:gd name="connsiteY8" fmla="*/ 1681615 h 2598764"/>
              <a:gd name="connsiteX9" fmla="*/ 2127864 w 3427542"/>
              <a:gd name="connsiteY9" fmla="*/ 2598765 h 2598764"/>
              <a:gd name="connsiteX10" fmla="*/ 3427543 w 3427542"/>
              <a:gd name="connsiteY10" fmla="*/ 1299382 h 2598764"/>
              <a:gd name="connsiteX11" fmla="*/ 2127864 w 3427542"/>
              <a:gd name="connsiteY11" fmla="*/ 0 h 2598764"/>
              <a:gd name="connsiteX12" fmla="*/ 2127864 w 3427542"/>
              <a:gd name="connsiteY12" fmla="*/ 2538680 h 2598764"/>
              <a:gd name="connsiteX13" fmla="*/ 936992 w 3427542"/>
              <a:gd name="connsiteY13" fmla="*/ 1643257 h 2598764"/>
              <a:gd name="connsiteX14" fmla="*/ 930697 w 3427542"/>
              <a:gd name="connsiteY14" fmla="*/ 1621531 h 2598764"/>
              <a:gd name="connsiteX15" fmla="*/ 769736 w 3427542"/>
              <a:gd name="connsiteY15" fmla="*/ 1621531 h 2598764"/>
              <a:gd name="connsiteX16" fmla="*/ 769736 w 3427542"/>
              <a:gd name="connsiteY16" fmla="*/ 1286796 h 2598764"/>
              <a:gd name="connsiteX17" fmla="*/ 59948 w 3427542"/>
              <a:gd name="connsiteY17" fmla="*/ 1286796 h 2598764"/>
              <a:gd name="connsiteX18" fmla="*/ 59948 w 3427542"/>
              <a:gd name="connsiteY18" fmla="*/ 988322 h 2598764"/>
              <a:gd name="connsiteX19" fmla="*/ 650139 w 3427542"/>
              <a:gd name="connsiteY19" fmla="*/ 91250 h 2598764"/>
              <a:gd name="connsiteX20" fmla="*/ 1146961 w 3427542"/>
              <a:gd name="connsiteY20" fmla="*/ 91250 h 2598764"/>
              <a:gd name="connsiteX21" fmla="*/ 1146961 w 3427542"/>
              <a:gd name="connsiteY21" fmla="*/ 537613 h 2598764"/>
              <a:gd name="connsiteX22" fmla="*/ 1199416 w 3427542"/>
              <a:gd name="connsiteY22" fmla="*/ 478428 h 2598764"/>
              <a:gd name="connsiteX23" fmla="*/ 2127864 w 3427542"/>
              <a:gd name="connsiteY23" fmla="*/ 59785 h 2598764"/>
              <a:gd name="connsiteX24" fmla="*/ 3367594 w 3427542"/>
              <a:gd name="connsiteY24" fmla="*/ 1299232 h 2598764"/>
              <a:gd name="connsiteX25" fmla="*/ 2127864 w 3427542"/>
              <a:gd name="connsiteY25" fmla="*/ 2538680 h 2598764"/>
              <a:gd name="connsiteX26" fmla="*/ 403752 w 3427542"/>
              <a:gd name="connsiteY26" fmla="*/ 962250 h 2598764"/>
              <a:gd name="connsiteX27" fmla="*/ 374677 w 3427542"/>
              <a:gd name="connsiteY27" fmla="*/ 1008250 h 2598764"/>
              <a:gd name="connsiteX28" fmla="*/ 769736 w 3427542"/>
              <a:gd name="connsiteY28" fmla="*/ 1008250 h 2598764"/>
              <a:gd name="connsiteX29" fmla="*/ 769736 w 3427542"/>
              <a:gd name="connsiteY29" fmla="*/ 780198 h 2598764"/>
              <a:gd name="connsiteX30" fmla="*/ 777679 w 3427542"/>
              <a:gd name="connsiteY30" fmla="*/ 431679 h 2598764"/>
              <a:gd name="connsiteX31" fmla="*/ 789968 w 3427542"/>
              <a:gd name="connsiteY31" fmla="*/ 257419 h 2598764"/>
              <a:gd name="connsiteX32" fmla="*/ 720278 w 3427542"/>
              <a:gd name="connsiteY32" fmla="*/ 417744 h 2598764"/>
              <a:gd name="connsiteX33" fmla="*/ 403602 w 3427542"/>
              <a:gd name="connsiteY33" fmla="*/ 962250 h 2598764"/>
              <a:gd name="connsiteX34" fmla="*/ 709788 w 3427542"/>
              <a:gd name="connsiteY34" fmla="*/ 780198 h 2598764"/>
              <a:gd name="connsiteX35" fmla="*/ 709788 w 3427542"/>
              <a:gd name="connsiteY35" fmla="*/ 948315 h 2598764"/>
              <a:gd name="connsiteX36" fmla="*/ 483333 w 3427542"/>
              <a:gd name="connsiteY36" fmla="*/ 948315 h 2598764"/>
              <a:gd name="connsiteX37" fmla="*/ 711436 w 3427542"/>
              <a:gd name="connsiteY37" fmla="*/ 568030 h 2598764"/>
              <a:gd name="connsiteX38" fmla="*/ 709637 w 3427542"/>
              <a:gd name="connsiteY38" fmla="*/ 780198 h 2598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427542" h="2598764">
                <a:moveTo>
                  <a:pt x="2127864" y="0"/>
                </a:moveTo>
                <a:cubicBezTo>
                  <a:pt x="1781663" y="0"/>
                  <a:pt x="1450149" y="138748"/>
                  <a:pt x="1206909" y="382982"/>
                </a:cubicBezTo>
                <a:lnTo>
                  <a:pt x="1206909" y="31465"/>
                </a:lnTo>
                <a:lnTo>
                  <a:pt x="617767" y="31465"/>
                </a:lnTo>
                <a:lnTo>
                  <a:pt x="0" y="970491"/>
                </a:lnTo>
                <a:lnTo>
                  <a:pt x="0" y="1346880"/>
                </a:lnTo>
                <a:lnTo>
                  <a:pt x="709788" y="1346880"/>
                </a:lnTo>
                <a:lnTo>
                  <a:pt x="709788" y="1681615"/>
                </a:lnTo>
                <a:lnTo>
                  <a:pt x="885736" y="1681615"/>
                </a:lnTo>
                <a:cubicBezTo>
                  <a:pt x="1052242" y="2222675"/>
                  <a:pt x="1559704" y="2598765"/>
                  <a:pt x="2127864" y="2598765"/>
                </a:cubicBezTo>
                <a:cubicBezTo>
                  <a:pt x="2844397" y="2598765"/>
                  <a:pt x="3427543" y="2015900"/>
                  <a:pt x="3427543" y="1299382"/>
                </a:cubicBezTo>
                <a:cubicBezTo>
                  <a:pt x="3427543" y="582864"/>
                  <a:pt x="2844547" y="0"/>
                  <a:pt x="2127864" y="0"/>
                </a:cubicBezTo>
                <a:close/>
                <a:moveTo>
                  <a:pt x="2127864" y="2538680"/>
                </a:moveTo>
                <a:cubicBezTo>
                  <a:pt x="1578738" y="2538680"/>
                  <a:pt x="1089111" y="2170532"/>
                  <a:pt x="936992" y="1643257"/>
                </a:cubicBezTo>
                <a:lnTo>
                  <a:pt x="930697" y="1621531"/>
                </a:lnTo>
                <a:lnTo>
                  <a:pt x="769736" y="1621531"/>
                </a:lnTo>
                <a:lnTo>
                  <a:pt x="769736" y="1286796"/>
                </a:lnTo>
                <a:lnTo>
                  <a:pt x="59948" y="1286796"/>
                </a:lnTo>
                <a:lnTo>
                  <a:pt x="59948" y="988322"/>
                </a:lnTo>
                <a:lnTo>
                  <a:pt x="650139" y="91250"/>
                </a:lnTo>
                <a:lnTo>
                  <a:pt x="1146961" y="91250"/>
                </a:lnTo>
                <a:lnTo>
                  <a:pt x="1146961" y="537613"/>
                </a:lnTo>
                <a:lnTo>
                  <a:pt x="1199416" y="478428"/>
                </a:lnTo>
                <a:cubicBezTo>
                  <a:pt x="1434862" y="212468"/>
                  <a:pt x="1773270" y="59785"/>
                  <a:pt x="2127864" y="59785"/>
                </a:cubicBezTo>
                <a:cubicBezTo>
                  <a:pt x="2811424" y="59785"/>
                  <a:pt x="3367594" y="615828"/>
                  <a:pt x="3367594" y="1299232"/>
                </a:cubicBezTo>
                <a:cubicBezTo>
                  <a:pt x="3367594" y="1982636"/>
                  <a:pt x="2811424" y="2538680"/>
                  <a:pt x="2127864" y="2538680"/>
                </a:cubicBezTo>
                <a:close/>
                <a:moveTo>
                  <a:pt x="403752" y="962250"/>
                </a:moveTo>
                <a:lnTo>
                  <a:pt x="374677" y="1008250"/>
                </a:lnTo>
                <a:lnTo>
                  <a:pt x="769736" y="1008250"/>
                </a:lnTo>
                <a:lnTo>
                  <a:pt x="769736" y="780198"/>
                </a:lnTo>
                <a:cubicBezTo>
                  <a:pt x="769736" y="638603"/>
                  <a:pt x="770336" y="537763"/>
                  <a:pt x="777679" y="431679"/>
                </a:cubicBezTo>
                <a:lnTo>
                  <a:pt x="789968" y="257419"/>
                </a:lnTo>
                <a:lnTo>
                  <a:pt x="720278" y="417744"/>
                </a:lnTo>
                <a:cubicBezTo>
                  <a:pt x="667075" y="540160"/>
                  <a:pt x="523198" y="773007"/>
                  <a:pt x="403602" y="962250"/>
                </a:cubicBezTo>
                <a:close/>
                <a:moveTo>
                  <a:pt x="709788" y="780198"/>
                </a:moveTo>
                <a:lnTo>
                  <a:pt x="709788" y="948315"/>
                </a:lnTo>
                <a:lnTo>
                  <a:pt x="483333" y="948315"/>
                </a:lnTo>
                <a:cubicBezTo>
                  <a:pt x="563214" y="821254"/>
                  <a:pt x="649539" y="680857"/>
                  <a:pt x="711436" y="568030"/>
                </a:cubicBezTo>
                <a:cubicBezTo>
                  <a:pt x="709938" y="631261"/>
                  <a:pt x="709637" y="699137"/>
                  <a:pt x="709637" y="780198"/>
                </a:cubicBezTo>
                <a:close/>
              </a:path>
            </a:pathLst>
          </a:custGeom>
          <a:solidFill>
            <a:schemeClr val="accent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B0D74F6B-EAA5-4E40-959D-392D9ED9AAB4}"/>
              </a:ext>
            </a:extLst>
          </p:cNvPr>
          <p:cNvSpPr/>
          <p:nvPr/>
        </p:nvSpPr>
        <p:spPr>
          <a:xfrm>
            <a:off x="5351706" y="1468101"/>
            <a:ext cx="2539409" cy="2538829"/>
          </a:xfrm>
          <a:custGeom>
            <a:avLst/>
            <a:gdLst>
              <a:gd name="connsiteX0" fmla="*/ 2539409 w 2539409"/>
              <a:gd name="connsiteY0" fmla="*/ 1269415 h 2538829"/>
              <a:gd name="connsiteX1" fmla="*/ 1269705 w 2539409"/>
              <a:gd name="connsiteY1" fmla="*/ 2538830 h 2538829"/>
              <a:gd name="connsiteX2" fmla="*/ 1 w 2539409"/>
              <a:gd name="connsiteY2" fmla="*/ 1269415 h 2538829"/>
              <a:gd name="connsiteX3" fmla="*/ 1269705 w 2539409"/>
              <a:gd name="connsiteY3" fmla="*/ 0 h 2538829"/>
              <a:gd name="connsiteX4" fmla="*/ 2539409 w 2539409"/>
              <a:gd name="connsiteY4" fmla="*/ 1269415 h 2538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9409" h="2538829">
                <a:moveTo>
                  <a:pt x="2539409" y="1269415"/>
                </a:moveTo>
                <a:cubicBezTo>
                  <a:pt x="2539409" y="1970493"/>
                  <a:pt x="1970943" y="2538830"/>
                  <a:pt x="1269705" y="2538830"/>
                </a:cubicBezTo>
                <a:cubicBezTo>
                  <a:pt x="568467" y="2538830"/>
                  <a:pt x="1" y="1970493"/>
                  <a:pt x="1" y="1269415"/>
                </a:cubicBezTo>
                <a:cubicBezTo>
                  <a:pt x="1" y="568337"/>
                  <a:pt x="568467" y="0"/>
                  <a:pt x="1269705" y="0"/>
                </a:cubicBezTo>
                <a:cubicBezTo>
                  <a:pt x="1970943" y="0"/>
                  <a:pt x="2539409" y="568337"/>
                  <a:pt x="2539409" y="1269415"/>
                </a:cubicBezTo>
                <a:close/>
              </a:path>
            </a:pathLst>
          </a:custGeom>
          <a:solidFill>
            <a:schemeClr val="bg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8" name="Forme libre 7">
            <a:extLst>
              <a:ext uri="{FF2B5EF4-FFF2-40B4-BE49-F238E27FC236}">
                <a16:creationId xmlns:a16="http://schemas.microsoft.com/office/drawing/2014/main" id="{4ABD1DC2-4615-31B4-EC6E-6F3CEC37F365}"/>
              </a:ext>
            </a:extLst>
          </p:cNvPr>
          <p:cNvSpPr/>
          <p:nvPr/>
        </p:nvSpPr>
        <p:spPr>
          <a:xfrm>
            <a:off x="4489950" y="1243646"/>
            <a:ext cx="3311242" cy="2598764"/>
          </a:xfrm>
          <a:custGeom>
            <a:avLst/>
            <a:gdLst>
              <a:gd name="connsiteX0" fmla="*/ 2011564 w 3311242"/>
              <a:gd name="connsiteY0" fmla="*/ 2598465 h 2598764"/>
              <a:gd name="connsiteX1" fmla="*/ 1233135 w 3311242"/>
              <a:gd name="connsiteY1" fmla="*/ 2339697 h 2598764"/>
              <a:gd name="connsiteX2" fmla="*/ 777379 w 3311242"/>
              <a:gd name="connsiteY2" fmla="*/ 1707088 h 2598764"/>
              <a:gd name="connsiteX3" fmla="*/ 674568 w 3311242"/>
              <a:gd name="connsiteY3" fmla="*/ 1712032 h 2598764"/>
              <a:gd name="connsiteX4" fmla="*/ 3897 w 3311242"/>
              <a:gd name="connsiteY4" fmla="*/ 1211578 h 2598764"/>
              <a:gd name="connsiteX5" fmla="*/ 0 w 3311242"/>
              <a:gd name="connsiteY5" fmla="*/ 1178164 h 2598764"/>
              <a:gd name="connsiteX6" fmla="*/ 508210 w 3311242"/>
              <a:gd name="connsiteY6" fmla="*/ 1178164 h 2598764"/>
              <a:gd name="connsiteX7" fmla="*/ 513755 w 3311242"/>
              <a:gd name="connsiteY7" fmla="*/ 1201089 h 2598764"/>
              <a:gd name="connsiteX8" fmla="*/ 668273 w 3311242"/>
              <a:gd name="connsiteY8" fmla="*/ 1334444 h 2598764"/>
              <a:gd name="connsiteX9" fmla="*/ 730770 w 3311242"/>
              <a:gd name="connsiteY9" fmla="*/ 1322008 h 2598764"/>
              <a:gd name="connsiteX10" fmla="*/ 820242 w 3311242"/>
              <a:gd name="connsiteY10" fmla="*/ 1120028 h 2598764"/>
              <a:gd name="connsiteX11" fmla="*/ 774381 w 3311242"/>
              <a:gd name="connsiteY11" fmla="*/ 952361 h 2598764"/>
              <a:gd name="connsiteX12" fmla="*/ 663476 w 3311242"/>
              <a:gd name="connsiteY12" fmla="*/ 913553 h 2598764"/>
              <a:gd name="connsiteX13" fmla="*/ 506262 w 3311242"/>
              <a:gd name="connsiteY13" fmla="*/ 1020687 h 2598764"/>
              <a:gd name="connsiteX14" fmla="*/ 498320 w 3311242"/>
              <a:gd name="connsiteY14" fmla="*/ 1042413 h 2598764"/>
              <a:gd name="connsiteX15" fmla="*/ 30722 w 3311242"/>
              <a:gd name="connsiteY15" fmla="*/ 998661 h 2598764"/>
              <a:gd name="connsiteX16" fmla="*/ 37468 w 3311242"/>
              <a:gd name="connsiteY16" fmla="*/ 965996 h 2598764"/>
              <a:gd name="connsiteX17" fmla="*/ 172800 w 3311242"/>
              <a:gd name="connsiteY17" fmla="*/ 58286 h 2598764"/>
              <a:gd name="connsiteX18" fmla="*/ 175648 w 3311242"/>
              <a:gd name="connsiteY18" fmla="*/ 31466 h 2598764"/>
              <a:gd name="connsiteX19" fmla="*/ 1315266 w 3311242"/>
              <a:gd name="connsiteY19" fmla="*/ 31466 h 2598764"/>
              <a:gd name="connsiteX20" fmla="*/ 1281545 w 3311242"/>
              <a:gd name="connsiteY20" fmla="*/ 224455 h 2598764"/>
              <a:gd name="connsiteX21" fmla="*/ 2011564 w 3311242"/>
              <a:gd name="connsiteY21" fmla="*/ 0 h 2598764"/>
              <a:gd name="connsiteX22" fmla="*/ 3311243 w 3311242"/>
              <a:gd name="connsiteY22" fmla="*/ 1299382 h 2598764"/>
              <a:gd name="connsiteX23" fmla="*/ 2011564 w 3311242"/>
              <a:gd name="connsiteY23" fmla="*/ 2598764 h 2598764"/>
              <a:gd name="connsiteX24" fmla="*/ 819642 w 3311242"/>
              <a:gd name="connsiteY24" fmla="*/ 1641759 h 2598764"/>
              <a:gd name="connsiteX25" fmla="*/ 826986 w 3311242"/>
              <a:gd name="connsiteY25" fmla="*/ 1665733 h 2598764"/>
              <a:gd name="connsiteX26" fmla="*/ 1268954 w 3311242"/>
              <a:gd name="connsiteY26" fmla="*/ 2291750 h 2598764"/>
              <a:gd name="connsiteX27" fmla="*/ 2011414 w 3311242"/>
              <a:gd name="connsiteY27" fmla="*/ 2538530 h 2598764"/>
              <a:gd name="connsiteX28" fmla="*/ 3251145 w 3311242"/>
              <a:gd name="connsiteY28" fmla="*/ 1299083 h 2598764"/>
              <a:gd name="connsiteX29" fmla="*/ 2011414 w 3311242"/>
              <a:gd name="connsiteY29" fmla="*/ 59635 h 2598764"/>
              <a:gd name="connsiteX30" fmla="*/ 1257414 w 3311242"/>
              <a:gd name="connsiteY30" fmla="*/ 315556 h 2598764"/>
              <a:gd name="connsiteX31" fmla="*/ 1196417 w 3311242"/>
              <a:gd name="connsiteY31" fmla="*/ 362455 h 2598764"/>
              <a:gd name="connsiteX32" fmla="*/ 1243777 w 3311242"/>
              <a:gd name="connsiteY32" fmla="*/ 91250 h 2598764"/>
              <a:gd name="connsiteX33" fmla="*/ 229301 w 3311242"/>
              <a:gd name="connsiteY33" fmla="*/ 91250 h 2598764"/>
              <a:gd name="connsiteX34" fmla="*/ 102361 w 3311242"/>
              <a:gd name="connsiteY34" fmla="*/ 945169 h 2598764"/>
              <a:gd name="connsiteX35" fmla="*/ 458454 w 3311242"/>
              <a:gd name="connsiteY35" fmla="*/ 978433 h 2598764"/>
              <a:gd name="connsiteX36" fmla="*/ 663328 w 3311242"/>
              <a:gd name="connsiteY36" fmla="*/ 853618 h 2598764"/>
              <a:gd name="connsiteX37" fmla="*/ 817694 w 3311242"/>
              <a:gd name="connsiteY37" fmla="*/ 911156 h 2598764"/>
              <a:gd name="connsiteX38" fmla="*/ 880040 w 3311242"/>
              <a:gd name="connsiteY38" fmla="*/ 1120028 h 2598764"/>
              <a:gd name="connsiteX39" fmla="*/ 755347 w 3311242"/>
              <a:gd name="connsiteY39" fmla="*/ 1376698 h 2598764"/>
              <a:gd name="connsiteX40" fmla="*/ 668123 w 3311242"/>
              <a:gd name="connsiteY40" fmla="*/ 1394528 h 2598764"/>
              <a:gd name="connsiteX41" fmla="*/ 461601 w 3311242"/>
              <a:gd name="connsiteY41" fmla="*/ 1238099 h 2598764"/>
              <a:gd name="connsiteX42" fmla="*/ 68040 w 3311242"/>
              <a:gd name="connsiteY42" fmla="*/ 1238099 h 2598764"/>
              <a:gd name="connsiteX43" fmla="*/ 674268 w 3311242"/>
              <a:gd name="connsiteY43" fmla="*/ 1652097 h 2598764"/>
              <a:gd name="connsiteX44" fmla="*/ 794465 w 3311242"/>
              <a:gd name="connsiteY44" fmla="*/ 1644906 h 2598764"/>
              <a:gd name="connsiteX45" fmla="*/ 819342 w 3311242"/>
              <a:gd name="connsiteY45" fmla="*/ 1641759 h 2598764"/>
              <a:gd name="connsiteX46" fmla="*/ 495772 w 3311242"/>
              <a:gd name="connsiteY46" fmla="*/ 700186 h 2598764"/>
              <a:gd name="connsiteX47" fmla="*/ 507612 w 3311242"/>
              <a:gd name="connsiteY47" fmla="*/ 626467 h 2598764"/>
              <a:gd name="connsiteX48" fmla="*/ 540883 w 3311242"/>
              <a:gd name="connsiteY48" fmla="*/ 409653 h 2598764"/>
              <a:gd name="connsiteX49" fmla="*/ 544330 w 3311242"/>
              <a:gd name="connsiteY49" fmla="*/ 383582 h 2598764"/>
              <a:gd name="connsiteX50" fmla="*/ 1173487 w 3311242"/>
              <a:gd name="connsiteY50" fmla="*/ 383582 h 2598764"/>
              <a:gd name="connsiteX51" fmla="*/ 1123880 w 3311242"/>
              <a:gd name="connsiteY51" fmla="*/ 434526 h 2598764"/>
              <a:gd name="connsiteX52" fmla="*/ 986748 w 3311242"/>
              <a:gd name="connsiteY52" fmla="*/ 601743 h 2598764"/>
              <a:gd name="connsiteX53" fmla="*/ 975058 w 3311242"/>
              <a:gd name="connsiteY53" fmla="*/ 618975 h 2598764"/>
              <a:gd name="connsiteX54" fmla="*/ 954826 w 3311242"/>
              <a:gd name="connsiteY54" fmla="*/ 614030 h 2598764"/>
              <a:gd name="connsiteX55" fmla="*/ 813199 w 3311242"/>
              <a:gd name="connsiteY55" fmla="*/ 597548 h 2598764"/>
              <a:gd name="connsiteX56" fmla="*/ 553622 w 3311242"/>
              <a:gd name="connsiteY56" fmla="*/ 660180 h 2598764"/>
              <a:gd name="connsiteX57" fmla="*/ 495772 w 3311242"/>
              <a:gd name="connsiteY57" fmla="*/ 700486 h 2598764"/>
              <a:gd name="connsiteX58" fmla="*/ 596784 w 3311242"/>
              <a:gd name="connsiteY58" fmla="*/ 443366 h 2598764"/>
              <a:gd name="connsiteX59" fmla="*/ 575802 w 3311242"/>
              <a:gd name="connsiteY59" fmla="*/ 579418 h 2598764"/>
              <a:gd name="connsiteX60" fmla="*/ 813199 w 3311242"/>
              <a:gd name="connsiteY60" fmla="*/ 537464 h 2598764"/>
              <a:gd name="connsiteX61" fmla="*/ 948981 w 3311242"/>
              <a:gd name="connsiteY61" fmla="*/ 551099 h 2598764"/>
              <a:gd name="connsiteX62" fmla="*/ 1033958 w 3311242"/>
              <a:gd name="connsiteY62" fmla="*/ 443516 h 2598764"/>
              <a:gd name="connsiteX63" fmla="*/ 596784 w 3311242"/>
              <a:gd name="connsiteY63" fmla="*/ 443516 h 2598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3311242" h="2598764">
                <a:moveTo>
                  <a:pt x="2011564" y="2598465"/>
                </a:moveTo>
                <a:cubicBezTo>
                  <a:pt x="1728308" y="2598465"/>
                  <a:pt x="1459141" y="2509013"/>
                  <a:pt x="1233135" y="2339697"/>
                </a:cubicBezTo>
                <a:cubicBezTo>
                  <a:pt x="1021219" y="2181021"/>
                  <a:pt x="860108" y="1957015"/>
                  <a:pt x="777379" y="1707088"/>
                </a:cubicBezTo>
                <a:cubicBezTo>
                  <a:pt x="744107" y="1710384"/>
                  <a:pt x="709637" y="1712032"/>
                  <a:pt x="674568" y="1712032"/>
                </a:cubicBezTo>
                <a:cubicBezTo>
                  <a:pt x="290600" y="1712032"/>
                  <a:pt x="39864" y="1524886"/>
                  <a:pt x="3897" y="1211578"/>
                </a:cubicBezTo>
                <a:lnTo>
                  <a:pt x="0" y="1178164"/>
                </a:lnTo>
                <a:lnTo>
                  <a:pt x="508210" y="1178164"/>
                </a:lnTo>
                <a:lnTo>
                  <a:pt x="513755" y="1201089"/>
                </a:lnTo>
                <a:cubicBezTo>
                  <a:pt x="535638" y="1292040"/>
                  <a:pt x="584794" y="1334444"/>
                  <a:pt x="668273" y="1334444"/>
                </a:cubicBezTo>
                <a:cubicBezTo>
                  <a:pt x="691354" y="1334444"/>
                  <a:pt x="712484" y="1330249"/>
                  <a:pt x="730770" y="1322008"/>
                </a:cubicBezTo>
                <a:cubicBezTo>
                  <a:pt x="804655" y="1288744"/>
                  <a:pt x="820242" y="1193748"/>
                  <a:pt x="820242" y="1120028"/>
                </a:cubicBezTo>
                <a:cubicBezTo>
                  <a:pt x="820242" y="1039716"/>
                  <a:pt x="805255" y="984875"/>
                  <a:pt x="774381" y="952361"/>
                </a:cubicBezTo>
                <a:cubicBezTo>
                  <a:pt x="749652" y="926289"/>
                  <a:pt x="713384" y="913553"/>
                  <a:pt x="663476" y="913553"/>
                </a:cubicBezTo>
                <a:cubicBezTo>
                  <a:pt x="565612" y="913553"/>
                  <a:pt x="529793" y="956407"/>
                  <a:pt x="506262" y="1020687"/>
                </a:cubicBezTo>
                <a:lnTo>
                  <a:pt x="498320" y="1042413"/>
                </a:lnTo>
                <a:lnTo>
                  <a:pt x="30722" y="998661"/>
                </a:lnTo>
                <a:lnTo>
                  <a:pt x="37468" y="965996"/>
                </a:lnTo>
                <a:cubicBezTo>
                  <a:pt x="75834" y="778251"/>
                  <a:pt x="147922" y="294728"/>
                  <a:pt x="172800" y="58286"/>
                </a:cubicBezTo>
                <a:lnTo>
                  <a:pt x="175648" y="31466"/>
                </a:lnTo>
                <a:lnTo>
                  <a:pt x="1315266" y="31466"/>
                </a:lnTo>
                <a:lnTo>
                  <a:pt x="1281545" y="224455"/>
                </a:lnTo>
                <a:cubicBezTo>
                  <a:pt x="1497207" y="77316"/>
                  <a:pt x="1748092" y="0"/>
                  <a:pt x="2011564" y="0"/>
                </a:cubicBezTo>
                <a:cubicBezTo>
                  <a:pt x="2728095" y="0"/>
                  <a:pt x="3311243" y="582864"/>
                  <a:pt x="3311243" y="1299382"/>
                </a:cubicBezTo>
                <a:cubicBezTo>
                  <a:pt x="3311243" y="2015900"/>
                  <a:pt x="2728245" y="2598764"/>
                  <a:pt x="2011564" y="2598764"/>
                </a:cubicBezTo>
                <a:close/>
                <a:moveTo>
                  <a:pt x="819642" y="1641759"/>
                </a:moveTo>
                <a:lnTo>
                  <a:pt x="826986" y="1665733"/>
                </a:lnTo>
                <a:cubicBezTo>
                  <a:pt x="903569" y="1913262"/>
                  <a:pt x="1060485" y="2135470"/>
                  <a:pt x="1268954" y="2291750"/>
                </a:cubicBezTo>
                <a:cubicBezTo>
                  <a:pt x="1484468" y="2453273"/>
                  <a:pt x="1741197" y="2538530"/>
                  <a:pt x="2011414" y="2538530"/>
                </a:cubicBezTo>
                <a:cubicBezTo>
                  <a:pt x="2694975" y="2538530"/>
                  <a:pt x="3251145" y="1982487"/>
                  <a:pt x="3251145" y="1299083"/>
                </a:cubicBezTo>
                <a:cubicBezTo>
                  <a:pt x="3251145" y="615678"/>
                  <a:pt x="2694975" y="59635"/>
                  <a:pt x="2011414" y="59635"/>
                </a:cubicBezTo>
                <a:cubicBezTo>
                  <a:pt x="1736252" y="59635"/>
                  <a:pt x="1475477" y="148188"/>
                  <a:pt x="1257414" y="315556"/>
                </a:cubicBezTo>
                <a:lnTo>
                  <a:pt x="1196417" y="362455"/>
                </a:lnTo>
                <a:lnTo>
                  <a:pt x="1243777" y="91250"/>
                </a:lnTo>
                <a:lnTo>
                  <a:pt x="229301" y="91250"/>
                </a:lnTo>
                <a:cubicBezTo>
                  <a:pt x="203374" y="323497"/>
                  <a:pt x="140729" y="745437"/>
                  <a:pt x="102361" y="945169"/>
                </a:cubicBezTo>
                <a:lnTo>
                  <a:pt x="458454" y="978433"/>
                </a:lnTo>
                <a:cubicBezTo>
                  <a:pt x="484531" y="919696"/>
                  <a:pt x="535938" y="853618"/>
                  <a:pt x="663328" y="853618"/>
                </a:cubicBezTo>
                <a:cubicBezTo>
                  <a:pt x="729570" y="853618"/>
                  <a:pt x="781574" y="872947"/>
                  <a:pt x="817694" y="911156"/>
                </a:cubicBezTo>
                <a:cubicBezTo>
                  <a:pt x="859658" y="955358"/>
                  <a:pt x="880040" y="1023683"/>
                  <a:pt x="880040" y="1120028"/>
                </a:cubicBezTo>
                <a:cubicBezTo>
                  <a:pt x="880040" y="1249187"/>
                  <a:pt x="835679" y="1340438"/>
                  <a:pt x="755347" y="1376698"/>
                </a:cubicBezTo>
                <a:cubicBezTo>
                  <a:pt x="729120" y="1388535"/>
                  <a:pt x="699746" y="1394528"/>
                  <a:pt x="668123" y="1394528"/>
                </a:cubicBezTo>
                <a:cubicBezTo>
                  <a:pt x="594986" y="1394528"/>
                  <a:pt x="501767" y="1366659"/>
                  <a:pt x="461601" y="1238099"/>
                </a:cubicBezTo>
                <a:lnTo>
                  <a:pt x="68040" y="1238099"/>
                </a:lnTo>
                <a:cubicBezTo>
                  <a:pt x="114051" y="1498065"/>
                  <a:pt x="337957" y="1652097"/>
                  <a:pt x="674268" y="1652097"/>
                </a:cubicBezTo>
                <a:cubicBezTo>
                  <a:pt x="715483" y="1652097"/>
                  <a:pt x="755947" y="1649700"/>
                  <a:pt x="794465" y="1644906"/>
                </a:cubicBezTo>
                <a:lnTo>
                  <a:pt x="819342" y="1641759"/>
                </a:lnTo>
                <a:close/>
                <a:moveTo>
                  <a:pt x="495772" y="700186"/>
                </a:moveTo>
                <a:lnTo>
                  <a:pt x="507612" y="626467"/>
                </a:lnTo>
                <a:cubicBezTo>
                  <a:pt x="514356" y="584363"/>
                  <a:pt x="534888" y="456102"/>
                  <a:pt x="540883" y="409653"/>
                </a:cubicBezTo>
                <a:lnTo>
                  <a:pt x="544330" y="383582"/>
                </a:lnTo>
                <a:lnTo>
                  <a:pt x="1173487" y="383582"/>
                </a:lnTo>
                <a:lnTo>
                  <a:pt x="1123880" y="434526"/>
                </a:lnTo>
                <a:cubicBezTo>
                  <a:pt x="1073074" y="486519"/>
                  <a:pt x="1027063" y="542858"/>
                  <a:pt x="986748" y="601743"/>
                </a:cubicBezTo>
                <a:lnTo>
                  <a:pt x="975058" y="618975"/>
                </a:lnTo>
                <a:lnTo>
                  <a:pt x="954826" y="614030"/>
                </a:lnTo>
                <a:cubicBezTo>
                  <a:pt x="910615" y="603092"/>
                  <a:pt x="862955" y="597548"/>
                  <a:pt x="813199" y="597548"/>
                </a:cubicBezTo>
                <a:cubicBezTo>
                  <a:pt x="700646" y="597548"/>
                  <a:pt x="613420" y="618675"/>
                  <a:pt x="553622" y="660180"/>
                </a:cubicBezTo>
                <a:lnTo>
                  <a:pt x="495772" y="700486"/>
                </a:lnTo>
                <a:close/>
                <a:moveTo>
                  <a:pt x="596784" y="443366"/>
                </a:moveTo>
                <a:cubicBezTo>
                  <a:pt x="591389" y="480975"/>
                  <a:pt x="582847" y="535666"/>
                  <a:pt x="575802" y="579418"/>
                </a:cubicBezTo>
                <a:cubicBezTo>
                  <a:pt x="639197" y="551548"/>
                  <a:pt x="718779" y="537464"/>
                  <a:pt x="813199" y="537464"/>
                </a:cubicBezTo>
                <a:cubicBezTo>
                  <a:pt x="860406" y="537464"/>
                  <a:pt x="905968" y="541959"/>
                  <a:pt x="948981" y="551099"/>
                </a:cubicBezTo>
                <a:cubicBezTo>
                  <a:pt x="975208" y="514089"/>
                  <a:pt x="1003534" y="477978"/>
                  <a:pt x="1033958" y="443516"/>
                </a:cubicBezTo>
                <a:lnTo>
                  <a:pt x="596784" y="443516"/>
                </a:lnTo>
                <a:close/>
              </a:path>
            </a:pathLst>
          </a:custGeom>
          <a:solidFill>
            <a:srgbClr val="8272A3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EDCF9B0F-D5BD-DFCF-9E77-16F05693F6BF}"/>
              </a:ext>
            </a:extLst>
          </p:cNvPr>
          <p:cNvSpPr/>
          <p:nvPr/>
        </p:nvSpPr>
        <p:spPr>
          <a:xfrm>
            <a:off x="8887006" y="3413279"/>
            <a:ext cx="2539409" cy="2538829"/>
          </a:xfrm>
          <a:custGeom>
            <a:avLst/>
            <a:gdLst>
              <a:gd name="connsiteX0" fmla="*/ 2539410 w 2539409"/>
              <a:gd name="connsiteY0" fmla="*/ 1269415 h 2538829"/>
              <a:gd name="connsiteX1" fmla="*/ 1269705 w 2539409"/>
              <a:gd name="connsiteY1" fmla="*/ 2538830 h 2538829"/>
              <a:gd name="connsiteX2" fmla="*/ 1 w 2539409"/>
              <a:gd name="connsiteY2" fmla="*/ 1269415 h 2538829"/>
              <a:gd name="connsiteX3" fmla="*/ 1269705 w 2539409"/>
              <a:gd name="connsiteY3" fmla="*/ 0 h 2538829"/>
              <a:gd name="connsiteX4" fmla="*/ 2539410 w 2539409"/>
              <a:gd name="connsiteY4" fmla="*/ 1269415 h 2538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9409" h="2538829">
                <a:moveTo>
                  <a:pt x="2539410" y="1269415"/>
                </a:moveTo>
                <a:cubicBezTo>
                  <a:pt x="2539410" y="1970493"/>
                  <a:pt x="1970944" y="2538830"/>
                  <a:pt x="1269705" y="2538830"/>
                </a:cubicBezTo>
                <a:cubicBezTo>
                  <a:pt x="568467" y="2538830"/>
                  <a:pt x="1" y="1970493"/>
                  <a:pt x="1" y="1269415"/>
                </a:cubicBezTo>
                <a:cubicBezTo>
                  <a:pt x="1" y="568337"/>
                  <a:pt x="568467" y="0"/>
                  <a:pt x="1269705" y="0"/>
                </a:cubicBezTo>
                <a:cubicBezTo>
                  <a:pt x="1970944" y="0"/>
                  <a:pt x="2539410" y="568337"/>
                  <a:pt x="2539410" y="1269415"/>
                </a:cubicBezTo>
                <a:close/>
              </a:path>
            </a:pathLst>
          </a:custGeom>
          <a:solidFill>
            <a:schemeClr val="bg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1" name="Forme libre 10">
            <a:extLst>
              <a:ext uri="{FF2B5EF4-FFF2-40B4-BE49-F238E27FC236}">
                <a16:creationId xmlns:a16="http://schemas.microsoft.com/office/drawing/2014/main" id="{CDEDBD2B-AE8B-FB16-4FE3-040FEFA91531}"/>
              </a:ext>
            </a:extLst>
          </p:cNvPr>
          <p:cNvSpPr/>
          <p:nvPr/>
        </p:nvSpPr>
        <p:spPr>
          <a:xfrm>
            <a:off x="7905802" y="3188524"/>
            <a:ext cx="3430691" cy="2598764"/>
          </a:xfrm>
          <a:custGeom>
            <a:avLst/>
            <a:gdLst>
              <a:gd name="connsiteX0" fmla="*/ 2131013 w 3430691"/>
              <a:gd name="connsiteY0" fmla="*/ 150 h 2598764"/>
              <a:gd name="connsiteX1" fmla="*/ 1285742 w 3430691"/>
              <a:gd name="connsiteY1" fmla="*/ 312709 h 2598764"/>
              <a:gd name="connsiteX2" fmla="*/ 715483 w 3430691"/>
              <a:gd name="connsiteY2" fmla="*/ 1049 h 2598764"/>
              <a:gd name="connsiteX3" fmla="*/ 0 w 3430691"/>
              <a:gd name="connsiteY3" fmla="*/ 877742 h 2598764"/>
              <a:gd name="connsiteX4" fmla="*/ 697049 w 3430691"/>
              <a:gd name="connsiteY4" fmla="*/ 1713231 h 2598764"/>
              <a:gd name="connsiteX5" fmla="*/ 892181 w 3430691"/>
              <a:gd name="connsiteY5" fmla="*/ 1691954 h 2598764"/>
              <a:gd name="connsiteX6" fmla="*/ 1344940 w 3430691"/>
              <a:gd name="connsiteY6" fmla="*/ 2334003 h 2598764"/>
              <a:gd name="connsiteX7" fmla="*/ 2131013 w 3430691"/>
              <a:gd name="connsiteY7" fmla="*/ 2598765 h 2598764"/>
              <a:gd name="connsiteX8" fmla="*/ 3430691 w 3430691"/>
              <a:gd name="connsiteY8" fmla="*/ 1299382 h 2598764"/>
              <a:gd name="connsiteX9" fmla="*/ 2131013 w 3430691"/>
              <a:gd name="connsiteY9" fmla="*/ 0 h 2598764"/>
              <a:gd name="connsiteX10" fmla="*/ 2131013 w 3430691"/>
              <a:gd name="connsiteY10" fmla="*/ 2538830 h 2598764"/>
              <a:gd name="connsiteX11" fmla="*/ 941339 w 3430691"/>
              <a:gd name="connsiteY11" fmla="*/ 1647602 h 2598764"/>
              <a:gd name="connsiteX12" fmla="*/ 933095 w 3430691"/>
              <a:gd name="connsiteY12" fmla="*/ 1619433 h 2598764"/>
              <a:gd name="connsiteX13" fmla="*/ 904769 w 3430691"/>
              <a:gd name="connsiteY13" fmla="*/ 1627075 h 2598764"/>
              <a:gd name="connsiteX14" fmla="*/ 697199 w 3430691"/>
              <a:gd name="connsiteY14" fmla="*/ 1653296 h 2598764"/>
              <a:gd name="connsiteX15" fmla="*/ 205624 w 3430691"/>
              <a:gd name="connsiteY15" fmla="*/ 1436932 h 2598764"/>
              <a:gd name="connsiteX16" fmla="*/ 60098 w 3430691"/>
              <a:gd name="connsiteY16" fmla="*/ 877742 h 2598764"/>
              <a:gd name="connsiteX17" fmla="*/ 201277 w 3430691"/>
              <a:gd name="connsiteY17" fmla="*/ 312559 h 2598764"/>
              <a:gd name="connsiteX18" fmla="*/ 715633 w 3430691"/>
              <a:gd name="connsiteY18" fmla="*/ 61133 h 2598764"/>
              <a:gd name="connsiteX19" fmla="*/ 1244677 w 3430691"/>
              <a:gd name="connsiteY19" fmla="*/ 373243 h 2598764"/>
              <a:gd name="connsiteX20" fmla="*/ 1259064 w 3430691"/>
              <a:gd name="connsiteY20" fmla="*/ 417744 h 2598764"/>
              <a:gd name="connsiteX21" fmla="*/ 1293535 w 3430691"/>
              <a:gd name="connsiteY21" fmla="*/ 386129 h 2598764"/>
              <a:gd name="connsiteX22" fmla="*/ 2131163 w 3430691"/>
              <a:gd name="connsiteY22" fmla="*/ 60234 h 2598764"/>
              <a:gd name="connsiteX23" fmla="*/ 3370893 w 3430691"/>
              <a:gd name="connsiteY23" fmla="*/ 1299682 h 2598764"/>
              <a:gd name="connsiteX24" fmla="*/ 2131163 w 3430691"/>
              <a:gd name="connsiteY24" fmla="*/ 2539130 h 2598764"/>
              <a:gd name="connsiteX25" fmla="*/ 707091 w 3430691"/>
              <a:gd name="connsiteY25" fmla="*/ 302670 h 2598764"/>
              <a:gd name="connsiteX26" fmla="*/ 467298 w 3430691"/>
              <a:gd name="connsiteY26" fmla="*/ 675613 h 2598764"/>
              <a:gd name="connsiteX27" fmla="*/ 464599 w 3430691"/>
              <a:gd name="connsiteY27" fmla="*/ 750082 h 2598764"/>
              <a:gd name="connsiteX28" fmla="*/ 518104 w 3430691"/>
              <a:gd name="connsiteY28" fmla="*/ 698238 h 2598764"/>
              <a:gd name="connsiteX29" fmla="*/ 832533 w 3430691"/>
              <a:gd name="connsiteY29" fmla="*/ 591704 h 2598764"/>
              <a:gd name="connsiteX30" fmla="*/ 1051043 w 3430691"/>
              <a:gd name="connsiteY30" fmla="*/ 638903 h 2598764"/>
              <a:gd name="connsiteX31" fmla="*/ 1074874 w 3430691"/>
              <a:gd name="connsiteY31" fmla="*/ 650290 h 2598764"/>
              <a:gd name="connsiteX32" fmla="*/ 1089111 w 3430691"/>
              <a:gd name="connsiteY32" fmla="*/ 628114 h 2598764"/>
              <a:gd name="connsiteX33" fmla="*/ 1198218 w 3430691"/>
              <a:gd name="connsiteY33" fmla="*/ 483522 h 2598764"/>
              <a:gd name="connsiteX34" fmla="*/ 1241679 w 3430691"/>
              <a:gd name="connsiteY34" fmla="*/ 433777 h 2598764"/>
              <a:gd name="connsiteX35" fmla="*/ 887684 w 3430691"/>
              <a:gd name="connsiteY35" fmla="*/ 433777 h 2598764"/>
              <a:gd name="connsiteX36" fmla="*/ 706941 w 3430691"/>
              <a:gd name="connsiteY36" fmla="*/ 302520 h 2598764"/>
              <a:gd name="connsiteX37" fmla="*/ 1052992 w 3430691"/>
              <a:gd name="connsiteY37" fmla="*/ 574174 h 2598764"/>
              <a:gd name="connsiteX38" fmla="*/ 832683 w 3430691"/>
              <a:gd name="connsiteY38" fmla="*/ 531770 h 2598764"/>
              <a:gd name="connsiteX39" fmla="*/ 531443 w 3430691"/>
              <a:gd name="connsiteY39" fmla="*/ 610883 h 2598764"/>
              <a:gd name="connsiteX40" fmla="*/ 707091 w 3430691"/>
              <a:gd name="connsiteY40" fmla="*/ 362605 h 2598764"/>
              <a:gd name="connsiteX41" fmla="*/ 834481 w 3430691"/>
              <a:gd name="connsiteY41" fmla="*/ 469738 h 2598764"/>
              <a:gd name="connsiteX42" fmla="*/ 839276 w 3430691"/>
              <a:gd name="connsiteY42" fmla="*/ 493861 h 2598764"/>
              <a:gd name="connsiteX43" fmla="*/ 1111742 w 3430691"/>
              <a:gd name="connsiteY43" fmla="*/ 493861 h 2598764"/>
              <a:gd name="connsiteX44" fmla="*/ 1052992 w 3430691"/>
              <a:gd name="connsiteY44" fmla="*/ 574174 h 2598764"/>
              <a:gd name="connsiteX45" fmla="*/ 685060 w 3430691"/>
              <a:gd name="connsiteY45" fmla="*/ 844778 h 2598764"/>
              <a:gd name="connsiteX46" fmla="*/ 478238 w 3430691"/>
              <a:gd name="connsiteY46" fmla="*/ 1109390 h 2598764"/>
              <a:gd name="connsiteX47" fmla="*/ 686709 w 3430691"/>
              <a:gd name="connsiteY47" fmla="*/ 1399623 h 2598764"/>
              <a:gd name="connsiteX48" fmla="*/ 896678 w 3430691"/>
              <a:gd name="connsiteY48" fmla="*/ 1123025 h 2598764"/>
              <a:gd name="connsiteX49" fmla="*/ 685060 w 3430691"/>
              <a:gd name="connsiteY49" fmla="*/ 844928 h 2598764"/>
              <a:gd name="connsiteX50" fmla="*/ 686559 w 3430691"/>
              <a:gd name="connsiteY50" fmla="*/ 1339688 h 2598764"/>
              <a:gd name="connsiteX51" fmla="*/ 538036 w 3430691"/>
              <a:gd name="connsiteY51" fmla="*/ 1109390 h 2598764"/>
              <a:gd name="connsiteX52" fmla="*/ 684910 w 3430691"/>
              <a:gd name="connsiteY52" fmla="*/ 904713 h 2598764"/>
              <a:gd name="connsiteX53" fmla="*/ 836579 w 3430691"/>
              <a:gd name="connsiteY53" fmla="*/ 1122875 h 2598764"/>
              <a:gd name="connsiteX54" fmla="*/ 686559 w 3430691"/>
              <a:gd name="connsiteY54" fmla="*/ 1339538 h 2598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3430691" h="2598764">
                <a:moveTo>
                  <a:pt x="2131013" y="150"/>
                </a:moveTo>
                <a:cubicBezTo>
                  <a:pt x="1819731" y="150"/>
                  <a:pt x="1521188" y="110729"/>
                  <a:pt x="1285742" y="312709"/>
                </a:cubicBezTo>
                <a:cubicBezTo>
                  <a:pt x="1234185" y="194488"/>
                  <a:pt x="1092108" y="1049"/>
                  <a:pt x="715483" y="1049"/>
                </a:cubicBezTo>
                <a:cubicBezTo>
                  <a:pt x="260775" y="1049"/>
                  <a:pt x="0" y="320500"/>
                  <a:pt x="0" y="877742"/>
                </a:cubicBezTo>
                <a:cubicBezTo>
                  <a:pt x="0" y="1434984"/>
                  <a:pt x="240993" y="1713231"/>
                  <a:pt x="697049" y="1713231"/>
                </a:cubicBezTo>
                <a:cubicBezTo>
                  <a:pt x="765391" y="1713231"/>
                  <a:pt x="830884" y="1706038"/>
                  <a:pt x="892181" y="1691954"/>
                </a:cubicBezTo>
                <a:cubicBezTo>
                  <a:pt x="972511" y="1945178"/>
                  <a:pt x="1132424" y="2172330"/>
                  <a:pt x="1344940" y="2334003"/>
                </a:cubicBezTo>
                <a:cubicBezTo>
                  <a:pt x="1572444" y="2507215"/>
                  <a:pt x="1844310" y="2598765"/>
                  <a:pt x="2131013" y="2598765"/>
                </a:cubicBezTo>
                <a:cubicBezTo>
                  <a:pt x="2847544" y="2598765"/>
                  <a:pt x="3430691" y="2015901"/>
                  <a:pt x="3430691" y="1299382"/>
                </a:cubicBezTo>
                <a:cubicBezTo>
                  <a:pt x="3430691" y="582864"/>
                  <a:pt x="2847694" y="0"/>
                  <a:pt x="2131013" y="0"/>
                </a:cubicBezTo>
                <a:close/>
                <a:moveTo>
                  <a:pt x="2131013" y="2538830"/>
                </a:moveTo>
                <a:cubicBezTo>
                  <a:pt x="1583835" y="2538830"/>
                  <a:pt x="1094656" y="2172330"/>
                  <a:pt x="941339" y="1647602"/>
                </a:cubicBezTo>
                <a:lnTo>
                  <a:pt x="933095" y="1619433"/>
                </a:lnTo>
                <a:lnTo>
                  <a:pt x="904769" y="1627075"/>
                </a:lnTo>
                <a:cubicBezTo>
                  <a:pt x="840626" y="1644456"/>
                  <a:pt x="770786" y="1653296"/>
                  <a:pt x="697199" y="1653296"/>
                </a:cubicBezTo>
                <a:cubicBezTo>
                  <a:pt x="477190" y="1653296"/>
                  <a:pt x="311882" y="1580476"/>
                  <a:pt x="205624" y="1436932"/>
                </a:cubicBezTo>
                <a:cubicBezTo>
                  <a:pt x="109106" y="1306425"/>
                  <a:pt x="60098" y="1118380"/>
                  <a:pt x="60098" y="877742"/>
                </a:cubicBezTo>
                <a:cubicBezTo>
                  <a:pt x="60098" y="637105"/>
                  <a:pt x="108956" y="451008"/>
                  <a:pt x="201277" y="312559"/>
                </a:cubicBezTo>
                <a:cubicBezTo>
                  <a:pt x="312480" y="145641"/>
                  <a:pt x="485581" y="61133"/>
                  <a:pt x="715633" y="61133"/>
                </a:cubicBezTo>
                <a:cubicBezTo>
                  <a:pt x="1102150" y="61133"/>
                  <a:pt x="1214403" y="279445"/>
                  <a:pt x="1244677" y="373243"/>
                </a:cubicBezTo>
                <a:lnTo>
                  <a:pt x="1259064" y="417744"/>
                </a:lnTo>
                <a:lnTo>
                  <a:pt x="1293535" y="386129"/>
                </a:lnTo>
                <a:cubicBezTo>
                  <a:pt x="1522686" y="176058"/>
                  <a:pt x="1820181" y="60234"/>
                  <a:pt x="2131163" y="60234"/>
                </a:cubicBezTo>
                <a:cubicBezTo>
                  <a:pt x="2814723" y="60234"/>
                  <a:pt x="3370893" y="616278"/>
                  <a:pt x="3370893" y="1299682"/>
                </a:cubicBezTo>
                <a:cubicBezTo>
                  <a:pt x="3370893" y="1983086"/>
                  <a:pt x="2814723" y="2539130"/>
                  <a:pt x="2131163" y="2539130"/>
                </a:cubicBezTo>
                <a:close/>
                <a:moveTo>
                  <a:pt x="707091" y="302670"/>
                </a:moveTo>
                <a:cubicBezTo>
                  <a:pt x="504165" y="302670"/>
                  <a:pt x="472993" y="515588"/>
                  <a:pt x="467298" y="675613"/>
                </a:cubicBezTo>
                <a:lnTo>
                  <a:pt x="464599" y="750082"/>
                </a:lnTo>
                <a:lnTo>
                  <a:pt x="518104" y="698238"/>
                </a:lnTo>
                <a:cubicBezTo>
                  <a:pt x="590941" y="627515"/>
                  <a:pt x="696749" y="591704"/>
                  <a:pt x="832533" y="591704"/>
                </a:cubicBezTo>
                <a:cubicBezTo>
                  <a:pt x="911815" y="591704"/>
                  <a:pt x="985400" y="607587"/>
                  <a:pt x="1051043" y="638903"/>
                </a:cubicBezTo>
                <a:lnTo>
                  <a:pt x="1074874" y="650290"/>
                </a:lnTo>
                <a:lnTo>
                  <a:pt x="1089111" y="628114"/>
                </a:lnTo>
                <a:cubicBezTo>
                  <a:pt x="1121782" y="577470"/>
                  <a:pt x="1158501" y="528923"/>
                  <a:pt x="1198218" y="483522"/>
                </a:cubicBezTo>
                <a:lnTo>
                  <a:pt x="1241679" y="433777"/>
                </a:lnTo>
                <a:lnTo>
                  <a:pt x="887684" y="433777"/>
                </a:lnTo>
                <a:cubicBezTo>
                  <a:pt x="874347" y="384630"/>
                  <a:pt x="836879" y="302520"/>
                  <a:pt x="706941" y="302520"/>
                </a:cubicBezTo>
                <a:close/>
                <a:moveTo>
                  <a:pt x="1052992" y="574174"/>
                </a:moveTo>
                <a:cubicBezTo>
                  <a:pt x="985550" y="546004"/>
                  <a:pt x="911515" y="531770"/>
                  <a:pt x="832683" y="531770"/>
                </a:cubicBezTo>
                <a:cubicBezTo>
                  <a:pt x="711288" y="531770"/>
                  <a:pt x="610275" y="558291"/>
                  <a:pt x="531443" y="610883"/>
                </a:cubicBezTo>
                <a:cubicBezTo>
                  <a:pt x="547478" y="437672"/>
                  <a:pt x="601731" y="362605"/>
                  <a:pt x="707091" y="362605"/>
                </a:cubicBezTo>
                <a:cubicBezTo>
                  <a:pt x="800160" y="362605"/>
                  <a:pt x="823391" y="414148"/>
                  <a:pt x="834481" y="469738"/>
                </a:cubicBezTo>
                <a:lnTo>
                  <a:pt x="839276" y="493861"/>
                </a:lnTo>
                <a:lnTo>
                  <a:pt x="1111742" y="493861"/>
                </a:lnTo>
                <a:cubicBezTo>
                  <a:pt x="1091210" y="519933"/>
                  <a:pt x="1071576" y="546753"/>
                  <a:pt x="1052992" y="574174"/>
                </a:cubicBezTo>
                <a:close/>
                <a:moveTo>
                  <a:pt x="685060" y="844778"/>
                </a:moveTo>
                <a:cubicBezTo>
                  <a:pt x="590641" y="844778"/>
                  <a:pt x="478238" y="890628"/>
                  <a:pt x="478238" y="1109390"/>
                </a:cubicBezTo>
                <a:cubicBezTo>
                  <a:pt x="478238" y="1293838"/>
                  <a:pt x="554222" y="1399623"/>
                  <a:pt x="686709" y="1399623"/>
                </a:cubicBezTo>
                <a:cubicBezTo>
                  <a:pt x="819194" y="1399623"/>
                  <a:pt x="896678" y="1298783"/>
                  <a:pt x="896678" y="1123025"/>
                </a:cubicBezTo>
                <a:cubicBezTo>
                  <a:pt x="896678" y="1054250"/>
                  <a:pt x="896678" y="844928"/>
                  <a:pt x="685060" y="844928"/>
                </a:cubicBezTo>
                <a:close/>
                <a:moveTo>
                  <a:pt x="686559" y="1339688"/>
                </a:moveTo>
                <a:cubicBezTo>
                  <a:pt x="631105" y="1339688"/>
                  <a:pt x="538036" y="1309721"/>
                  <a:pt x="538036" y="1109390"/>
                </a:cubicBezTo>
                <a:cubicBezTo>
                  <a:pt x="538036" y="925990"/>
                  <a:pt x="621813" y="904713"/>
                  <a:pt x="684910" y="904713"/>
                </a:cubicBezTo>
                <a:cubicBezTo>
                  <a:pt x="792516" y="904713"/>
                  <a:pt x="836579" y="967944"/>
                  <a:pt x="836579" y="1122875"/>
                </a:cubicBezTo>
                <a:cubicBezTo>
                  <a:pt x="836579" y="1221767"/>
                  <a:pt x="810502" y="1339538"/>
                  <a:pt x="686559" y="1339538"/>
                </a:cubicBezTo>
                <a:close/>
              </a:path>
            </a:pathLst>
          </a:custGeom>
          <a:solidFill>
            <a:schemeClr val="accent4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grpSp>
        <p:nvGrpSpPr>
          <p:cNvPr id="3" name="Group 35">
            <a:extLst>
              <a:ext uri="{FF2B5EF4-FFF2-40B4-BE49-F238E27FC236}">
                <a16:creationId xmlns:a16="http://schemas.microsoft.com/office/drawing/2014/main" id="{88B9C984-218A-9342-778C-49E42CC0002C}"/>
              </a:ext>
            </a:extLst>
          </p:cNvPr>
          <p:cNvGrpSpPr/>
          <p:nvPr/>
        </p:nvGrpSpPr>
        <p:grpSpPr>
          <a:xfrm>
            <a:off x="2336151" y="3901397"/>
            <a:ext cx="1499617" cy="1382486"/>
            <a:chOff x="332934" y="2720099"/>
            <a:chExt cx="2968095" cy="1382486"/>
          </a:xfrm>
        </p:grpSpPr>
        <p:sp>
          <p:nvSpPr>
            <p:cNvPr id="6" name="TextBox 36">
              <a:extLst>
                <a:ext uri="{FF2B5EF4-FFF2-40B4-BE49-F238E27FC236}">
                  <a16:creationId xmlns:a16="http://schemas.microsoft.com/office/drawing/2014/main" id="{B163DBAF-D562-68E2-2A49-8FA465755031}"/>
                </a:ext>
              </a:extLst>
            </p:cNvPr>
            <p:cNvSpPr txBox="1"/>
            <p:nvPr/>
          </p:nvSpPr>
          <p:spPr>
            <a:xfrm>
              <a:off x="332934" y="2720099"/>
              <a:ext cx="296809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b="1" noProof="1"/>
                <a:t>Lorem Ipsum</a:t>
              </a:r>
            </a:p>
          </p:txBody>
        </p:sp>
        <p:sp>
          <p:nvSpPr>
            <p:cNvPr id="9" name="TextBox 37">
              <a:extLst>
                <a:ext uri="{FF2B5EF4-FFF2-40B4-BE49-F238E27FC236}">
                  <a16:creationId xmlns:a16="http://schemas.microsoft.com/office/drawing/2014/main" id="{1D683B8E-0C1D-0293-9538-AB62F549B582}"/>
                </a:ext>
              </a:extLst>
            </p:cNvPr>
            <p:cNvSpPr txBox="1"/>
            <p:nvPr/>
          </p:nvSpPr>
          <p:spPr>
            <a:xfrm>
              <a:off x="332936" y="3086922"/>
              <a:ext cx="2968093" cy="1015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Lorem ipsum dolor sit amet, nibh est. A magna maecenas, quam magna nec quis, lorem nunc viverra.</a:t>
              </a:r>
            </a:p>
          </p:txBody>
        </p:sp>
      </p:grpSp>
      <p:grpSp>
        <p:nvGrpSpPr>
          <p:cNvPr id="12" name="Group 35">
            <a:extLst>
              <a:ext uri="{FF2B5EF4-FFF2-40B4-BE49-F238E27FC236}">
                <a16:creationId xmlns:a16="http://schemas.microsoft.com/office/drawing/2014/main" id="{7933F3C1-FFF6-1E13-E7B3-DBE69501F805}"/>
              </a:ext>
            </a:extLst>
          </p:cNvPr>
          <p:cNvGrpSpPr/>
          <p:nvPr/>
        </p:nvGrpSpPr>
        <p:grpSpPr>
          <a:xfrm>
            <a:off x="5871601" y="2036451"/>
            <a:ext cx="1499617" cy="1382486"/>
            <a:chOff x="332934" y="2720099"/>
            <a:chExt cx="2968095" cy="1382486"/>
          </a:xfrm>
        </p:grpSpPr>
        <p:sp>
          <p:nvSpPr>
            <p:cNvPr id="13" name="TextBox 36">
              <a:extLst>
                <a:ext uri="{FF2B5EF4-FFF2-40B4-BE49-F238E27FC236}">
                  <a16:creationId xmlns:a16="http://schemas.microsoft.com/office/drawing/2014/main" id="{D24C0E26-1E72-5E0E-85D6-105B53DB05F2}"/>
                </a:ext>
              </a:extLst>
            </p:cNvPr>
            <p:cNvSpPr txBox="1"/>
            <p:nvPr/>
          </p:nvSpPr>
          <p:spPr>
            <a:xfrm>
              <a:off x="332934" y="2720099"/>
              <a:ext cx="296809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b="1" noProof="1"/>
                <a:t>Lorem Ipsum</a:t>
              </a:r>
            </a:p>
          </p:txBody>
        </p:sp>
        <p:sp>
          <p:nvSpPr>
            <p:cNvPr id="14" name="TextBox 37">
              <a:extLst>
                <a:ext uri="{FF2B5EF4-FFF2-40B4-BE49-F238E27FC236}">
                  <a16:creationId xmlns:a16="http://schemas.microsoft.com/office/drawing/2014/main" id="{847DCB69-5DA6-B5DB-9440-9BB514A0D198}"/>
                </a:ext>
              </a:extLst>
            </p:cNvPr>
            <p:cNvSpPr txBox="1"/>
            <p:nvPr/>
          </p:nvSpPr>
          <p:spPr>
            <a:xfrm>
              <a:off x="332936" y="3086922"/>
              <a:ext cx="2968093" cy="1015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Lorem ipsum dolor sit amet, nibh est. A magna maecenas, quam magna nec quis, lorem nunc viverra.</a:t>
              </a:r>
            </a:p>
          </p:txBody>
        </p:sp>
      </p:grpSp>
      <p:grpSp>
        <p:nvGrpSpPr>
          <p:cNvPr id="15" name="Group 35">
            <a:extLst>
              <a:ext uri="{FF2B5EF4-FFF2-40B4-BE49-F238E27FC236}">
                <a16:creationId xmlns:a16="http://schemas.microsoft.com/office/drawing/2014/main" id="{E21057DB-5C87-8141-9E81-9BC9B061A47F}"/>
              </a:ext>
            </a:extLst>
          </p:cNvPr>
          <p:cNvGrpSpPr/>
          <p:nvPr/>
        </p:nvGrpSpPr>
        <p:grpSpPr>
          <a:xfrm>
            <a:off x="9406901" y="3901397"/>
            <a:ext cx="1499617" cy="1382486"/>
            <a:chOff x="332934" y="2720099"/>
            <a:chExt cx="2968095" cy="1382486"/>
          </a:xfrm>
        </p:grpSpPr>
        <p:sp>
          <p:nvSpPr>
            <p:cNvPr id="16" name="TextBox 36">
              <a:extLst>
                <a:ext uri="{FF2B5EF4-FFF2-40B4-BE49-F238E27FC236}">
                  <a16:creationId xmlns:a16="http://schemas.microsoft.com/office/drawing/2014/main" id="{B19368E4-B8CC-135E-2914-7382E5055CB0}"/>
                </a:ext>
              </a:extLst>
            </p:cNvPr>
            <p:cNvSpPr txBox="1"/>
            <p:nvPr/>
          </p:nvSpPr>
          <p:spPr>
            <a:xfrm>
              <a:off x="332934" y="2720099"/>
              <a:ext cx="296809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b="1" noProof="1"/>
                <a:t>Lorem Ipsum</a:t>
              </a:r>
            </a:p>
          </p:txBody>
        </p:sp>
        <p:sp>
          <p:nvSpPr>
            <p:cNvPr id="17" name="TextBox 37">
              <a:extLst>
                <a:ext uri="{FF2B5EF4-FFF2-40B4-BE49-F238E27FC236}">
                  <a16:creationId xmlns:a16="http://schemas.microsoft.com/office/drawing/2014/main" id="{801D8093-0EB3-4C0C-B535-79A11AD9B654}"/>
                </a:ext>
              </a:extLst>
            </p:cNvPr>
            <p:cNvSpPr txBox="1"/>
            <p:nvPr/>
          </p:nvSpPr>
          <p:spPr>
            <a:xfrm>
              <a:off x="332936" y="3086922"/>
              <a:ext cx="2968093" cy="1015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Lorem ipsum dolor sit amet, nibh est. A magna maecenas, quam magna nec quis, lorem nunc viverra.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1223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A07E6-65F2-BDD9-416C-236BEC2B1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9EE18-08B6-A75C-B9F5-BD6404DBE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Triple Set Numbers (7, 8, 9) – Slide Template</a:t>
            </a:r>
          </a:p>
        </p:txBody>
      </p:sp>
      <p:sp>
        <p:nvSpPr>
          <p:cNvPr id="4" name="Forme libre 3">
            <a:extLst>
              <a:ext uri="{FF2B5EF4-FFF2-40B4-BE49-F238E27FC236}">
                <a16:creationId xmlns:a16="http://schemas.microsoft.com/office/drawing/2014/main" id="{AB8E0633-2083-AE63-8E20-86E2A06B3E67}"/>
              </a:ext>
            </a:extLst>
          </p:cNvPr>
          <p:cNvSpPr/>
          <p:nvPr/>
        </p:nvSpPr>
        <p:spPr>
          <a:xfrm>
            <a:off x="1520263" y="1468101"/>
            <a:ext cx="2539409" cy="2538829"/>
          </a:xfrm>
          <a:custGeom>
            <a:avLst/>
            <a:gdLst>
              <a:gd name="connsiteX0" fmla="*/ 2539410 w 2539409"/>
              <a:gd name="connsiteY0" fmla="*/ 1269415 h 2538829"/>
              <a:gd name="connsiteX1" fmla="*/ 1269706 w 2539409"/>
              <a:gd name="connsiteY1" fmla="*/ 2538830 h 2538829"/>
              <a:gd name="connsiteX2" fmla="*/ 1 w 2539409"/>
              <a:gd name="connsiteY2" fmla="*/ 1269415 h 2538829"/>
              <a:gd name="connsiteX3" fmla="*/ 1269706 w 2539409"/>
              <a:gd name="connsiteY3" fmla="*/ 0 h 2538829"/>
              <a:gd name="connsiteX4" fmla="*/ 2539410 w 2539409"/>
              <a:gd name="connsiteY4" fmla="*/ 1269415 h 2538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9409" h="2538829">
                <a:moveTo>
                  <a:pt x="2539410" y="1269415"/>
                </a:moveTo>
                <a:cubicBezTo>
                  <a:pt x="2539410" y="1970493"/>
                  <a:pt x="1970944" y="2538830"/>
                  <a:pt x="1269706" y="2538830"/>
                </a:cubicBezTo>
                <a:cubicBezTo>
                  <a:pt x="568467" y="2538830"/>
                  <a:pt x="1" y="1970493"/>
                  <a:pt x="1" y="1269415"/>
                </a:cubicBezTo>
                <a:cubicBezTo>
                  <a:pt x="1" y="568337"/>
                  <a:pt x="568467" y="0"/>
                  <a:pt x="1269706" y="0"/>
                </a:cubicBezTo>
                <a:cubicBezTo>
                  <a:pt x="1970944" y="0"/>
                  <a:pt x="2539410" y="568337"/>
                  <a:pt x="2539410" y="1269415"/>
                </a:cubicBezTo>
                <a:close/>
              </a:path>
            </a:pathLst>
          </a:custGeom>
          <a:solidFill>
            <a:schemeClr val="bg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5" name="Forme libre 4">
            <a:extLst>
              <a:ext uri="{FF2B5EF4-FFF2-40B4-BE49-F238E27FC236}">
                <a16:creationId xmlns:a16="http://schemas.microsoft.com/office/drawing/2014/main" id="{C1AED27C-7B1E-9B2E-3CF6-279D306C2675}"/>
              </a:ext>
            </a:extLst>
          </p:cNvPr>
          <p:cNvSpPr/>
          <p:nvPr/>
        </p:nvSpPr>
        <p:spPr>
          <a:xfrm>
            <a:off x="838200" y="1243496"/>
            <a:ext cx="3131399" cy="2598764"/>
          </a:xfrm>
          <a:custGeom>
            <a:avLst/>
            <a:gdLst>
              <a:gd name="connsiteX0" fmla="*/ 1831871 w 3131399"/>
              <a:gd name="connsiteY0" fmla="*/ 2598615 h 2598764"/>
              <a:gd name="connsiteX1" fmla="*/ 589743 w 3131399"/>
              <a:gd name="connsiteY1" fmla="*/ 1681465 h 2598764"/>
              <a:gd name="connsiteX2" fmla="*/ 155716 w 3131399"/>
              <a:gd name="connsiteY2" fmla="*/ 1681465 h 2598764"/>
              <a:gd name="connsiteX3" fmla="*/ 160213 w 3131399"/>
              <a:gd name="connsiteY3" fmla="*/ 1647602 h 2598764"/>
              <a:gd name="connsiteX4" fmla="*/ 684610 w 3131399"/>
              <a:gd name="connsiteY4" fmla="*/ 445014 h 2598764"/>
              <a:gd name="connsiteX5" fmla="*/ 0 w 3131399"/>
              <a:gd name="connsiteY5" fmla="*/ 445014 h 2598764"/>
              <a:gd name="connsiteX6" fmla="*/ 0 w 3131399"/>
              <a:gd name="connsiteY6" fmla="*/ 31466 h 2598764"/>
              <a:gd name="connsiteX7" fmla="*/ 1249024 w 3131399"/>
              <a:gd name="connsiteY7" fmla="*/ 31466 h 2598764"/>
              <a:gd name="connsiteX8" fmla="*/ 1249024 w 3131399"/>
              <a:gd name="connsiteY8" fmla="*/ 137850 h 2598764"/>
              <a:gd name="connsiteX9" fmla="*/ 1831721 w 3131399"/>
              <a:gd name="connsiteY9" fmla="*/ 0 h 2598764"/>
              <a:gd name="connsiteX10" fmla="*/ 3131400 w 3131399"/>
              <a:gd name="connsiteY10" fmla="*/ 1299382 h 2598764"/>
              <a:gd name="connsiteX11" fmla="*/ 1831721 w 3131399"/>
              <a:gd name="connsiteY11" fmla="*/ 2598765 h 2598764"/>
              <a:gd name="connsiteX12" fmla="*/ 224656 w 3131399"/>
              <a:gd name="connsiteY12" fmla="*/ 1621531 h 2598764"/>
              <a:gd name="connsiteX13" fmla="*/ 634704 w 3131399"/>
              <a:gd name="connsiteY13" fmla="*/ 1621531 h 2598764"/>
              <a:gd name="connsiteX14" fmla="*/ 640997 w 3131399"/>
              <a:gd name="connsiteY14" fmla="*/ 1643257 h 2598764"/>
              <a:gd name="connsiteX15" fmla="*/ 1831871 w 3131399"/>
              <a:gd name="connsiteY15" fmla="*/ 2538680 h 2598764"/>
              <a:gd name="connsiteX16" fmla="*/ 3071602 w 3131399"/>
              <a:gd name="connsiteY16" fmla="*/ 1299232 h 2598764"/>
              <a:gd name="connsiteX17" fmla="*/ 1831871 w 3131399"/>
              <a:gd name="connsiteY17" fmla="*/ 59785 h 2598764"/>
              <a:gd name="connsiteX18" fmla="*/ 1233737 w 3131399"/>
              <a:gd name="connsiteY18" fmla="*/ 213517 h 2598764"/>
              <a:gd name="connsiteX19" fmla="*/ 1189226 w 3131399"/>
              <a:gd name="connsiteY19" fmla="*/ 238090 h 2598764"/>
              <a:gd name="connsiteX20" fmla="*/ 1189226 w 3131399"/>
              <a:gd name="connsiteY20" fmla="*/ 91250 h 2598764"/>
              <a:gd name="connsiteX21" fmla="*/ 60098 w 3131399"/>
              <a:gd name="connsiteY21" fmla="*/ 91250 h 2598764"/>
              <a:gd name="connsiteX22" fmla="*/ 60098 w 3131399"/>
              <a:gd name="connsiteY22" fmla="*/ 384930 h 2598764"/>
              <a:gd name="connsiteX23" fmla="*/ 811700 w 3131399"/>
              <a:gd name="connsiteY23" fmla="*/ 384930 h 2598764"/>
              <a:gd name="connsiteX24" fmla="*/ 770336 w 3131399"/>
              <a:gd name="connsiteY24" fmla="*/ 434226 h 2598764"/>
              <a:gd name="connsiteX25" fmla="*/ 224508 w 3131399"/>
              <a:gd name="connsiteY25" fmla="*/ 1621381 h 2598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131399" h="2598764">
                <a:moveTo>
                  <a:pt x="1831871" y="2598615"/>
                </a:moveTo>
                <a:cubicBezTo>
                  <a:pt x="1263711" y="2598615"/>
                  <a:pt x="756249" y="2222675"/>
                  <a:pt x="589743" y="1681465"/>
                </a:cubicBezTo>
                <a:lnTo>
                  <a:pt x="155716" y="1681465"/>
                </a:lnTo>
                <a:lnTo>
                  <a:pt x="160213" y="1647602"/>
                </a:lnTo>
                <a:cubicBezTo>
                  <a:pt x="216414" y="1225213"/>
                  <a:pt x="464599" y="728805"/>
                  <a:pt x="684610" y="445014"/>
                </a:cubicBezTo>
                <a:lnTo>
                  <a:pt x="0" y="445014"/>
                </a:lnTo>
                <a:lnTo>
                  <a:pt x="0" y="31466"/>
                </a:lnTo>
                <a:lnTo>
                  <a:pt x="1249024" y="31466"/>
                </a:lnTo>
                <a:lnTo>
                  <a:pt x="1249024" y="137850"/>
                </a:lnTo>
                <a:cubicBezTo>
                  <a:pt x="1429019" y="47498"/>
                  <a:pt x="1629396" y="0"/>
                  <a:pt x="1831721" y="0"/>
                </a:cubicBezTo>
                <a:cubicBezTo>
                  <a:pt x="2548402" y="0"/>
                  <a:pt x="3131400" y="582864"/>
                  <a:pt x="3131400" y="1299382"/>
                </a:cubicBezTo>
                <a:cubicBezTo>
                  <a:pt x="3131400" y="2015901"/>
                  <a:pt x="2548402" y="2598765"/>
                  <a:pt x="1831721" y="2598765"/>
                </a:cubicBezTo>
                <a:close/>
                <a:moveTo>
                  <a:pt x="224656" y="1621531"/>
                </a:moveTo>
                <a:lnTo>
                  <a:pt x="634704" y="1621531"/>
                </a:lnTo>
                <a:lnTo>
                  <a:pt x="640997" y="1643257"/>
                </a:lnTo>
                <a:cubicBezTo>
                  <a:pt x="793117" y="2170532"/>
                  <a:pt x="1282745" y="2538680"/>
                  <a:pt x="1831871" y="2538680"/>
                </a:cubicBezTo>
                <a:cubicBezTo>
                  <a:pt x="2515432" y="2538680"/>
                  <a:pt x="3071602" y="1982637"/>
                  <a:pt x="3071602" y="1299232"/>
                </a:cubicBezTo>
                <a:cubicBezTo>
                  <a:pt x="3071602" y="615828"/>
                  <a:pt x="2515432" y="59785"/>
                  <a:pt x="1831871" y="59785"/>
                </a:cubicBezTo>
                <a:cubicBezTo>
                  <a:pt x="1622801" y="59785"/>
                  <a:pt x="1415980" y="112977"/>
                  <a:pt x="1233737" y="213517"/>
                </a:cubicBezTo>
                <a:lnTo>
                  <a:pt x="1189226" y="238090"/>
                </a:lnTo>
                <a:lnTo>
                  <a:pt x="1189226" y="91250"/>
                </a:lnTo>
                <a:lnTo>
                  <a:pt x="60098" y="91250"/>
                </a:lnTo>
                <a:lnTo>
                  <a:pt x="60098" y="384930"/>
                </a:lnTo>
                <a:lnTo>
                  <a:pt x="811700" y="384930"/>
                </a:lnTo>
                <a:lnTo>
                  <a:pt x="770336" y="434226"/>
                </a:lnTo>
                <a:cubicBezTo>
                  <a:pt x="552573" y="693293"/>
                  <a:pt x="291650" y="1191949"/>
                  <a:pt x="224508" y="1621381"/>
                </a:cubicBezTo>
                <a:close/>
              </a:path>
            </a:pathLst>
          </a:custGeom>
          <a:solidFill>
            <a:srgbClr val="8272A3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E3F9FAD7-5102-3682-07F3-3A91E9A49925}"/>
              </a:ext>
            </a:extLst>
          </p:cNvPr>
          <p:cNvSpPr/>
          <p:nvPr/>
        </p:nvSpPr>
        <p:spPr>
          <a:xfrm>
            <a:off x="5055563" y="3413279"/>
            <a:ext cx="2539409" cy="2538829"/>
          </a:xfrm>
          <a:custGeom>
            <a:avLst/>
            <a:gdLst>
              <a:gd name="connsiteX0" fmla="*/ 2539410 w 2539409"/>
              <a:gd name="connsiteY0" fmla="*/ 1269415 h 2538829"/>
              <a:gd name="connsiteX1" fmla="*/ 1269706 w 2539409"/>
              <a:gd name="connsiteY1" fmla="*/ 2538830 h 2538829"/>
              <a:gd name="connsiteX2" fmla="*/ 1 w 2539409"/>
              <a:gd name="connsiteY2" fmla="*/ 1269415 h 2538829"/>
              <a:gd name="connsiteX3" fmla="*/ 1269706 w 2539409"/>
              <a:gd name="connsiteY3" fmla="*/ 0 h 2538829"/>
              <a:gd name="connsiteX4" fmla="*/ 2539410 w 2539409"/>
              <a:gd name="connsiteY4" fmla="*/ 1269415 h 2538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9409" h="2538829">
                <a:moveTo>
                  <a:pt x="2539410" y="1269415"/>
                </a:moveTo>
                <a:cubicBezTo>
                  <a:pt x="2539410" y="1970493"/>
                  <a:pt x="1970944" y="2538830"/>
                  <a:pt x="1269706" y="2538830"/>
                </a:cubicBezTo>
                <a:cubicBezTo>
                  <a:pt x="568467" y="2538830"/>
                  <a:pt x="1" y="1970493"/>
                  <a:pt x="1" y="1269415"/>
                </a:cubicBezTo>
                <a:cubicBezTo>
                  <a:pt x="1" y="568337"/>
                  <a:pt x="568467" y="0"/>
                  <a:pt x="1269706" y="0"/>
                </a:cubicBezTo>
                <a:cubicBezTo>
                  <a:pt x="1970944" y="0"/>
                  <a:pt x="2539410" y="568337"/>
                  <a:pt x="2539410" y="1269415"/>
                </a:cubicBezTo>
                <a:close/>
              </a:path>
            </a:pathLst>
          </a:custGeom>
          <a:solidFill>
            <a:schemeClr val="bg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8" name="Forme libre 7">
            <a:extLst>
              <a:ext uri="{FF2B5EF4-FFF2-40B4-BE49-F238E27FC236}">
                <a16:creationId xmlns:a16="http://schemas.microsoft.com/office/drawing/2014/main" id="{65BF3C23-A811-E4BC-3950-5717553CE4B5}"/>
              </a:ext>
            </a:extLst>
          </p:cNvPr>
          <p:cNvSpPr/>
          <p:nvPr/>
        </p:nvSpPr>
        <p:spPr>
          <a:xfrm>
            <a:off x="4226478" y="3188524"/>
            <a:ext cx="3278571" cy="2598764"/>
          </a:xfrm>
          <a:custGeom>
            <a:avLst/>
            <a:gdLst>
              <a:gd name="connsiteX0" fmla="*/ 697049 w 3278571"/>
              <a:gd name="connsiteY0" fmla="*/ 693593 h 2598764"/>
              <a:gd name="connsiteX1" fmla="*/ 893979 w 3278571"/>
              <a:gd name="connsiteY1" fmla="*/ 505548 h 2598764"/>
              <a:gd name="connsiteX2" fmla="*/ 693900 w 3278571"/>
              <a:gd name="connsiteY2" fmla="*/ 309113 h 2598764"/>
              <a:gd name="connsiteX3" fmla="*/ 497870 w 3278571"/>
              <a:gd name="connsiteY3" fmla="*/ 506447 h 2598764"/>
              <a:gd name="connsiteX4" fmla="*/ 697199 w 3278571"/>
              <a:gd name="connsiteY4" fmla="*/ 693593 h 2598764"/>
              <a:gd name="connsiteX5" fmla="*/ 693750 w 3278571"/>
              <a:gd name="connsiteY5" fmla="*/ 369047 h 2598764"/>
              <a:gd name="connsiteX6" fmla="*/ 833881 w 3278571"/>
              <a:gd name="connsiteY6" fmla="*/ 505548 h 2598764"/>
              <a:gd name="connsiteX7" fmla="*/ 696899 w 3278571"/>
              <a:gd name="connsiteY7" fmla="*/ 633659 h 2598764"/>
              <a:gd name="connsiteX8" fmla="*/ 557518 w 3278571"/>
              <a:gd name="connsiteY8" fmla="*/ 506447 h 2598764"/>
              <a:gd name="connsiteX9" fmla="*/ 693602 w 3278571"/>
              <a:gd name="connsiteY9" fmla="*/ 369047 h 2598764"/>
              <a:gd name="connsiteX10" fmla="*/ 1978894 w 3278571"/>
              <a:gd name="connsiteY10" fmla="*/ 150 h 2598764"/>
              <a:gd name="connsiteX11" fmla="*/ 1251571 w 3278571"/>
              <a:gd name="connsiteY11" fmla="*/ 222957 h 2598764"/>
              <a:gd name="connsiteX12" fmla="*/ 697647 w 3278571"/>
              <a:gd name="connsiteY12" fmla="*/ 150 h 2598764"/>
              <a:gd name="connsiteX13" fmla="*/ 217463 w 3278571"/>
              <a:gd name="connsiteY13" fmla="*/ 140996 h 2598764"/>
              <a:gd name="connsiteX14" fmla="*/ 60098 w 3278571"/>
              <a:gd name="connsiteY14" fmla="*/ 487718 h 2598764"/>
              <a:gd name="connsiteX15" fmla="*/ 226754 w 3278571"/>
              <a:gd name="connsiteY15" fmla="*/ 815710 h 2598764"/>
              <a:gd name="connsiteX16" fmla="*/ 0 w 3278571"/>
              <a:gd name="connsiteY16" fmla="*/ 1189402 h 2598764"/>
              <a:gd name="connsiteX17" fmla="*/ 673668 w 3278571"/>
              <a:gd name="connsiteY17" fmla="*/ 1713231 h 2598764"/>
              <a:gd name="connsiteX18" fmla="*/ 746057 w 3278571"/>
              <a:gd name="connsiteY18" fmla="*/ 1711283 h 2598764"/>
              <a:gd name="connsiteX19" fmla="*/ 1978894 w 3278571"/>
              <a:gd name="connsiteY19" fmla="*/ 2598765 h 2598764"/>
              <a:gd name="connsiteX20" fmla="*/ 3278572 w 3278571"/>
              <a:gd name="connsiteY20" fmla="*/ 1299382 h 2598764"/>
              <a:gd name="connsiteX21" fmla="*/ 1978894 w 3278571"/>
              <a:gd name="connsiteY21" fmla="*/ 0 h 2598764"/>
              <a:gd name="connsiteX22" fmla="*/ 1978894 w 3278571"/>
              <a:gd name="connsiteY22" fmla="*/ 2538830 h 2598764"/>
              <a:gd name="connsiteX23" fmla="*/ 795963 w 3278571"/>
              <a:gd name="connsiteY23" fmla="*/ 1670977 h 2598764"/>
              <a:gd name="connsiteX24" fmla="*/ 788920 w 3278571"/>
              <a:gd name="connsiteY24" fmla="*/ 1648501 h 2598764"/>
              <a:gd name="connsiteX25" fmla="*/ 765389 w 3278571"/>
              <a:gd name="connsiteY25" fmla="*/ 1650150 h 2598764"/>
              <a:gd name="connsiteX26" fmla="*/ 673668 w 3278571"/>
              <a:gd name="connsiteY26" fmla="*/ 1653296 h 2598764"/>
              <a:gd name="connsiteX27" fmla="*/ 59948 w 3278571"/>
              <a:gd name="connsiteY27" fmla="*/ 1189402 h 2598764"/>
              <a:gd name="connsiteX28" fmla="*/ 297643 w 3278571"/>
              <a:gd name="connsiteY28" fmla="*/ 846127 h 2598764"/>
              <a:gd name="connsiteX29" fmla="*/ 347699 w 3278571"/>
              <a:gd name="connsiteY29" fmla="*/ 822752 h 2598764"/>
              <a:gd name="connsiteX30" fmla="*/ 300940 w 3278571"/>
              <a:gd name="connsiteY30" fmla="*/ 793534 h 2598764"/>
              <a:gd name="connsiteX31" fmla="*/ 120197 w 3278571"/>
              <a:gd name="connsiteY31" fmla="*/ 487718 h 2598764"/>
              <a:gd name="connsiteX32" fmla="*/ 697647 w 3278571"/>
              <a:gd name="connsiteY32" fmla="*/ 60085 h 2598764"/>
              <a:gd name="connsiteX33" fmla="*/ 1218000 w 3278571"/>
              <a:gd name="connsiteY33" fmla="*/ 280644 h 2598764"/>
              <a:gd name="connsiteX34" fmla="*/ 1234785 w 3278571"/>
              <a:gd name="connsiteY34" fmla="*/ 308064 h 2598764"/>
              <a:gd name="connsiteX35" fmla="*/ 1261012 w 3278571"/>
              <a:gd name="connsiteY35" fmla="*/ 289484 h 2598764"/>
              <a:gd name="connsiteX36" fmla="*/ 1978894 w 3278571"/>
              <a:gd name="connsiteY36" fmla="*/ 60085 h 2598764"/>
              <a:gd name="connsiteX37" fmla="*/ 3218624 w 3278571"/>
              <a:gd name="connsiteY37" fmla="*/ 1299532 h 2598764"/>
              <a:gd name="connsiteX38" fmla="*/ 1978894 w 3278571"/>
              <a:gd name="connsiteY38" fmla="*/ 2538980 h 2598764"/>
              <a:gd name="connsiteX39" fmla="*/ 754299 w 3278571"/>
              <a:gd name="connsiteY39" fmla="*/ 955208 h 2598764"/>
              <a:gd name="connsiteX40" fmla="*/ 695549 w 3278571"/>
              <a:gd name="connsiteY40" fmla="*/ 949813 h 2598764"/>
              <a:gd name="connsiteX41" fmla="*/ 471043 w 3278571"/>
              <a:gd name="connsiteY41" fmla="*/ 1172621 h 2598764"/>
              <a:gd name="connsiteX42" fmla="*/ 699295 w 3278571"/>
              <a:gd name="connsiteY42" fmla="*/ 1401870 h 2598764"/>
              <a:gd name="connsiteX43" fmla="*/ 709037 w 3278571"/>
              <a:gd name="connsiteY43" fmla="*/ 1401571 h 2598764"/>
              <a:gd name="connsiteX44" fmla="*/ 712484 w 3278571"/>
              <a:gd name="connsiteY44" fmla="*/ 1401571 h 2598764"/>
              <a:gd name="connsiteX45" fmla="*/ 921405 w 3278571"/>
              <a:gd name="connsiteY45" fmla="*/ 1175018 h 2598764"/>
              <a:gd name="connsiteX46" fmla="*/ 754149 w 3278571"/>
              <a:gd name="connsiteY46" fmla="*/ 955208 h 2598764"/>
              <a:gd name="connsiteX47" fmla="*/ 710238 w 3278571"/>
              <a:gd name="connsiteY47" fmla="*/ 1341336 h 2598764"/>
              <a:gd name="connsiteX48" fmla="*/ 706341 w 3278571"/>
              <a:gd name="connsiteY48" fmla="*/ 1341336 h 2598764"/>
              <a:gd name="connsiteX49" fmla="*/ 699445 w 3278571"/>
              <a:gd name="connsiteY49" fmla="*/ 1341786 h 2598764"/>
              <a:gd name="connsiteX50" fmla="*/ 531141 w 3278571"/>
              <a:gd name="connsiteY50" fmla="*/ 1172471 h 2598764"/>
              <a:gd name="connsiteX51" fmla="*/ 695699 w 3278571"/>
              <a:gd name="connsiteY51" fmla="*/ 1009599 h 2598764"/>
              <a:gd name="connsiteX52" fmla="*/ 743208 w 3278571"/>
              <a:gd name="connsiteY52" fmla="*/ 1013943 h 2598764"/>
              <a:gd name="connsiteX53" fmla="*/ 861757 w 3278571"/>
              <a:gd name="connsiteY53" fmla="*/ 1174868 h 2598764"/>
              <a:gd name="connsiteX54" fmla="*/ 710388 w 3278571"/>
              <a:gd name="connsiteY54" fmla="*/ 1341336 h 2598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3278571" h="2598764">
                <a:moveTo>
                  <a:pt x="697049" y="693593"/>
                </a:moveTo>
                <a:cubicBezTo>
                  <a:pt x="823989" y="693593"/>
                  <a:pt x="893979" y="626766"/>
                  <a:pt x="893979" y="505548"/>
                </a:cubicBezTo>
                <a:cubicBezTo>
                  <a:pt x="893979" y="384331"/>
                  <a:pt x="820992" y="309113"/>
                  <a:pt x="693900" y="309113"/>
                </a:cubicBezTo>
                <a:cubicBezTo>
                  <a:pt x="566810" y="309113"/>
                  <a:pt x="497870" y="379236"/>
                  <a:pt x="497870" y="506447"/>
                </a:cubicBezTo>
                <a:cubicBezTo>
                  <a:pt x="497870" y="623620"/>
                  <a:pt x="572355" y="693593"/>
                  <a:pt x="697199" y="693593"/>
                </a:cubicBezTo>
                <a:close/>
                <a:moveTo>
                  <a:pt x="693750" y="369047"/>
                </a:moveTo>
                <a:cubicBezTo>
                  <a:pt x="788020" y="369047"/>
                  <a:pt x="833881" y="413698"/>
                  <a:pt x="833881" y="505548"/>
                </a:cubicBezTo>
                <a:cubicBezTo>
                  <a:pt x="833881" y="597398"/>
                  <a:pt x="790418" y="633659"/>
                  <a:pt x="696899" y="633659"/>
                </a:cubicBezTo>
                <a:cubicBezTo>
                  <a:pt x="603380" y="633659"/>
                  <a:pt x="557518" y="589607"/>
                  <a:pt x="557518" y="506447"/>
                </a:cubicBezTo>
                <a:cubicBezTo>
                  <a:pt x="557518" y="411451"/>
                  <a:pt x="599483" y="369047"/>
                  <a:pt x="693602" y="369047"/>
                </a:cubicBezTo>
                <a:close/>
                <a:moveTo>
                  <a:pt x="1978894" y="150"/>
                </a:moveTo>
                <a:cubicBezTo>
                  <a:pt x="1717818" y="150"/>
                  <a:pt x="1466935" y="77016"/>
                  <a:pt x="1251571" y="222957"/>
                </a:cubicBezTo>
                <a:cubicBezTo>
                  <a:pt x="1147709" y="78964"/>
                  <a:pt x="952577" y="150"/>
                  <a:pt x="697647" y="150"/>
                </a:cubicBezTo>
                <a:cubicBezTo>
                  <a:pt x="491425" y="150"/>
                  <a:pt x="329866" y="47498"/>
                  <a:pt x="217463" y="140996"/>
                </a:cubicBezTo>
                <a:cubicBezTo>
                  <a:pt x="114501" y="226703"/>
                  <a:pt x="60098" y="346572"/>
                  <a:pt x="60098" y="487718"/>
                </a:cubicBezTo>
                <a:cubicBezTo>
                  <a:pt x="60098" y="628864"/>
                  <a:pt x="111953" y="730753"/>
                  <a:pt x="226754" y="815710"/>
                </a:cubicBezTo>
                <a:cubicBezTo>
                  <a:pt x="135184" y="869351"/>
                  <a:pt x="0" y="983377"/>
                  <a:pt x="0" y="1189402"/>
                </a:cubicBezTo>
                <a:cubicBezTo>
                  <a:pt x="0" y="1502711"/>
                  <a:pt x="270666" y="1713231"/>
                  <a:pt x="673668" y="1713231"/>
                </a:cubicBezTo>
                <a:cubicBezTo>
                  <a:pt x="697497" y="1713231"/>
                  <a:pt x="721776" y="1712631"/>
                  <a:pt x="746057" y="1711283"/>
                </a:cubicBezTo>
                <a:cubicBezTo>
                  <a:pt x="923353" y="2243053"/>
                  <a:pt x="1415828" y="2598765"/>
                  <a:pt x="1978894" y="2598765"/>
                </a:cubicBezTo>
                <a:cubicBezTo>
                  <a:pt x="2695423" y="2598765"/>
                  <a:pt x="3278572" y="2015901"/>
                  <a:pt x="3278572" y="1299382"/>
                </a:cubicBezTo>
                <a:cubicBezTo>
                  <a:pt x="3278572" y="582864"/>
                  <a:pt x="2695573" y="0"/>
                  <a:pt x="1978894" y="0"/>
                </a:cubicBezTo>
                <a:close/>
                <a:moveTo>
                  <a:pt x="1978894" y="2538830"/>
                </a:moveTo>
                <a:cubicBezTo>
                  <a:pt x="1434262" y="2538830"/>
                  <a:pt x="958873" y="2190011"/>
                  <a:pt x="795963" y="1670977"/>
                </a:cubicBezTo>
                <a:lnTo>
                  <a:pt x="788920" y="1648501"/>
                </a:lnTo>
                <a:lnTo>
                  <a:pt x="765389" y="1650150"/>
                </a:lnTo>
                <a:cubicBezTo>
                  <a:pt x="734217" y="1652247"/>
                  <a:pt x="704242" y="1653296"/>
                  <a:pt x="673668" y="1653296"/>
                </a:cubicBezTo>
                <a:cubicBezTo>
                  <a:pt x="306635" y="1653296"/>
                  <a:pt x="59948" y="1466899"/>
                  <a:pt x="59948" y="1189402"/>
                </a:cubicBezTo>
                <a:cubicBezTo>
                  <a:pt x="59948" y="979481"/>
                  <a:pt x="226154" y="879391"/>
                  <a:pt x="297643" y="846127"/>
                </a:cubicBezTo>
                <a:lnTo>
                  <a:pt x="347699" y="822752"/>
                </a:lnTo>
                <a:lnTo>
                  <a:pt x="300940" y="793534"/>
                </a:lnTo>
                <a:cubicBezTo>
                  <a:pt x="174300" y="714270"/>
                  <a:pt x="120197" y="622871"/>
                  <a:pt x="120197" y="487718"/>
                </a:cubicBezTo>
                <a:cubicBezTo>
                  <a:pt x="120197" y="219960"/>
                  <a:pt x="336009" y="60085"/>
                  <a:pt x="697647" y="60085"/>
                </a:cubicBezTo>
                <a:cubicBezTo>
                  <a:pt x="946134" y="60085"/>
                  <a:pt x="1130924" y="138449"/>
                  <a:pt x="1218000" y="280644"/>
                </a:cubicBezTo>
                <a:lnTo>
                  <a:pt x="1234785" y="308064"/>
                </a:lnTo>
                <a:lnTo>
                  <a:pt x="1261012" y="289484"/>
                </a:lnTo>
                <a:cubicBezTo>
                  <a:pt x="1471730" y="139498"/>
                  <a:pt x="1720067" y="60085"/>
                  <a:pt x="1978894" y="60085"/>
                </a:cubicBezTo>
                <a:cubicBezTo>
                  <a:pt x="2662452" y="60085"/>
                  <a:pt x="3218624" y="616128"/>
                  <a:pt x="3218624" y="1299532"/>
                </a:cubicBezTo>
                <a:cubicBezTo>
                  <a:pt x="3218624" y="1982936"/>
                  <a:pt x="2662452" y="2538980"/>
                  <a:pt x="1978894" y="2538980"/>
                </a:cubicBezTo>
                <a:close/>
                <a:moveTo>
                  <a:pt x="754299" y="955208"/>
                </a:moveTo>
                <a:cubicBezTo>
                  <a:pt x="735265" y="951612"/>
                  <a:pt x="715633" y="949813"/>
                  <a:pt x="695549" y="949813"/>
                </a:cubicBezTo>
                <a:cubicBezTo>
                  <a:pt x="554972" y="949813"/>
                  <a:pt x="471043" y="1033123"/>
                  <a:pt x="471043" y="1172621"/>
                </a:cubicBezTo>
                <a:cubicBezTo>
                  <a:pt x="471043" y="1312119"/>
                  <a:pt x="560665" y="1401870"/>
                  <a:pt x="699295" y="1401870"/>
                </a:cubicBezTo>
                <a:cubicBezTo>
                  <a:pt x="702594" y="1401870"/>
                  <a:pt x="705891" y="1401870"/>
                  <a:pt x="709037" y="1401571"/>
                </a:cubicBezTo>
                <a:lnTo>
                  <a:pt x="712484" y="1401571"/>
                </a:lnTo>
                <a:cubicBezTo>
                  <a:pt x="843323" y="1396177"/>
                  <a:pt x="921405" y="1311669"/>
                  <a:pt x="921405" y="1175018"/>
                </a:cubicBezTo>
                <a:cubicBezTo>
                  <a:pt x="921405" y="1053800"/>
                  <a:pt x="862057" y="975735"/>
                  <a:pt x="754149" y="955208"/>
                </a:cubicBezTo>
                <a:close/>
                <a:moveTo>
                  <a:pt x="710238" y="1341336"/>
                </a:moveTo>
                <a:lnTo>
                  <a:pt x="706341" y="1341336"/>
                </a:lnTo>
                <a:cubicBezTo>
                  <a:pt x="704092" y="1341636"/>
                  <a:pt x="701844" y="1341786"/>
                  <a:pt x="699445" y="1341786"/>
                </a:cubicBezTo>
                <a:cubicBezTo>
                  <a:pt x="594088" y="1341786"/>
                  <a:pt x="531141" y="1278555"/>
                  <a:pt x="531141" y="1172471"/>
                </a:cubicBezTo>
                <a:cubicBezTo>
                  <a:pt x="531141" y="1066386"/>
                  <a:pt x="588093" y="1009599"/>
                  <a:pt x="695699" y="1009599"/>
                </a:cubicBezTo>
                <a:cubicBezTo>
                  <a:pt x="711886" y="1009599"/>
                  <a:pt x="727921" y="1011097"/>
                  <a:pt x="743208" y="1013943"/>
                </a:cubicBezTo>
                <a:cubicBezTo>
                  <a:pt x="821891" y="1028927"/>
                  <a:pt x="861757" y="1083018"/>
                  <a:pt x="861757" y="1174868"/>
                </a:cubicBezTo>
                <a:cubicBezTo>
                  <a:pt x="861757" y="1279754"/>
                  <a:pt x="809452" y="1337441"/>
                  <a:pt x="710388" y="1341336"/>
                </a:cubicBezTo>
                <a:close/>
              </a:path>
            </a:pathLst>
          </a:custGeom>
          <a:solidFill>
            <a:schemeClr val="accent4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8FFE291F-D1B9-CB34-5D85-D74FAEFCA016}"/>
              </a:ext>
            </a:extLst>
          </p:cNvPr>
          <p:cNvSpPr/>
          <p:nvPr/>
        </p:nvSpPr>
        <p:spPr>
          <a:xfrm>
            <a:off x="8591013" y="1468101"/>
            <a:ext cx="2539409" cy="2538829"/>
          </a:xfrm>
          <a:custGeom>
            <a:avLst/>
            <a:gdLst>
              <a:gd name="connsiteX0" fmla="*/ 2539409 w 2539409"/>
              <a:gd name="connsiteY0" fmla="*/ 1269415 h 2538829"/>
              <a:gd name="connsiteX1" fmla="*/ 1269704 w 2539409"/>
              <a:gd name="connsiteY1" fmla="*/ 2538830 h 2538829"/>
              <a:gd name="connsiteX2" fmla="*/ 0 w 2539409"/>
              <a:gd name="connsiteY2" fmla="*/ 1269415 h 2538829"/>
              <a:gd name="connsiteX3" fmla="*/ 1269704 w 2539409"/>
              <a:gd name="connsiteY3" fmla="*/ 0 h 2538829"/>
              <a:gd name="connsiteX4" fmla="*/ 2539409 w 2539409"/>
              <a:gd name="connsiteY4" fmla="*/ 1269415 h 2538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9409" h="2538829">
                <a:moveTo>
                  <a:pt x="2539409" y="1269415"/>
                </a:moveTo>
                <a:cubicBezTo>
                  <a:pt x="2539409" y="1970493"/>
                  <a:pt x="1970943" y="2538830"/>
                  <a:pt x="1269704" y="2538830"/>
                </a:cubicBezTo>
                <a:cubicBezTo>
                  <a:pt x="568466" y="2538830"/>
                  <a:pt x="0" y="1970493"/>
                  <a:pt x="0" y="1269415"/>
                </a:cubicBezTo>
                <a:cubicBezTo>
                  <a:pt x="0" y="568337"/>
                  <a:pt x="568466" y="0"/>
                  <a:pt x="1269704" y="0"/>
                </a:cubicBezTo>
                <a:cubicBezTo>
                  <a:pt x="1970943" y="0"/>
                  <a:pt x="2539409" y="568337"/>
                  <a:pt x="2539409" y="1269415"/>
                </a:cubicBezTo>
                <a:close/>
              </a:path>
            </a:pathLst>
          </a:custGeom>
          <a:solidFill>
            <a:schemeClr val="bg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1" name="Forme libre 10">
            <a:extLst>
              <a:ext uri="{FF2B5EF4-FFF2-40B4-BE49-F238E27FC236}">
                <a16:creationId xmlns:a16="http://schemas.microsoft.com/office/drawing/2014/main" id="{FB77D4FA-4E3D-BFB6-F446-F49C7326AE1D}"/>
              </a:ext>
            </a:extLst>
          </p:cNvPr>
          <p:cNvSpPr/>
          <p:nvPr/>
        </p:nvSpPr>
        <p:spPr>
          <a:xfrm>
            <a:off x="7909101" y="1243196"/>
            <a:ext cx="3131397" cy="2598764"/>
          </a:xfrm>
          <a:custGeom>
            <a:avLst/>
            <a:gdLst>
              <a:gd name="connsiteX0" fmla="*/ 1831719 w 3131397"/>
              <a:gd name="connsiteY0" fmla="*/ 300 h 2598764"/>
              <a:gd name="connsiteX1" fmla="*/ 1161198 w 3131397"/>
              <a:gd name="connsiteY1" fmla="*/ 186696 h 2598764"/>
              <a:gd name="connsiteX2" fmla="*/ 669771 w 3131397"/>
              <a:gd name="connsiteY2" fmla="*/ 1798 h 2598764"/>
              <a:gd name="connsiteX3" fmla="*/ 0 w 3131397"/>
              <a:gd name="connsiteY3" fmla="*/ 596649 h 2598764"/>
              <a:gd name="connsiteX4" fmla="*/ 552721 w 3131397"/>
              <a:gd name="connsiteY4" fmla="*/ 1133663 h 2598764"/>
              <a:gd name="connsiteX5" fmla="*/ 578202 w 3131397"/>
              <a:gd name="connsiteY5" fmla="*/ 1133213 h 2598764"/>
              <a:gd name="connsiteX6" fmla="*/ 832083 w 3131397"/>
              <a:gd name="connsiteY6" fmla="*/ 1062641 h 2598764"/>
              <a:gd name="connsiteX7" fmla="*/ 672768 w 3131397"/>
              <a:gd name="connsiteY7" fmla="*/ 1334294 h 2598764"/>
              <a:gd name="connsiteX8" fmla="*/ 582099 w 3131397"/>
              <a:gd name="connsiteY8" fmla="*/ 1307923 h 2598764"/>
              <a:gd name="connsiteX9" fmla="*/ 538184 w 3131397"/>
              <a:gd name="connsiteY9" fmla="*/ 1229109 h 2598764"/>
              <a:gd name="connsiteX10" fmla="*/ 532041 w 3131397"/>
              <a:gd name="connsiteY10" fmla="*/ 1207233 h 2598764"/>
              <a:gd name="connsiteX11" fmla="*/ 18134 w 3131397"/>
              <a:gd name="connsiteY11" fmla="*/ 1207233 h 2598764"/>
              <a:gd name="connsiteX12" fmla="*/ 22631 w 3131397"/>
              <a:gd name="connsiteY12" fmla="*/ 1241096 h 2598764"/>
              <a:gd name="connsiteX13" fmla="*/ 175798 w 3131397"/>
              <a:gd name="connsiteY13" fmla="*/ 1545713 h 2598764"/>
              <a:gd name="connsiteX14" fmla="*/ 598883 w 3131397"/>
              <a:gd name="connsiteY14" fmla="*/ 1711283 h 2598764"/>
              <a:gd name="connsiteX15" fmla="*/ 1831719 w 3131397"/>
              <a:gd name="connsiteY15" fmla="*/ 2598764 h 2598764"/>
              <a:gd name="connsiteX16" fmla="*/ 3131398 w 3131397"/>
              <a:gd name="connsiteY16" fmla="*/ 1299382 h 2598764"/>
              <a:gd name="connsiteX17" fmla="*/ 1831719 w 3131397"/>
              <a:gd name="connsiteY17" fmla="*/ 0 h 2598764"/>
              <a:gd name="connsiteX18" fmla="*/ 1831719 w 3131397"/>
              <a:gd name="connsiteY18" fmla="*/ 2538980 h 2598764"/>
              <a:gd name="connsiteX19" fmla="*/ 649541 w 3131397"/>
              <a:gd name="connsiteY19" fmla="*/ 1673524 h 2598764"/>
              <a:gd name="connsiteX20" fmla="*/ 643244 w 3131397"/>
              <a:gd name="connsiteY20" fmla="*/ 1653446 h 2598764"/>
              <a:gd name="connsiteX21" fmla="*/ 622264 w 3131397"/>
              <a:gd name="connsiteY21" fmla="*/ 1652697 h 2598764"/>
              <a:gd name="connsiteX22" fmla="*/ 88122 w 3131397"/>
              <a:gd name="connsiteY22" fmla="*/ 1267317 h 2598764"/>
              <a:gd name="connsiteX23" fmla="*/ 487380 w 3131397"/>
              <a:gd name="connsiteY23" fmla="*/ 1267317 h 2598764"/>
              <a:gd name="connsiteX24" fmla="*/ 543731 w 3131397"/>
              <a:gd name="connsiteY24" fmla="*/ 1354073 h 2598764"/>
              <a:gd name="connsiteX25" fmla="*/ 672918 w 3131397"/>
              <a:gd name="connsiteY25" fmla="*/ 1394379 h 2598764"/>
              <a:gd name="connsiteX26" fmla="*/ 895928 w 3131397"/>
              <a:gd name="connsiteY26" fmla="*/ 995364 h 2598764"/>
              <a:gd name="connsiteX27" fmla="*/ 899074 w 3131397"/>
              <a:gd name="connsiteY27" fmla="*/ 912954 h 2598764"/>
              <a:gd name="connsiteX28" fmla="*/ 843773 w 3131397"/>
              <a:gd name="connsiteY28" fmla="*/ 974237 h 2598764"/>
              <a:gd name="connsiteX29" fmla="*/ 576402 w 3131397"/>
              <a:gd name="connsiteY29" fmla="*/ 1073579 h 2598764"/>
              <a:gd name="connsiteX30" fmla="*/ 552871 w 3131397"/>
              <a:gd name="connsiteY30" fmla="*/ 1074028 h 2598764"/>
              <a:gd name="connsiteX31" fmla="*/ 60098 w 3131397"/>
              <a:gd name="connsiteY31" fmla="*/ 596949 h 2598764"/>
              <a:gd name="connsiteX32" fmla="*/ 669921 w 3131397"/>
              <a:gd name="connsiteY32" fmla="*/ 62032 h 2598764"/>
              <a:gd name="connsiteX33" fmla="*/ 1133621 w 3131397"/>
              <a:gd name="connsiteY33" fmla="*/ 245282 h 2598764"/>
              <a:gd name="connsiteX34" fmla="*/ 1150558 w 3131397"/>
              <a:gd name="connsiteY34" fmla="*/ 264312 h 2598764"/>
              <a:gd name="connsiteX35" fmla="*/ 1172138 w 3131397"/>
              <a:gd name="connsiteY35" fmla="*/ 250676 h 2598764"/>
              <a:gd name="connsiteX36" fmla="*/ 1831870 w 3131397"/>
              <a:gd name="connsiteY36" fmla="*/ 60384 h 2598764"/>
              <a:gd name="connsiteX37" fmla="*/ 3071600 w 3131397"/>
              <a:gd name="connsiteY37" fmla="*/ 1299832 h 2598764"/>
              <a:gd name="connsiteX38" fmla="*/ 1831870 w 3131397"/>
              <a:gd name="connsiteY38" fmla="*/ 2539279 h 2598764"/>
              <a:gd name="connsiteX39" fmla="*/ 678915 w 3131397"/>
              <a:gd name="connsiteY39" fmla="*/ 318253 h 2598764"/>
              <a:gd name="connsiteX40" fmla="*/ 472843 w 3131397"/>
              <a:gd name="connsiteY40" fmla="*/ 568030 h 2598764"/>
              <a:gd name="connsiteX41" fmla="*/ 666625 w 3131397"/>
              <a:gd name="connsiteY41" fmla="*/ 820505 h 2598764"/>
              <a:gd name="connsiteX42" fmla="*/ 668871 w 3131397"/>
              <a:gd name="connsiteY42" fmla="*/ 820505 h 2598764"/>
              <a:gd name="connsiteX43" fmla="*/ 682662 w 3131397"/>
              <a:gd name="connsiteY43" fmla="*/ 821254 h 2598764"/>
              <a:gd name="connsiteX44" fmla="*/ 885587 w 3131397"/>
              <a:gd name="connsiteY44" fmla="*/ 571926 h 2598764"/>
              <a:gd name="connsiteX45" fmla="*/ 878394 w 3131397"/>
              <a:gd name="connsiteY45" fmla="*/ 490265 h 2598764"/>
              <a:gd name="connsiteX46" fmla="*/ 678765 w 3131397"/>
              <a:gd name="connsiteY46" fmla="*/ 318253 h 2598764"/>
              <a:gd name="connsiteX47" fmla="*/ 682662 w 3131397"/>
              <a:gd name="connsiteY47" fmla="*/ 761320 h 2598764"/>
              <a:gd name="connsiteX48" fmla="*/ 672918 w 3131397"/>
              <a:gd name="connsiteY48" fmla="*/ 760870 h 2598764"/>
              <a:gd name="connsiteX49" fmla="*/ 670371 w 3131397"/>
              <a:gd name="connsiteY49" fmla="*/ 760870 h 2598764"/>
              <a:gd name="connsiteX50" fmla="*/ 532491 w 3131397"/>
              <a:gd name="connsiteY50" fmla="*/ 568030 h 2598764"/>
              <a:gd name="connsiteX51" fmla="*/ 678615 w 3131397"/>
              <a:gd name="connsiteY51" fmla="*/ 378187 h 2598764"/>
              <a:gd name="connsiteX52" fmla="*/ 819342 w 3131397"/>
              <a:gd name="connsiteY52" fmla="*/ 501503 h 2598764"/>
              <a:gd name="connsiteX53" fmla="*/ 825489 w 3131397"/>
              <a:gd name="connsiteY53" fmla="*/ 571926 h 2598764"/>
              <a:gd name="connsiteX54" fmla="*/ 682512 w 3131397"/>
              <a:gd name="connsiteY54" fmla="*/ 761320 h 2598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3131397" h="2598764">
                <a:moveTo>
                  <a:pt x="1831719" y="300"/>
                </a:moveTo>
                <a:cubicBezTo>
                  <a:pt x="1594773" y="300"/>
                  <a:pt x="1363524" y="64729"/>
                  <a:pt x="1161198" y="186696"/>
                </a:cubicBezTo>
                <a:cubicBezTo>
                  <a:pt x="1042652" y="63980"/>
                  <a:pt x="877494" y="1798"/>
                  <a:pt x="669771" y="1798"/>
                </a:cubicBezTo>
                <a:cubicBezTo>
                  <a:pt x="262874" y="1798"/>
                  <a:pt x="0" y="235243"/>
                  <a:pt x="0" y="596649"/>
                </a:cubicBezTo>
                <a:cubicBezTo>
                  <a:pt x="0" y="917898"/>
                  <a:pt x="222109" y="1133663"/>
                  <a:pt x="552721" y="1133663"/>
                </a:cubicBezTo>
                <a:cubicBezTo>
                  <a:pt x="561265" y="1133663"/>
                  <a:pt x="569809" y="1133663"/>
                  <a:pt x="578202" y="1133213"/>
                </a:cubicBezTo>
                <a:cubicBezTo>
                  <a:pt x="682662" y="1129768"/>
                  <a:pt x="767787" y="1106093"/>
                  <a:pt x="832083" y="1062641"/>
                </a:cubicBezTo>
                <a:cubicBezTo>
                  <a:pt x="820842" y="1210979"/>
                  <a:pt x="787271" y="1334294"/>
                  <a:pt x="672768" y="1334294"/>
                </a:cubicBezTo>
                <a:cubicBezTo>
                  <a:pt x="632904" y="1334294"/>
                  <a:pt x="603230" y="1325753"/>
                  <a:pt x="582099" y="1307923"/>
                </a:cubicBezTo>
                <a:cubicBezTo>
                  <a:pt x="562615" y="1291591"/>
                  <a:pt x="548678" y="1266568"/>
                  <a:pt x="538184" y="1229109"/>
                </a:cubicBezTo>
                <a:lnTo>
                  <a:pt x="532041" y="1207233"/>
                </a:lnTo>
                <a:lnTo>
                  <a:pt x="18134" y="1207233"/>
                </a:lnTo>
                <a:lnTo>
                  <a:pt x="22631" y="1241096"/>
                </a:lnTo>
                <a:cubicBezTo>
                  <a:pt x="38068" y="1357219"/>
                  <a:pt x="92469" y="1465401"/>
                  <a:pt x="175798" y="1545713"/>
                </a:cubicBezTo>
                <a:cubicBezTo>
                  <a:pt x="278911" y="1645055"/>
                  <a:pt x="421138" y="1700794"/>
                  <a:pt x="598883" y="1711283"/>
                </a:cubicBezTo>
                <a:cubicBezTo>
                  <a:pt x="776181" y="2243053"/>
                  <a:pt x="1268954" y="2598764"/>
                  <a:pt x="1831719" y="2598764"/>
                </a:cubicBezTo>
                <a:cubicBezTo>
                  <a:pt x="2548252" y="2598764"/>
                  <a:pt x="3131398" y="2015900"/>
                  <a:pt x="3131398" y="1299382"/>
                </a:cubicBezTo>
                <a:cubicBezTo>
                  <a:pt x="3131398" y="582864"/>
                  <a:pt x="2548402" y="0"/>
                  <a:pt x="1831719" y="0"/>
                </a:cubicBezTo>
                <a:close/>
                <a:moveTo>
                  <a:pt x="1831719" y="2538980"/>
                </a:moveTo>
                <a:cubicBezTo>
                  <a:pt x="1288288" y="2538980"/>
                  <a:pt x="813199" y="2191209"/>
                  <a:pt x="649541" y="1673524"/>
                </a:cubicBezTo>
                <a:lnTo>
                  <a:pt x="643244" y="1653446"/>
                </a:lnTo>
                <a:lnTo>
                  <a:pt x="622264" y="1652697"/>
                </a:lnTo>
                <a:cubicBezTo>
                  <a:pt x="215512" y="1636814"/>
                  <a:pt x="113453" y="1385688"/>
                  <a:pt x="88122" y="1267317"/>
                </a:cubicBezTo>
                <a:lnTo>
                  <a:pt x="487380" y="1267317"/>
                </a:lnTo>
                <a:cubicBezTo>
                  <a:pt x="500717" y="1305525"/>
                  <a:pt x="519001" y="1333395"/>
                  <a:pt x="543731" y="1354073"/>
                </a:cubicBezTo>
                <a:cubicBezTo>
                  <a:pt x="576102" y="1381193"/>
                  <a:pt x="618367" y="1394379"/>
                  <a:pt x="672918" y="1394379"/>
                </a:cubicBezTo>
                <a:cubicBezTo>
                  <a:pt x="881091" y="1394379"/>
                  <a:pt x="891131" y="1124823"/>
                  <a:pt x="895928" y="995364"/>
                </a:cubicBezTo>
                <a:lnTo>
                  <a:pt x="899074" y="912954"/>
                </a:lnTo>
                <a:lnTo>
                  <a:pt x="843773" y="974237"/>
                </a:lnTo>
                <a:cubicBezTo>
                  <a:pt x="788621" y="1035370"/>
                  <a:pt x="696149" y="1069683"/>
                  <a:pt x="576402" y="1073579"/>
                </a:cubicBezTo>
                <a:cubicBezTo>
                  <a:pt x="568609" y="1073878"/>
                  <a:pt x="560815" y="1074028"/>
                  <a:pt x="552871" y="1074028"/>
                </a:cubicBezTo>
                <a:cubicBezTo>
                  <a:pt x="253580" y="1074028"/>
                  <a:pt x="60098" y="886733"/>
                  <a:pt x="60098" y="596949"/>
                </a:cubicBezTo>
                <a:cubicBezTo>
                  <a:pt x="60098" y="267009"/>
                  <a:pt x="293748" y="62032"/>
                  <a:pt x="669921" y="62032"/>
                </a:cubicBezTo>
                <a:cubicBezTo>
                  <a:pt x="870000" y="62032"/>
                  <a:pt x="1026014" y="123615"/>
                  <a:pt x="1133621" y="245282"/>
                </a:cubicBezTo>
                <a:lnTo>
                  <a:pt x="1150558" y="264312"/>
                </a:lnTo>
                <a:lnTo>
                  <a:pt x="1172138" y="250676"/>
                </a:lnTo>
                <a:cubicBezTo>
                  <a:pt x="1369817" y="126162"/>
                  <a:pt x="1597923" y="60384"/>
                  <a:pt x="1831870" y="60384"/>
                </a:cubicBezTo>
                <a:cubicBezTo>
                  <a:pt x="2515432" y="60384"/>
                  <a:pt x="3071600" y="616427"/>
                  <a:pt x="3071600" y="1299832"/>
                </a:cubicBezTo>
                <a:cubicBezTo>
                  <a:pt x="3071600" y="1983236"/>
                  <a:pt x="2515432" y="2539279"/>
                  <a:pt x="1831870" y="2539279"/>
                </a:cubicBezTo>
                <a:close/>
                <a:moveTo>
                  <a:pt x="678915" y="318253"/>
                </a:moveTo>
                <a:cubicBezTo>
                  <a:pt x="549875" y="318253"/>
                  <a:pt x="472843" y="411601"/>
                  <a:pt x="472843" y="568030"/>
                </a:cubicBezTo>
                <a:cubicBezTo>
                  <a:pt x="472843" y="715919"/>
                  <a:pt x="547178" y="812563"/>
                  <a:pt x="666625" y="820505"/>
                </a:cubicBezTo>
                <a:lnTo>
                  <a:pt x="668871" y="820505"/>
                </a:lnTo>
                <a:cubicBezTo>
                  <a:pt x="673368" y="820954"/>
                  <a:pt x="678015" y="821254"/>
                  <a:pt x="682662" y="821254"/>
                </a:cubicBezTo>
                <a:cubicBezTo>
                  <a:pt x="775281" y="821254"/>
                  <a:pt x="885587" y="777951"/>
                  <a:pt x="885587" y="571926"/>
                </a:cubicBezTo>
                <a:cubicBezTo>
                  <a:pt x="885587" y="542858"/>
                  <a:pt x="883187" y="515438"/>
                  <a:pt x="878394" y="490265"/>
                </a:cubicBezTo>
                <a:cubicBezTo>
                  <a:pt x="856960" y="377738"/>
                  <a:pt x="787871" y="318253"/>
                  <a:pt x="678765" y="318253"/>
                </a:cubicBezTo>
                <a:close/>
                <a:moveTo>
                  <a:pt x="682662" y="761320"/>
                </a:moveTo>
                <a:cubicBezTo>
                  <a:pt x="679365" y="761320"/>
                  <a:pt x="676068" y="761020"/>
                  <a:pt x="672918" y="760870"/>
                </a:cubicBezTo>
                <a:lnTo>
                  <a:pt x="670371" y="760870"/>
                </a:lnTo>
                <a:cubicBezTo>
                  <a:pt x="545978" y="752479"/>
                  <a:pt x="532491" y="623320"/>
                  <a:pt x="532491" y="568030"/>
                </a:cubicBezTo>
                <a:cubicBezTo>
                  <a:pt x="532491" y="481425"/>
                  <a:pt x="557818" y="378187"/>
                  <a:pt x="678615" y="378187"/>
                </a:cubicBezTo>
                <a:cubicBezTo>
                  <a:pt x="758647" y="378187"/>
                  <a:pt x="803309" y="417295"/>
                  <a:pt x="819342" y="501503"/>
                </a:cubicBezTo>
                <a:cubicBezTo>
                  <a:pt x="823389" y="522929"/>
                  <a:pt x="825489" y="546604"/>
                  <a:pt x="825489" y="571926"/>
                </a:cubicBezTo>
                <a:cubicBezTo>
                  <a:pt x="825489" y="741691"/>
                  <a:pt x="743807" y="761320"/>
                  <a:pt x="682512" y="761320"/>
                </a:cubicBezTo>
                <a:close/>
              </a:path>
            </a:pathLst>
          </a:custGeom>
          <a:solidFill>
            <a:schemeClr val="accent1"/>
          </a:solidFill>
          <a:ln w="1498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grpSp>
        <p:nvGrpSpPr>
          <p:cNvPr id="3" name="Group 35">
            <a:extLst>
              <a:ext uri="{FF2B5EF4-FFF2-40B4-BE49-F238E27FC236}">
                <a16:creationId xmlns:a16="http://schemas.microsoft.com/office/drawing/2014/main" id="{9315BC6F-9628-7969-96F3-D365206F03A5}"/>
              </a:ext>
            </a:extLst>
          </p:cNvPr>
          <p:cNvGrpSpPr/>
          <p:nvPr/>
        </p:nvGrpSpPr>
        <p:grpSpPr>
          <a:xfrm>
            <a:off x="2040158" y="2036151"/>
            <a:ext cx="1499617" cy="1382486"/>
            <a:chOff x="332934" y="2720099"/>
            <a:chExt cx="2968095" cy="1382486"/>
          </a:xfrm>
        </p:grpSpPr>
        <p:sp>
          <p:nvSpPr>
            <p:cNvPr id="6" name="TextBox 36">
              <a:extLst>
                <a:ext uri="{FF2B5EF4-FFF2-40B4-BE49-F238E27FC236}">
                  <a16:creationId xmlns:a16="http://schemas.microsoft.com/office/drawing/2014/main" id="{B2DF35E6-F354-EDB2-6953-3A47054E724D}"/>
                </a:ext>
              </a:extLst>
            </p:cNvPr>
            <p:cNvSpPr txBox="1"/>
            <p:nvPr/>
          </p:nvSpPr>
          <p:spPr>
            <a:xfrm>
              <a:off x="332934" y="2720099"/>
              <a:ext cx="296809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b="1" noProof="1"/>
                <a:t>Lorem Ipsum</a:t>
              </a:r>
            </a:p>
          </p:txBody>
        </p:sp>
        <p:sp>
          <p:nvSpPr>
            <p:cNvPr id="9" name="TextBox 37">
              <a:extLst>
                <a:ext uri="{FF2B5EF4-FFF2-40B4-BE49-F238E27FC236}">
                  <a16:creationId xmlns:a16="http://schemas.microsoft.com/office/drawing/2014/main" id="{D1737EEC-EA0B-104D-27A0-8806E2F278C9}"/>
                </a:ext>
              </a:extLst>
            </p:cNvPr>
            <p:cNvSpPr txBox="1"/>
            <p:nvPr/>
          </p:nvSpPr>
          <p:spPr>
            <a:xfrm>
              <a:off x="332936" y="3086922"/>
              <a:ext cx="2968093" cy="1015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Lorem ipsum dolor sit amet, nibh est. A magna maecenas, quam magna nec quis, lorem nunc viverra.</a:t>
              </a:r>
            </a:p>
          </p:txBody>
        </p:sp>
      </p:grpSp>
      <p:grpSp>
        <p:nvGrpSpPr>
          <p:cNvPr id="12" name="Group 35">
            <a:extLst>
              <a:ext uri="{FF2B5EF4-FFF2-40B4-BE49-F238E27FC236}">
                <a16:creationId xmlns:a16="http://schemas.microsoft.com/office/drawing/2014/main" id="{87CD3E5C-40B2-4647-81D3-1AB94E72F2AF}"/>
              </a:ext>
            </a:extLst>
          </p:cNvPr>
          <p:cNvGrpSpPr/>
          <p:nvPr/>
        </p:nvGrpSpPr>
        <p:grpSpPr>
          <a:xfrm>
            <a:off x="5575458" y="4006930"/>
            <a:ext cx="1499617" cy="1382486"/>
            <a:chOff x="332934" y="2720099"/>
            <a:chExt cx="2968095" cy="1382486"/>
          </a:xfrm>
        </p:grpSpPr>
        <p:sp>
          <p:nvSpPr>
            <p:cNvPr id="13" name="TextBox 36">
              <a:extLst>
                <a:ext uri="{FF2B5EF4-FFF2-40B4-BE49-F238E27FC236}">
                  <a16:creationId xmlns:a16="http://schemas.microsoft.com/office/drawing/2014/main" id="{2BD9AEF1-C20A-8D87-681D-6B6060588BDA}"/>
                </a:ext>
              </a:extLst>
            </p:cNvPr>
            <p:cNvSpPr txBox="1"/>
            <p:nvPr/>
          </p:nvSpPr>
          <p:spPr>
            <a:xfrm>
              <a:off x="332934" y="2720099"/>
              <a:ext cx="296809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b="1" noProof="1"/>
                <a:t>Lorem Ipsum</a:t>
              </a:r>
            </a:p>
          </p:txBody>
        </p:sp>
        <p:sp>
          <p:nvSpPr>
            <p:cNvPr id="14" name="TextBox 37">
              <a:extLst>
                <a:ext uri="{FF2B5EF4-FFF2-40B4-BE49-F238E27FC236}">
                  <a16:creationId xmlns:a16="http://schemas.microsoft.com/office/drawing/2014/main" id="{9615C90A-3521-B096-65B8-E03FC018E192}"/>
                </a:ext>
              </a:extLst>
            </p:cNvPr>
            <p:cNvSpPr txBox="1"/>
            <p:nvPr/>
          </p:nvSpPr>
          <p:spPr>
            <a:xfrm>
              <a:off x="332936" y="3086922"/>
              <a:ext cx="2968093" cy="1015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Lorem ipsum dolor sit amet, nibh est. A magna maecenas, quam magna nec quis, lorem nunc viverra.</a:t>
              </a:r>
            </a:p>
          </p:txBody>
        </p:sp>
      </p:grpSp>
      <p:grpSp>
        <p:nvGrpSpPr>
          <p:cNvPr id="15" name="Group 35">
            <a:extLst>
              <a:ext uri="{FF2B5EF4-FFF2-40B4-BE49-F238E27FC236}">
                <a16:creationId xmlns:a16="http://schemas.microsoft.com/office/drawing/2014/main" id="{7EE883B8-94F2-FFEC-A278-361E97C586F4}"/>
              </a:ext>
            </a:extLst>
          </p:cNvPr>
          <p:cNvGrpSpPr/>
          <p:nvPr/>
        </p:nvGrpSpPr>
        <p:grpSpPr>
          <a:xfrm>
            <a:off x="9110908" y="2036151"/>
            <a:ext cx="1499617" cy="1382486"/>
            <a:chOff x="332934" y="2720099"/>
            <a:chExt cx="2968095" cy="1382486"/>
          </a:xfrm>
        </p:grpSpPr>
        <p:sp>
          <p:nvSpPr>
            <p:cNvPr id="16" name="TextBox 36">
              <a:extLst>
                <a:ext uri="{FF2B5EF4-FFF2-40B4-BE49-F238E27FC236}">
                  <a16:creationId xmlns:a16="http://schemas.microsoft.com/office/drawing/2014/main" id="{13EAD7EE-A882-0EB0-9276-6B8DBF8335E3}"/>
                </a:ext>
              </a:extLst>
            </p:cNvPr>
            <p:cNvSpPr txBox="1"/>
            <p:nvPr/>
          </p:nvSpPr>
          <p:spPr>
            <a:xfrm>
              <a:off x="332934" y="2720099"/>
              <a:ext cx="2968093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b="1" noProof="1"/>
                <a:t>Lorem Ipsum</a:t>
              </a:r>
            </a:p>
          </p:txBody>
        </p:sp>
        <p:sp>
          <p:nvSpPr>
            <p:cNvPr id="17" name="TextBox 37">
              <a:extLst>
                <a:ext uri="{FF2B5EF4-FFF2-40B4-BE49-F238E27FC236}">
                  <a16:creationId xmlns:a16="http://schemas.microsoft.com/office/drawing/2014/main" id="{4F194ABE-C2B9-EB5B-8735-4DE668C47591}"/>
                </a:ext>
              </a:extLst>
            </p:cNvPr>
            <p:cNvSpPr txBox="1"/>
            <p:nvPr/>
          </p:nvSpPr>
          <p:spPr>
            <a:xfrm>
              <a:off x="332936" y="3086922"/>
              <a:ext cx="2968093" cy="1015663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2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Lorem ipsum dolor sit amet, nibh est. A magna maecenas, quam magna nec quis, lorem nunc viverra.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6525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BA46F724-D3C0-8C2C-8F9E-DABDEC9945EC}"/>
              </a:ext>
            </a:extLst>
          </p:cNvPr>
          <p:cNvSpPr txBox="1"/>
          <p:nvPr/>
        </p:nvSpPr>
        <p:spPr>
          <a:xfrm>
            <a:off x="667330" y="5930556"/>
            <a:ext cx="39871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41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Visit our </a:t>
            </a: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41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FAQ</a:t>
            </a: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41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: </a:t>
            </a: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41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hlinkClick r:id="rId3"/>
              </a:rPr>
              <a:t>www.presentationgo.com/faq/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41000"/>
                </a:srgbClr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232470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plate PresentationGO Dark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signed by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345_T_PGO_Hibiscus-Muse-Faces.pptx" id="{FD44498F-482F-4F9E-81B1-5997801C5709}" vid="{D77A0240-FC3B-48C6-9788-DF5B8B2B41D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TEMPLATE-PGO(16_9)</Template>
  <TotalTime>9538</TotalTime>
  <Words>634</Words>
  <Application>Microsoft Office PowerPoint</Application>
  <PresentationFormat>Widescreen</PresentationFormat>
  <Paragraphs>57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Template PresentationGO</vt:lpstr>
      <vt:lpstr>Template PresentationGO Dark</vt:lpstr>
      <vt:lpstr>Designed by PresentationGO</vt:lpstr>
      <vt:lpstr>Triple Set Numbers (1, 2, 3) – Slide Template</vt:lpstr>
      <vt:lpstr>Triple Set Numbers (4, 5, 6) – Slide Template</vt:lpstr>
      <vt:lpstr>Triple Set Numbers (7, 8, 9) – Slide Template</vt:lpstr>
      <vt:lpstr>Triple Set Numbers (1, 2, 3) – Slide Template</vt:lpstr>
      <vt:lpstr>Triple Set Numbers (4, 5, 6) – Slide Template</vt:lpstr>
      <vt:lpstr>Triple Set Numbers (7, 8, 9) – Slide Template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Five-Point Radial Star Diagram</dc:title>
  <dc:creator>PresentationGO.com</dc:creator>
  <dc:description>© Copyright PresentationGO.com - Do not distribute or sale without written permission.</dc:description>
  <cp:lastModifiedBy>Christophe Barroche</cp:lastModifiedBy>
  <cp:revision>58</cp:revision>
  <dcterms:created xsi:type="dcterms:W3CDTF">2014-11-26T05:14:11Z</dcterms:created>
  <dcterms:modified xsi:type="dcterms:W3CDTF">2026-04-01T11:50:04Z</dcterms:modified>
  <cp:category>Charts &amp; Diagrams</cp:category>
</cp:coreProperties>
</file>