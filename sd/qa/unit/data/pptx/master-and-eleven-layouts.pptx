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14C0-CD63-4A5A-84AA-EB3C534B3F1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A36D6-95D3-4963-9804-23C613674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3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CA6-E197-6AAC-05B1-36C3C8063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9D0F1-7550-E546-50CC-48FDA3827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62B8A-BB2A-1F17-2CBC-981AFBFEA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BE22-57E8-4302-08AD-18589DA7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DDC1-5146-3DB1-D92B-72A73481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2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B2AF-C5A5-52EE-17A6-71803911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A789-B9F2-E0F4-7FA4-CE089F4D0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1E501-79B3-DB7E-3E67-CC592441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8BB1-9CE9-F8F7-EB53-D15CFEAA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31730-9B3A-4C8A-02EB-033F8071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4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223A-5ACF-AB23-98D0-02813C21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6413B-28AB-2D77-8D54-83E90081A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DC534-79B7-104E-E4FA-B9CE6C41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FB03D-5BCD-47F0-D428-30812AB2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A74EE-2178-686D-5E22-AA47D9BC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9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5B26-BD7E-6D9D-77F1-21C5927D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364B-5F1E-D5EC-7418-512F1E5F5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90B89-477C-5E27-5EED-9C59D3939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37069-339E-6A93-AB8A-9DE03B0B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A4590-E1DA-0EEF-AABB-644A31A0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E9CD6-F167-F89F-6F0B-D9DC2DD2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9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B29C-868F-BCBC-32C3-500BB7E4F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C820-DFB8-0EAF-9266-2AB6B2753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53839-DB12-8A9F-F2DC-030DC6E5D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3867E-2B44-27AD-084C-0B6EFBEBA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122FC-6064-DB76-3CA3-0ECB2443A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F9D7E-C431-7F24-D674-576E2CE9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46EFC5-3FF3-4EED-928B-3879EA88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3431A7-9AF8-9FBE-86C8-B4E81040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2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47E1-EF29-E51A-1227-2E3F8994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CB1C51-33AD-A631-A060-9D13B8DB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B131A-7C7E-17F5-5599-BA9BF4236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F82EC-6AD7-102E-E36D-3F7A1613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5E1E2-36FB-3CC5-8520-CE0622C3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71087-A197-EE5C-A44B-46096630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85F37-AD96-B842-7C23-6702038A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6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6F81-CCD8-7336-D32A-245A66BB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44027-4D06-EDF6-FA99-F7AC6A1DC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AE823-BD0B-EC8C-1D85-A281C80EE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AC1A7-110C-EDB4-01D8-0BF29183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ED365-93A1-EED4-EECA-314CB7A75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0AA6A-EF4B-CBF4-4F67-5E4B3ACF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19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06719-F234-DB97-E20B-73C4867F1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CEFFB-4C6C-63FE-49E0-9F7CA3FEB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B7016-D9A4-9D54-D1BD-B8803D1DB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830C9-1CE1-1AE7-E0F9-E9D55AB2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561D1-61E3-9915-58E8-DFF2ADE9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7AEDD-5DEF-03B0-7077-F595AA02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88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C3AF7-D2AD-EAFA-B709-E5AA160F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D1A59-CBC7-571E-09F5-C6AA7BE68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2DB52-09D4-B5AD-49C9-2EAA8E14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A49CD-39BE-236E-F777-07175970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CED0-09A3-1767-1DBD-036E984F5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7CAFC5-E1F0-99CB-EAEF-9F6467A7E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2E5AB-4982-D0A8-AB0C-3AD00AE5A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9D347-15C2-21D3-33D6-6E6BCEC3A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5B9F-FFD5-B565-42B8-2FF00F55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8F514-F74F-8FA1-20CE-0FC01356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DB56E-23AA-6707-8934-2C66C48F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DEF87-410C-1624-A3FB-97A449B0B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4FA2A-C9EA-BBAE-88FB-B746E776A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FC27C-888E-4C9C-866F-88DF30E37B1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0EB4D-0BA9-9FD2-46D5-89C662820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712D-1DC7-AEBB-3190-CC1A03DFF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2D458-CD72-4D04-8DB8-39D71425F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8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0D78-C55E-66F1-7865-BD256A645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DA3C14-1CD9-9B91-199A-6D15EFBC9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43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Kaganski</dc:creator>
  <cp:lastModifiedBy>Mike Kaganski</cp:lastModifiedBy>
  <cp:revision>1</cp:revision>
  <dcterms:created xsi:type="dcterms:W3CDTF">2026-08-13T06:56:18Z</dcterms:created>
  <dcterms:modified xsi:type="dcterms:W3CDTF">2026-08-13T06:57:32Z</dcterms:modified>
</cp:coreProperties>
</file>