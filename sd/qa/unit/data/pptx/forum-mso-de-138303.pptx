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79915-A00A-4EB2-9AC7-19FDDB200EEF}" v="40" dt="2022-07-14T10:11:25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 Maul" userId="83d6f335-e9e8-4dda-810c-707dcf0fffa2" providerId="ADAL" clId="{EE579915-A00A-4EB2-9AC7-19FDDB200EEF}"/>
    <pc:docChg chg="custSel addSld modSld modMainMaster">
      <pc:chgData name="Maximilian Maul" userId="83d6f335-e9e8-4dda-810c-707dcf0fffa2" providerId="ADAL" clId="{EE579915-A00A-4EB2-9AC7-19FDDB200EEF}" dt="2022-07-14T09:26:51.901" v="55" actId="478"/>
      <pc:docMkLst>
        <pc:docMk/>
      </pc:docMkLst>
      <pc:sldChg chg="addSp delSp modSp new add mod">
        <pc:chgData name="Maximilian Maul" userId="83d6f335-e9e8-4dda-810c-707dcf0fffa2" providerId="ADAL" clId="{EE579915-A00A-4EB2-9AC7-19FDDB200EEF}" dt="2022-07-14T09:26:51.901" v="55" actId="478"/>
        <pc:sldMkLst>
          <pc:docMk/>
          <pc:sldMk cId="2344607437" sldId="256"/>
        </pc:sldMkLst>
        <pc:spChg chg="del">
          <ac:chgData name="Maximilian Maul" userId="83d6f335-e9e8-4dda-810c-707dcf0fffa2" providerId="ADAL" clId="{EE579915-A00A-4EB2-9AC7-19FDDB200EEF}" dt="2022-07-14T09:25:30.281" v="3" actId="478"/>
          <ac:spMkLst>
            <pc:docMk/>
            <pc:sldMk cId="2344607437" sldId="256"/>
            <ac:spMk id="2" creationId="{4BD65251-4F43-4DBF-8CA1-E6C03397E212}"/>
          </ac:spMkLst>
        </pc:spChg>
        <pc:spChg chg="del">
          <ac:chgData name="Maximilian Maul" userId="83d6f335-e9e8-4dda-810c-707dcf0fffa2" providerId="ADAL" clId="{EE579915-A00A-4EB2-9AC7-19FDDB200EEF}" dt="2022-07-14T09:25:32.458" v="32" actId="478"/>
          <ac:spMkLst>
            <pc:docMk/>
            <pc:sldMk cId="2344607437" sldId="256"/>
            <ac:spMk id="3" creationId="{9850D9BA-8E54-43B7-BD65-58BDAF554C39}"/>
          </ac:spMkLst>
        </pc:spChg>
        <pc:graphicFrameChg chg="add mod">
          <ac:chgData name="Maximilian Maul" userId="83d6f335-e9e8-4dda-810c-707dcf0fffa2" providerId="ADAL" clId="{EE579915-A00A-4EB2-9AC7-19FDDB200EEF}" dt="2022-07-14T09:25:51.620" v="36" actId="1076"/>
          <ac:graphicFrameMkLst>
            <pc:docMk/>
            <pc:sldMk cId="2344607437" sldId="256"/>
            <ac:graphicFrameMk id="4" creationId="{DB84D78C-1BBD-4321-84E3-9B36426BEA26}"/>
          </ac:graphicFrameMkLst>
        </pc:graphicFrameChg>
        <pc:graphicFrameChg chg="add mod ord modVis">
          <ac:chgData name="Maximilian Maul" userId="83d6f335-e9e8-4dda-810c-707dcf0fffa2" providerId="ADAL" clId="{EE579915-A00A-4EB2-9AC7-19FDDB200EEF}" dt="2022-07-14T09:26:31.948" v="52" actId="14430"/>
          <ac:graphicFrameMkLst>
            <pc:docMk/>
            <pc:sldMk cId="2344607437" sldId="256"/>
            <ac:graphicFrameMk id="5" creationId="{5F95591D-69F4-417D-B427-9F530C4B101F}"/>
          </ac:graphicFrameMkLst>
        </pc:graphicFrameChg>
        <pc:graphicFrameChg chg="add del mod">
          <ac:chgData name="Maximilian Maul" userId="83d6f335-e9e8-4dda-810c-707dcf0fffa2" providerId="ADAL" clId="{EE579915-A00A-4EB2-9AC7-19FDDB200EEF}" dt="2022-07-14T09:26:51.901" v="55" actId="478"/>
          <ac:graphicFrameMkLst>
            <pc:docMk/>
            <pc:sldMk cId="2344607437" sldId="256"/>
            <ac:graphicFrameMk id="6" creationId="{DB84D78C-1BBD-4321-84E3-9B36426BEA26}"/>
          </ac:graphicFrameMkLst>
        </pc:graphicFrameChg>
      </pc:sldChg>
      <pc:sldMasterChg chg="addSp modSp mod addSldLayout">
        <pc:chgData name="Maximilian Maul" userId="83d6f335-e9e8-4dda-810c-707dcf0fffa2" providerId="ADAL" clId="{EE579915-A00A-4EB2-9AC7-19FDDB200EEF}" dt="2022-07-14T09:25:30.867" v="31"/>
        <pc:sldMasterMkLst>
          <pc:docMk/>
          <pc:sldMasterMk cId="2837978813" sldId="2147483648"/>
        </pc:sldMasterMkLst>
        <pc:graphicFrameChg chg="add mod modVis">
          <ac:chgData name="Maximilian Maul" userId="83d6f335-e9e8-4dda-810c-707dcf0fffa2" providerId="ADAL" clId="{EE579915-A00A-4EB2-9AC7-19FDDB200EEF}" dt="2022-07-14T09:25:30.867" v="31"/>
          <ac:graphicFrameMkLst>
            <pc:docMk/>
            <pc:sldMasterMk cId="2837978813" sldId="2147483648"/>
            <ac:graphicFrameMk id="2" creationId="{7EAD45F1-1E8F-41FC-A270-D9736CEE9018}"/>
          </ac:graphicFrameMkLst>
        </pc:graphicFrameChg>
        <pc:sldLayoutChg chg="add">
          <pc:chgData name="Maximilian Maul" userId="83d6f335-e9e8-4dda-810c-707dcf0fffa2" providerId="ADAL" clId="{EE579915-A00A-4EB2-9AC7-19FDDB200EEF}" dt="2022-07-14T09:25:01.365" v="0" actId="680"/>
          <pc:sldLayoutMkLst>
            <pc:docMk/>
            <pc:sldMasterMk cId="2837978813" sldId="2147483648"/>
            <pc:sldLayoutMk cId="928738642" sldId="2147483649"/>
          </pc:sldLayoutMkLst>
        </pc:sldLayoutChg>
      </pc:sldMaster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zebgroup-my.sharepoint.com/personal/mmaul_zeb_de/Documents/Desktop/Tool/MyExcel.xlsm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Tabelle1!$B$2:$G$2</cx:f>
        <cx:lvl ptCount="6">
          <cx:pt idx="0">Kategorie 1</cx:pt>
          <cx:pt idx="1">Kategorie 2</cx:pt>
          <cx:pt idx="2">Kategorie 3</cx:pt>
          <cx:pt idx="3">Kategorie 4</cx:pt>
          <cx:pt idx="4">Kategorie 5</cx:pt>
          <cx:pt idx="5">Kategorie 6</cx:pt>
        </cx:lvl>
      </cx:strDim>
      <cx:numDim type="val">
        <cx:f>Tabelle1!$B$3:$G$3</cx:f>
        <cx:lvl ptCount="6" formatCode="Standard">
          <cx:pt idx="0">13</cx:pt>
          <cx:pt idx="1">2</cx:pt>
          <cx:pt idx="2">23</cx:pt>
          <cx:pt idx="3">-5</cx:pt>
          <cx:pt idx="4">5</cx:pt>
          <cx:pt idx="5">3</cx:pt>
        </cx:lvl>
      </cx:numDim>
    </cx:data>
  </cx:chartData>
  <cx:chart>
    <cx:title pos="t" align="ctr" overlay="0"/>
    <cx:plotArea>
      <cx:plotAreaRegion>
        <cx:series layoutId="waterfall" uniqueId="{E7FCFA05-423A-4712-8D88-E07AEAB37DF8}">
          <cx:dataLabels pos="outEnd">
            <cx:visibility seriesName="0" categoryName="0" value="1"/>
          </cx:dataLabels>
          <cx:dataId val="0"/>
          <cx:layoutPr>
            <cx:subtotals/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4608-4892-4D90-8D6A-7433BDB07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E76A1-08E6-4A83-8AE9-D902E5EBF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2873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EAD45F1-1E8F-41FC-A270-D9736CEE90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1153267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EAD45F1-1E8F-41FC-A270-D9736CEE90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797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microsoft.com/office/2014/relationships/chartEx" Target="../charts/chartEx1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95591D-69F4-417D-B427-9F530C4B10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3291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95591D-69F4-417D-B427-9F530C4B10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MyChart">
                <a:extLst>
                  <a:ext uri="{FF2B5EF4-FFF2-40B4-BE49-F238E27FC236}">
                    <a16:creationId xmlns:a16="http://schemas.microsoft.com/office/drawing/2014/main" id="{DB84D78C-1BBD-4321-84E3-9B36426BEA2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83940535"/>
                  </p:ext>
                </p:extLst>
              </p:nvPr>
            </p:nvGraphicFramePr>
            <p:xfrm>
              <a:off x="2034540" y="769620"/>
              <a:ext cx="7501414" cy="505968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4" name="MyChart">
                <a:extLst>
                  <a:ext uri="{FF2B5EF4-FFF2-40B4-BE49-F238E27FC236}">
                    <a16:creationId xmlns:a16="http://schemas.microsoft.com/office/drawing/2014/main" id="{DB84D78C-1BBD-4321-84E3-9B36426BEA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34540" y="769620"/>
                <a:ext cx="7501414" cy="505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46074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Maximilian Maul</cp:lastModifiedBy>
  <cp:revision>1</cp:revision>
  <dcterms:created xsi:type="dcterms:W3CDTF">2022-07-14T09:24:53Z</dcterms:created>
  <dcterms:modified xsi:type="dcterms:W3CDTF">2022-07-14T10:11:25Z</dcterms:modified>
</cp:coreProperties>
</file>