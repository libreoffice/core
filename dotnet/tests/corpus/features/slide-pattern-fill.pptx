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_rels/presentation.xml.rels" ContentType="application/vnd.openxmlformats-package.relationships+xml"/>
  <Override PartName="/ppt/media/image1.png" ContentType="image/png"/>
  <Override PartName="/ppt/media/image2.png" ContentType="image/png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</p:sldIdLst>
  <p:sldSz cx="10080625" cy="567055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CD89985-A084-4213-A6B2-AB38E96F2C35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683C024-DCB0-4E72-B45E-C6A6EB507029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50400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 idx="2"/>
          </p:nvPr>
        </p:nvSpPr>
        <p:spPr>
          <a:xfrm>
            <a:off x="3447360" y="5165280"/>
            <a:ext cx="319500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722736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CD44AB99-F161-4BFC-ABFF-EB9F161E213E}" type="slidenum"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2" Type="http://schemas.openxmlformats.org/officeDocument/2006/relationships/slideLayout" Target="../slideLayouts/slideLayout1.xml"/></Relationships>
</file>

<file path=ppt/slides/_rels/slide2.xml.rels><?xml version="1.0" encoding="UTF-8"?>
<Relationships xmlns="http://schemas.openxmlformats.org/package/2006/relationships"><Relationship Id="rId2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2"/>
          <p:cNvSpPr/>
          <p:nvPr/>
        </p:nvSpPr>
        <p:spPr>
          <a:xfrm>
            <a:off x="300000" y="300000"/>
            <a:ext cx="2200000" cy="1400000"/>
          </a:xfrm>
          <a:prstGeom prst="rect">
            <a:avLst/>
          </a:prstGeom>
          <a:pattFill prst="pct25">
            <a:fgClr>
              <a:srgbClr val="FF0000"/>
            </a:fgClr>
            <a:bgClr>
              <a:srgbClr val="FFFFCC"/>
            </a:bgClr>
          </a:pattFill>
          <a:ln>
            <a:noFill/>
          </a:ln>
        </p:spPr>
        <p:txBody>
          <a:bodyPr/>
          <a:lstStyle/>
          <a:p/>
        </p:txBody>
      </p:sp>
      <p:sp>
        <p:nvSpPr>
          <p:cNvPr id="3" name="r3"/>
          <p:cNvSpPr/>
          <p:nvPr/>
        </p:nvSpPr>
        <p:spPr>
          <a:xfrm>
            <a:off x="2800000" y="300000"/>
            <a:ext cx="2200000" cy="1400000"/>
          </a:xfrm>
          <a:prstGeom prst="rect">
            <a:avLst/>
          </a:prstGeom>
          <a:pattFill prst="pct5">
            <a:fgClr>
              <a:srgbClr val="0000FF"/>
            </a:fgClr>
            <a:bgClr>
              <a:srgbClr val="DDEEE0"/>
            </a:bgClr>
          </a:pattFill>
          <a:ln>
            <a:noFill/>
          </a:ln>
        </p:spPr>
        <p:txBody>
          <a:bodyPr/>
          <a:lstStyle/>
          <a:p/>
        </p:txBody>
      </p:sp>
      <p:sp>
        <p:nvSpPr>
          <p:cNvPr id="4" name="r4"/>
          <p:cNvSpPr/>
          <p:nvPr/>
        </p:nvSpPr>
        <p:spPr>
          <a:xfrm>
            <a:off x="5300000" y="300000"/>
            <a:ext cx="2200000" cy="1400000"/>
          </a:xfrm>
          <a:prstGeom prst="rect">
            <a:avLst/>
          </a:prstGeom>
          <a:pattFill prst="wdUpDiag">
            <a:fgClr>
              <a:srgbClr val="008000"/>
            </a:fgClr>
            <a:bgClr>
              <a:srgbClr val="FFFFFF"/>
            </a:bgClr>
          </a:pattFill>
          <a:ln>
            <a:noFill/>
          </a:ln>
        </p:spPr>
        <p:txBody>
          <a:bodyPr/>
          <a:lstStyle/>
          <a:p/>
        </p:txBody>
      </p:sp>
      <p:sp>
        <p:nvSpPr>
          <p:cNvPr id="5" name="r5"/>
          <p:cNvSpPr/>
          <p:nvPr/>
        </p:nvSpPr>
        <p:spPr>
          <a:xfrm>
            <a:off x="300000" y="2000000"/>
            <a:ext cx="2200000" cy="1400000"/>
          </a:xfrm>
          <a:prstGeom prst="rect">
            <a:avLst/>
          </a:prstGeom>
          <a:pattFill prst="wdDnDiag">
            <a:fgClr>
              <a:srgbClr val="800080"/>
            </a:fgClr>
            <a:bgClr>
              <a:srgbClr val="EEEEEE"/>
            </a:bgClr>
          </a:pattFill>
          <a:ln>
            <a:noFill/>
          </a:ln>
        </p:spPr>
        <p:txBody>
          <a:bodyPr/>
          <a:lstStyle/>
          <a:p/>
        </p:txBody>
      </p:sp>
      <p:sp>
        <p:nvSpPr>
          <p:cNvPr id="6" name="r6"/>
          <p:cNvSpPr/>
          <p:nvPr/>
        </p:nvSpPr>
        <p:spPr>
          <a:xfrm>
            <a:off x="2800000" y="2000000"/>
            <a:ext cx="2200000" cy="1400000"/>
          </a:xfrm>
          <a:prstGeom prst="rect">
            <a:avLst/>
          </a:prstGeom>
          <a:pattFill prst="pct50">
            <a:fgClr>
              <a:srgbClr val="FF8000"/>
            </a:fgClr>
            <a:bgClr>
              <a:srgbClr val="FFFFFF"/>
            </a:bgClr>
          </a:pattFill>
          <a:ln>
            <a:noFill/>
          </a:ln>
        </p:spPr>
        <p:txBody>
          <a:bodyPr/>
          <a:lstStyle/>
          <a:p/>
        </p:txBody>
      </p:sp>
      <p:sp>
        <p:nvSpPr>
          <p:cNvPr id="7" name="r7"/>
          <p:cNvSpPr/>
          <p:nvPr/>
        </p:nvSpPr>
        <p:spPr>
          <a:xfrm>
            <a:off x="5300000" y="2000000"/>
            <a:ext cx="2200000" cy="1400000"/>
          </a:xfrm>
          <a:prstGeom prst="rect">
            <a:avLst/>
          </a:prstGeom>
          <a:pattFill>
            <a:fgClr>
              <a:srgbClr val="000000"/>
            </a:fgClr>
            <a:bgClr>
              <a:srgbClr val="CCCCFF"/>
            </a:bgClr>
          </a:pattFill>
          <a:ln>
            <a:noFill/>
          </a:ln>
        </p:spPr>
        <p:txBody>
          <a:bodyPr/>
          <a:lstStyle/>
          <a:p/>
        </p:txBody>
      </p:sp>
    </p:spTree>
  </p:cSld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able"/>
          <p:cNvGraphicFramePr/>
          <p:nvPr/>
        </p:nvGraphicFramePr>
        <p:xfrm>
          <a:off x="600000" y="600000"/>
          <a:ext cx="7000000" cy="2000000"/>
        </p:xfrm>
        <a:graphic>
          <a:graphicData uri="http://schemas.openxmlformats.org/drawingml/2006/table">
            <a:tbl>
              <a:tblPr/>
              <a:tblGrid>
                <a:gridCol w="3500000"/>
                <a:gridCol w="3500000"/>
              </a:tblGrid>
              <a:tr h="1000000">
                <a:tc>
                  <a:txBody>
                    <a:bodyPr/>
                    <a:lstStyle/>
                    <a:p>
                      <a:r>
                        <a:rPr lang="en-GB"/>
                        <a:t>hatched</a:t>
                      </a:r>
                    </a:p>
                  </a:txBody>
                  <a:tcPr>
                    <a:pattFill prst="pct25">
                      <a:fgClr>
                        <a:srgbClr val="00B050"/>
                      </a:fgClr>
                      <a:bgClr>
                        <a:srgbClr val="DDEEE0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r>
                        <a:rPr lang="en-GB"/>
                        <a:t>solid</a:t>
                      </a:r>
                    </a:p>
                  </a:txBody>
                  <a:tcPr>
                    <a:solidFill>
                      <a:srgbClr val="FFCC00"/>
                    </a:solidFill>
                  </a:tcPr>
                </a:tc>
              </a:tr>
              <a:tr h="1000000">
                <a:tc>
                  <a:txBody>
                    <a:bodyPr/>
                    <a:lstStyle/>
                    <a:p>
                      <a:r>
                        <a:rPr lang="en-GB"/>
                        <a:t>diagonal</a:t>
                      </a:r>
                    </a:p>
                  </a:txBody>
                  <a:tcPr>
                    <a:pattFill prst="wdUpDiag">
                      <a:fgClr>
                        <a:srgbClr val="0070C0"/>
                      </a:fgClr>
                      <a:bgClr>
                        <a:srgbClr val="FFFFFF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r>
                        <a:rPr lang="en-GB"/>
                        <a:t>plain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LibreOffice/24.2.7.2$Linux_X86_64 LibreOffice_project/420$Build-2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en-US</dc:language>
  <cp:lastModifiedBy/>
  <cp:revision>0</cp:revision>
  <dc:subject/>
  <dc:title/>
</cp:coreProperties>
</file>