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48" r:id="rId1"/>
  </p:sldMasterIdLst>
  <p:sldIdLst>
    <p:sldId id="256" r:id="rId2"/>
  </p:sldIdLst>
  <p:sldSz cx="9144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r="http://schemas.openxmlformats.org/officeDocument/2006/relationships" xmlns:a="http://schemas.openxmlformats.org/drawing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inBox"/>
          <p:cNvSpPr txBox="1"/>
          <p:nvPr/>
        </p:nvSpPr>
        <p:spPr>
          <a:xfrm>
            <a:off x="914400" y="914400"/>
            <a:ext cx="3200400" cy="80010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r>
              <a:rPr lang="en-US" sz="1800" dirty="0">
                <a:latin typeface="Liberation Sans"/>
              </a:rPr>
              <a:t>Fontwork keeps three</a:t>
            </a:r>
          </a:p>
        </p:txBody>
      </p:sp>
      <p:sp>
        <p:nvSpPr>
          <p:cNvPr id="3" name="NoShapeBox"/>
          <p:cNvSpPr txBox="1"/>
          <p:nvPr/>
        </p:nvSpPr>
        <p:spPr>
          <a:xfrm>
            <a:off x="914400" y="2286000"/>
            <a:ext cx="3200400" cy="800100"/>
          </a:xfrm>
          <a:prstGeom prst="rect">
            <a:avLst/>
          </a:prstGeom>
          <a:noFill/>
        </p:spPr>
        <p:txBody>
          <a:bodyPr wrap="square" rtlCol="0" lIns="0" tIns="0" rIns="0" bIns="0">
            <a:prstTxWarp prst="textNoShape">
              <a:avLst/>
            </a:prstTxWarp>
          </a:bodyPr>
          <a:lstStyle/>
          <a:p>
            <a:r>
              <a:rPr lang="en-US" sz="1800" dirty="0">
                <a:latin typeface="Liberation Sans"/>
              </a:rPr>
              <a:t>Fontwork keeps three</a:t>
            </a:r>
          </a:p>
        </p:txBody>
      </p:sp>
      <p:sp>
        <p:nvSpPr>
          <p:cNvPr id="4" name="WarpedBox"/>
          <p:cNvSpPr txBox="1"/>
          <p:nvPr/>
        </p:nvSpPr>
        <p:spPr>
          <a:xfrm>
            <a:off x="914400" y="3657600"/>
            <a:ext cx="3200400" cy="800100"/>
          </a:xfrm>
          <a:prstGeom prst="rect">
            <a:avLst/>
          </a:prstGeom>
          <a:noFill/>
        </p:spPr>
        <p:txBody>
          <a:bodyPr wrap="square" rtlCol="0" lIns="0" tIns="0" rIns="0" bIns="0">
            <a:prstTxWarp prst="textArchUp">
              <a:avLst/>
            </a:prstTxWarp>
          </a:bodyPr>
          <a:lstStyle/>
          <a:p>
            <a:r>
              <a:rPr lang="en-US" sz="1800" dirty="0">
                <a:latin typeface="Liberation Sans"/>
              </a:rPr>
              <a:t>Fontwork keeps three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Paperless">
  <a:themeElements>
    <a:clrScheme name="Paperless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perless">
      <a:majorFont>
        <a:latin typeface="Liberation Sans"/>
        <a:ea typeface=""/>
        <a:cs typeface=""/>
      </a:majorFont>
      <a:minorFont>
        <a:latin typeface="Liberation Sans"/>
        <a:ea typeface=""/>
        <a:cs typeface=""/>
      </a:minorFont>
    </a:fontScheme>
    <a:fmtScheme name="Paperles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