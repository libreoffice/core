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wmf" ContentType="image/x-wmf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826023-EB03-4CBA-847D-F11E4AE1DFB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86485BE-8261-4800-BFF6-7413BB7428F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mf-over-fill" descr=""/>
          <p:cNvPicPr/>
          <p:nvPr/>
        </p:nvPicPr>
        <p:blipFill>
          <a:blip r:embed="rId1"/>
          <a:stretch/>
        </p:blipFill>
        <p:spPr>
          <a:xfrm>
            <a:off x="360000" y="720000"/>
            <a:ext cx="2880000" cy="216000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</p:pic>
      <p:pic>
        <p:nvPicPr>
          <p:cNvPr id="8" name="png-over-fill" descr=""/>
          <p:cNvPicPr/>
          <p:nvPr/>
        </p:nvPicPr>
        <p:blipFill>
          <a:blip r:embed="rId2"/>
          <a:stretch/>
        </p:blipFill>
        <p:spPr>
          <a:xfrm>
            <a:off x="3600000" y="720000"/>
            <a:ext cx="2880000" cy="216000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</p:pic>
      <p:sp>
        <p:nvSpPr>
          <p:cNvPr id="9" name="bare-fill"/>
          <p:cNvSpPr/>
          <p:nvPr/>
        </p:nvSpPr>
        <p:spPr>
          <a:xfrm>
            <a:off x="360000" y="3240000"/>
            <a:ext cx="2880000" cy="1440000"/>
          </a:xfrm>
          <a:prstGeom prst="rect">
            <a:avLst/>
          </a:prstGeom>
          <a:solidFill>
            <a:srgbClr val="ff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