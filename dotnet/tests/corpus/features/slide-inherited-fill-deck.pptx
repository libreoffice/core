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layout-title"/>
          <p:cNvSpPr>
            <a:spLocks noGrp="1"/>
          </p:cNvSpPr>
          <p:nvPr>
            <p:ph type="title"/>
          </p:nvPr>
        </p:nvSpPr>
        <p:spPr>
          <a:xfrm>
            <a:off x="5000000" y="5000000"/>
            <a:ext cx="1000000" cy="1000000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r>
              <a:rPr lang="en-US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oved-title"/>
          <p:cNvSpPr>
            <a:spLocks noGrp="1"/>
          </p:cNvSpPr>
          <p:nvPr>
            <p:ph type="title"/>
          </p:nvPr>
        </p:nvSpPr>
        <p:spPr>
          <a:xfrm>
            <a:off x="914400" y="457200"/>
            <a:ext cx="3657600" cy="1371600"/>
          </a:xfrm>
        </p:spPr>
        <p:txBody>
          <a:bodyPr/>
          <a:lstStyle/>
          <a:p>
            <a:r>
              <a:rPr lang="en-US"/>
              <a:t>Moved title</a:t>
            </a:r>
          </a:p>
        </p:txBody>
      </p:sp>
      <p:sp useBgFill="1">
        <p:nvSpPr>
          <p:cNvPr id="3" name="uses-background"/>
          <p:cNvSpPr/>
          <p:nvPr/>
        </p:nvSpPr>
        <p:spPr>
          <a:xfrm>
            <a:off x="914400" y="2286000"/>
            <a:ext cx="3657600" cy="13716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uses-theme"/>
          <p:cNvSpPr/>
          <p:nvPr/>
        </p:nvSpPr>
        <p:spPr>
          <a:xfrm>
            <a:off x="914400" y="4114800"/>
            <a:ext cx="3657600" cy="13716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e">
  <a:themeElements>
    <a:clrScheme name="prob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FF"/>
      </a:accent1>
      <a:accent2>
        <a:srgbClr val="0000FF"/>
      </a:accent2>
      <a:accent3>
        <a:srgbClr val="0000FF"/>
      </a:accent3>
      <a:accent4>
        <a:srgbClr val="0000FF"/>
      </a:accent4>
      <a:accent5>
        <a:srgbClr val="0000FF"/>
      </a:accent5>
      <a:accent6>
        <a:srgbClr val="0000FF"/>
      </a:accent6>
      <a:hlink>
        <a:srgbClr val="0000FF"/>
      </a:hlink>
      <a:folHlink>
        <a:srgbClr val="0000FF"/>
      </a:folHlink>
    </a:clrScheme>
    <a:fontScheme name="prob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rob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noFill/>
        </a:ln>
        <a:ln>
          <a:noFill/>
        </a:ln>
        <a:ln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