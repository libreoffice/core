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heme/theme1.xml" ContentType="application/vnd.openxmlformats-officedocument.theme+xml"/>
</Types>
</file>

<file path=_rels/.rels><?xml version="1.0" encoding="UTF-8" standalone="yes"?>
<Relationships xmlns="http://schemas.openxmlformats.org/package/2006/relationships">
<Relationship Id="rId1" Type="http://schemas.openxmlformats.org/officeDocument/2006/relationships/officeDocument" Target="ppt/presentation.xml"/>
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>
  <p:sldMasterIdLst>
    <p:sldMasterId id="2147483648" r:id="rId1"/>
  </p:sldMasterIdLst>
  <p:sldIdLst>
    <p:sldId id="256" r:id="rId2"/>
    <p:sldId id="257" r:id="rId3"/>
    <p:sldId id="258" r:id="rId4"/>
  </p:sldIdLst>
  <p:sldSz cx="9144000" cy="6858000"/>
  <p:notesSz cx="6858000" cy="9144000"/>
</p:presentation>
</file>

<file path=ppt/_rels/presentation.xml.rels><?xml version="1.0" encoding="UTF-8" standalone="yes"?>
<Relationships xmlns="http://schemas.openxmlformats.org/package/2006/relationships">
<Relationship Id="rId1" Type="http://schemas.openxmlformats.org/officeDocument/2006/relationships/slideMaster" Target="slideMasters/slideMaster1.xml"/>
<Relationship Id="rId2" Type="http://schemas.openxmlformats.org/officeDocument/2006/relationships/slide" Target="slides/slide1.xml"/>
<Relationship Id="rId3" Type="http://schemas.openxmlformats.org/officeDocument/2006/relationships/slide" Target="slides/slide2.xml"/>
<Relationship Id="rId4" Type="http://schemas.openxmlformats.org/officeDocument/2006/relationships/slide" Target="slides/slide3.xml"/>
<Relationship Id="rId5" Type="http://schemas.openxmlformats.org/officeDocument/2006/relationships/theme" Target="theme/theme1.xml"/>
</Relationships>
</file>

<file path=ppt/slideLayouts/_rels/slideLayout1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_rels/slideLayout2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p="http://schemas.openxmlformats.org/presentationml/2006/main" xmlns:a="http://schemas.openxmlformats.org/drawingml/2006/main" xmlns:r="http://schemas.openxmlformats.org/officeDocument/2006/relationships" type="title" preserve="1">
  <p:cSld name="Inheri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685800"/>
            <a:ext cx="7772400" cy="1143000"/>
          </a:xfrm>
          <a:prstGeom prst="rect">
            <a:avLst/>
          </a:prstGeom>
        </p:spPr>
        <p:txBody>
          <a:bodyPr/>
          <a:lstStyle/>
          <a:p>
            <a:r>
              <a:rPr lang="en-GB"/>
              <a:t>Inherit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p="http://schemas.openxmlformats.org/presentationml/2006/main" xmlns:a="http://schemas.openxmlformats.org/drawingml/2006/main" xmlns:r="http://schemas.openxmlformats.org/officeDocument/2006/relationships" type="title" preserve="1">
  <p:cSld name="Overr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685800"/>
            <a:ext cx="7772400" cy="1143000"/>
          </a:xfrm>
          <a:prstGeom prst="rect">
            <a:avLst/>
          </a:prstGeom>
        </p:spPr>
        <p:txBody>
          <a:bodyPr/>
          <a:lstStyle/>
          <a:p>
            <a:r>
              <a:rPr lang="en-GB"/>
              <a:t>Override</a:t>
            </a:r>
          </a:p>
        </p:txBody>
      </p:sp>
    </p:spTree>
  </p:cSld>
  <p:clrMapOvr>
    <a:overrideClrMapping bg1="lt1" tx1="dk1" bg2="dk2" tx2="lt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slideLayout" Target="../slideLayouts/slideLayout2.xml"/>
<Relationship Id="rId3" Type="http://schemas.openxmlformats.org/officeDocument/2006/relationships/theme" Target="../theme/theme1.xml"/>
</Relationships>
</file>

<file path=ppt/slideMasters/slideMaster1.xml><?xml version="1.0" encoding="utf-8"?>
<p:sldMaster xmlns:p="http://schemas.openxmlformats.org/presentationml/2006/main" xmlns:a="http://schemas.openxmlformats.org/drawingml/2006/main" xmlns:r="http://schemas.openxmlformats.org/officeDocument/2006/relationships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685800"/>
            <a:ext cx="7772400" cy="1143000"/>
          </a:xfrm>
          <a:prstGeom prst="rect">
            <a:avLst/>
          </a:prstGeom>
        </p:spPr>
        <p:txBody>
          <a:bodyPr/>
          <a:lstStyle/>
          <a:p>
            <a:r>
              <a:rPr lang="en-GB"/>
              <a:t>Master title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>
        <a:defRPr sz="4400">
          <a:solidFill>
            <a:schemeClr val="tx1"/>
          </a:solidFill>
        </a:defRPr>
      </a:lvl1pPr>
    </p:titleStyle>
    <p:bodyStyle>
      <a:lvl1pPr>
        <a:defRPr sz="2800"/>
      </a:lvl1pPr>
    </p:bodyStyle>
    <p:otherStyle/>
  </p:txStyles>
</p:sldMaster>
</file>

<file path=ppt/slides/_rels/slide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2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2.xml"/>
</Relationships>
</file>

<file path=ppt/slides/_rels/slide3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685800"/>
            <a:ext cx="7772400" cy="1143000"/>
          </a:xfrm>
          <a:prstGeom prst="rect">
            <a:avLst/>
          </a:prstGeom>
        </p:spPr>
        <p:txBody>
          <a:bodyPr/>
          <a:lstStyle/>
          <a:p>
            <a:r>
              <a:rPr lang="en-GB"/>
              <a:t>Master map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685800"/>
            <a:ext cx="7772400" cy="1143000"/>
          </a:xfrm>
          <a:prstGeom prst="rect">
            <a:avLst/>
          </a:prstGeom>
        </p:spPr>
        <p:txBody>
          <a:bodyPr/>
          <a:lstStyle/>
          <a:p>
            <a:r>
              <a:rPr lang="en-GB"/>
              <a:t>Layout override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685800"/>
            <a:ext cx="7772400" cy="1143000"/>
          </a:xfrm>
          <a:prstGeom prst="rect">
            <a:avLst/>
          </a:prstGeom>
        </p:spPr>
        <p:txBody>
          <a:bodyPr/>
          <a:lstStyle/>
          <a:p>
            <a:r>
              <a:rPr lang="en-GB"/>
              <a:t>Slide override</a:t>
            </a:r>
          </a:p>
        </p:txBody>
      </p:sp>
    </p:spTree>
  </p:cSld>
  <p:clrMapOvr>
    <a:overrideClrMapping bg1="lt1" tx1="dk1" bg2="accent1" tx2="dk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MapOvr">
  <a:themeElements>
    <a:clrScheme name="MapOvr">
      <a:dk1>
        <a:srgbClr val="000000"/>
      </a:dk1>
      <a:lt1>
        <a:sysClr val="window" lastClr="FFFFFF"/>
      </a:lt1>
      <a:dk2>
        <a:srgbClr val="04617B"/>
      </a:dk2>
      <a:lt2>
        <a:srgbClr val="DBF5F9"/>
      </a:lt2>
      <a:accent1>
        <a:srgbClr val="1F6FC4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MapOvr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MapOvr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>
            <a:shade val="50000"/>
          </a:schemeClr>
        </a:solidFill>
      </a:fillStyleLst>
      <a:lnStyleLst>
        <a:ln w="9525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20000"/>
          </a:schemeClr>
        </a:solidFill>
        <a:solidFill>
          <a:schemeClr val="phClr">
            <a:shade val="20000"/>
          </a:schemeClr>
        </a:solidFill>
      </a:bgFillStyleLst>
    </a:fmtScheme>
  </a:themeElements>
</a:theme>
</file>