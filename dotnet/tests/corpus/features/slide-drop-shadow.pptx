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Slide1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8" Type="http://schemas.openxmlformats.org/officeDocument/2006/relationships/presProps" Target="presProps.xml"/>
<Relationship Id="rIdSlide1" Type="http://schemas.openxmlformats.org/officeDocument/2006/relationships/slide" Target="slides/slide1.xml"/>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1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1" lang="en-GB" sz="4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1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6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rIns="0" tIns="0" bIns="0"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4" marL="108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5" marL="1296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6" marL="151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gled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9BBB59"/>
          </a:solidFill>
          <a:ln w="12700">
            <a:solidFill>
              <a:srgbClr val="203040"/>
            </a:solidFill>
          </a:ln>
          <a:effectLst>
            <a:outerShdw blurRad="0" dist="76200" dir="2700000" rotWithShape="0">
              <a:srgbClr val="000000"/>
            </a:outerShdw>
          </a:effectLst>
        </p:spPr>
        <p:txBody>
          <a:bodyPr/>
          <a:lstStyle/>
          <a:p>
            <a:r>
              <a:rPr lang="en-GB" sz="1400">
                <a:latin typeface="Arial"/>
              </a:rPr>
              <a:t>Angled</a:t>
            </a:r>
          </a:p>
        </p:txBody>
      </p:sp>
      <p:sp>
        <p:nvSpPr>
          <p:cNvPr id="3" name="Themed"/>
          <p:cNvSpPr/>
          <p:nvPr/>
        </p:nvSpPr>
        <p:spPr>
          <a:xfrm>
            <a:off x="2743200" y="914400"/>
            <a:ext cx="914400" cy="914400"/>
          </a:xfrm>
          <a:prstGeom prst="rect">
            <a:avLst/>
          </a:prstGeom>
          <a:solidFill>
            <a:srgbClr val="9BBB59"/>
          </a:solidFill>
          <a:ln w="12700">
            <a:solidFill>
              <a:srgbClr val="203040"/>
            </a:solidFill>
          </a:ln>
        </p:spPr>
        <p:style>
          <a:effectRef idx="1">
            <a:schemeClr val="accent1"/>
          </a:effectRef>
        </p:style>
        <p:txBody>
          <a:bodyPr/>
          <a:lstStyle/>
          <a:p>
            <a:r>
              <a:rPr lang="en-GB" sz="1400">
                <a:latin typeface="Arial"/>
              </a:rPr>
              <a:t>Themed</a:t>
            </a:r>
          </a:p>
        </p:txBody>
      </p:sp>
      <p:sp>
        <p:nvSpPr>
          <p:cNvPr id="4" name="EmptyList"/>
          <p:cNvSpPr/>
          <p:nvPr/>
        </p:nvSpPr>
        <p:spPr>
          <a:xfrm>
            <a:off x="4572000" y="914400"/>
            <a:ext cx="914400" cy="914400"/>
          </a:xfrm>
          <a:prstGeom prst="rect">
            <a:avLst/>
          </a:prstGeom>
          <a:solidFill>
            <a:srgbClr val="9BBB59"/>
          </a:solidFill>
          <a:ln w="12700">
            <a:solidFill>
              <a:srgbClr val="203040"/>
            </a:solidFill>
          </a:ln>
          <a:effectLst/>
        </p:spPr>
        <p:style>
          <a:effectRef idx="1">
            <a:schemeClr val="accent1"/>
          </a:effectRef>
        </p:style>
        <p:txBody>
          <a:bodyPr/>
          <a:lstStyle/>
          <a:p>
            <a:r>
              <a:rPr lang="en-GB" sz="1400">
                <a:latin typeface="Arial"/>
              </a:rPr>
              <a:t>EmptyList</a:t>
            </a:r>
          </a:p>
        </p:txBody>
      </p:sp>
      <p:sp>
        <p:nvSpPr>
          <p:cNvPr id="6" name="Glow"/>
          <p:cNvSpPr/>
          <p:nvPr/>
        </p:nvSpPr>
        <p:spPr>
          <a:xfrm>
            <a:off x="4572000" y="2743200"/>
            <a:ext cx="914400" cy="914400"/>
          </a:xfrm>
          <a:prstGeom prst="rect">
            <a:avLst/>
          </a:prstGeom>
          <a:solidFill>
            <a:srgbClr val="9BBB59"/>
          </a:solidFill>
          <a:ln w="12700">
            <a:solidFill>
              <a:srgbClr val="203040"/>
            </a:solidFill>
          </a:ln>
          <a:effectLst>
            <a:glow rad="63500">
              <a:srgbClr val="FF0000"/>
            </a:glow>
          </a:effectLst>
        </p:spPr>
        <p:style>
          <a:effectRef idx="1">
            <a:schemeClr val="accent1"/>
          </a:effectRef>
        </p:style>
        <p:txBody>
          <a:bodyPr/>
          <a:lstStyle/>
          <a:p>
            <a:r>
              <a:rPr lang="en-GB" sz="1400">
                <a:latin typeface="Arial"/>
              </a:rPr>
              <a:t>Glow</a:t>
            </a:r>
          </a:p>
        </p:txBody>
      </p:sp>
      <p:sp>
        <p:nvSpPr>
          <p:cNvPr id="5" name="Translucent"/>
          <p:cNvSpPr/>
          <p:nvPr/>
        </p:nvSpPr>
        <p:spPr>
          <a:xfrm>
            <a:off x="914400" y="2743200"/>
            <a:ext cx="914400" cy="914400"/>
          </a:xfrm>
          <a:prstGeom prst="rect">
            <a:avLst/>
          </a:prstGeom>
          <a:solidFill>
            <a:srgbClr val="C00000">
              <a:alpha val="30000"/>
            </a:srgbClr>
          </a:solidFill>
          <a:ln w="12700">
            <a:solidFill>
              <a:srgbClr val="203040"/>
            </a:solidFill>
          </a:ln>
          <a:effectLst>
            <a:outerShdw>
              <a:srgbClr val="000000">
                <a:alpha val="60000"/>
              </a:srgbClr>
            </a:outerShdw>
          </a:effectLst>
        </p:spPr>
        <p:txBody>
          <a:bodyPr/>
          <a:lstStyle/>
          <a:p>
            <a:r>
              <a:rPr lang="en-GB" sz="1400">
                <a:latin typeface="Arial"/>
              </a:rPr>
              <a:t>Translucent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2026-01-02T03:04:05Z</dcterms:created>
  <dc:creator>Ada Lovelace</dc:creator>
  <dc:description/>
  <dc:language>en-US</dc:language>
  <cp:lastModifiedBy/>
  <cp:revision>0</cp:revision>
  <dc:subject/>
  <dc:title>Paperless feature deck</dc:title>
</cp:coreProperties>
</file>