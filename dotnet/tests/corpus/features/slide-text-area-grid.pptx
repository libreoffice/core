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lvl1pPr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400000" y="5000000"/>
            <a:ext cx="7000000" cy="500000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>
      <a:lvl1pPr>
        <a:defRPr sz="1200">
          <a:solidFill>
            <a:srgbClr val="FF00FF"/>
          </a:solidFill>
        </a:defRPr>
      </a:lvl1pPr>
      <a:lvl2pPr>
        <a:defRPr sz="1000">
          <a:solidFill>
            <a:srgbClr val="FF00FF"/>
          </a:solidFill>
        </a:defRPr>
      </a:lvl2pPr>
      <a:lvl3pPr>
        <a:defRPr sz="1800">
          <a:solidFill>
            <a:srgbClr val="FF00FF"/>
          </a:solidFill>
        </a:defRPr>
      </a:lvl3pPr>
      <a:lvl4pPr>
        <a:defRPr sz="1800">
          <a:solidFill>
            <a:srgbClr val="FF00FF"/>
          </a:solidFill>
        </a:defRPr>
      </a:lvl4pPr>
      <a:lvl5pPr>
        <a:defRPr sz="1800">
          <a:solidFill>
            <a:srgbClr val="FF00FF"/>
          </a:solidFill>
        </a:defRPr>
      </a:lvl5pPr>
      <a:lvl6pPr>
        <a:defRPr sz="1800">
          <a:solidFill>
            <a:srgbClr val="FF00FF"/>
          </a:solidFill>
        </a:defRPr>
      </a:lvl6pPr>
      <a:lvl7pPr>
        <a:defRPr sz="1800">
          <a:solidFill>
            <a:srgbClr val="FF00FF"/>
          </a:solidFill>
        </a:defRPr>
      </a:lvl7pPr>
      <a:lvl8pPr>
        <a:defRPr sz="1800">
          <a:solidFill>
            <a:srgbClr val="FF00FF"/>
          </a:solidFill>
        </a:defRPr>
      </a:lvl8pPr>
      <a:lvl9pPr>
        <a:defRPr sz="1800">
          <a:solidFill>
            <a:srgbClr val="FF00FF"/>
          </a:solidFill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s down across"/>
          <p:cNvSpPr txBox="1"/>
          <p:nvPr/>
        </p:nvSpPr>
        <p:spPr>
          <a:xfrm>
            <a:off x="914579" y="457200"/>
            <a:ext cx="60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800">
                <a:latin typeface="Liberation Sans"/>
              </a:rPr>
              <a:t>Down</a:t>
            </a:r>
          </a:p>
        </p:txBody>
      </p:sp>
      <p:sp>
        <p:nvSpPr>
          <p:cNvPr id="3" name="Rounds up across"/>
          <p:cNvSpPr txBox="1"/>
          <p:nvPr/>
        </p:nvSpPr>
        <p:spPr>
          <a:xfrm>
            <a:off x="1828981" y="1828800"/>
            <a:ext cx="60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800">
                <a:latin typeface="Liberation Sans"/>
              </a:rPr>
              <a:t>Up</a:t>
            </a:r>
          </a:p>
        </p:txBody>
      </p:sp>
      <p:sp>
        <p:nvSpPr>
          <p:cNvPr id="4" name="Rounds down down the page"/>
          <p:cNvSpPr txBox="1"/>
          <p:nvPr/>
        </p:nvSpPr>
        <p:spPr>
          <a:xfrm>
            <a:off x="914400" y="3200579"/>
            <a:ext cx="6000000" cy="90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GB" sz="1800">
                <a:latin typeface="Liberation Sans"/>
              </a:rPr>
              <a:t>Downward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