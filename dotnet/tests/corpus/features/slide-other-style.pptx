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lvl1pPr>
      <a:defRPr sz="2400">
        <a:solidFill>
          <a:srgbClr val="008000"/>
        </a:solidFill>
      </a:defRPr>
    </a:lvl1pPr>
    <a:lvl2pPr>
      <a:defRPr sz="3200">
        <a:solidFill>
          <a:srgbClr val="0000FF"/>
        </a:solidFill>
      </a:defRPr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 box"/>
          <p:cNvSpPr txBox="1"/>
          <p:nvPr/>
        </p:nvSpPr>
        <p:spPr>
          <a:xfrm>
            <a:off x="500000" y="500000"/>
            <a:ext cx="7500000" cy="1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Level one unsized</a:t>
            </a:r>
          </a:p>
        </p:txBody>
      </p:sp>
      <p:sp>
        <p:nvSpPr>
          <p:cNvPr id="3" name="Plain box two"/>
          <p:cNvSpPr txBox="1"/>
          <p:nvPr/>
        </p:nvSpPr>
        <p:spPr>
          <a:xfrm>
            <a:off x="500000" y="2400000"/>
            <a:ext cx="7500000" cy="1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/>
            <a:r>
              <a:rPr lang="en-GB"/>
              <a:t>Level two unsized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