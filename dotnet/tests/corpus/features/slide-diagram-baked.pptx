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Slide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8" Type="http://schemas.openxmlformats.org/officeDocument/2006/relationships/presProps" Target="presProps.xml"/>
<Relationship Id="rIdSlide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paperless/colours/plain">
  <dgm:title val="Plain"/>
  <dgm:desc val=""/>
  <dgm:catLst/>
  <dgm:styleLbl name="node0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 xmlns:dsp="http://schemas.microsoft.com/office/drawing/2008/diagram">
  <dgm:ptLst>
    <dgm:pt modelId="{00000000-0000-4000-8000-000000000000}" type="doc">
      <dgm:prSet/>
      <dgm:spPr/>
      <dgm:t>
        <a:bodyPr/>
        <a:lstStyle/>
        <a:p/>
      </dgm:t>
    </dgm:pt>
    <dgm:pt modelId="{11111111-1111-4111-8111-111111111111}">
      <dgm:prSet/>
      <dgm:spPr/>
      <dgm:t>
        <a:bodyPr/>
        <a:lstStyle/>
        <a:p>
          <a:r>
            <a:rPr lang="en-GB"/>
            <a:t>Alpha</a:t>
          </a:r>
        </a:p>
      </dgm:t>
    </dgm:pt>
    <dgm:pt modelId="{22222222-2222-4222-8222-222222222222}">
      <dgm:prSet/>
      <dgm:spPr/>
      <dgm:t>
        <a:bodyPr/>
        <a:lstStyle/>
        <a:p>
          <a:r>
            <a:rPr lang="en-GB"/>
            <a:t>Beta</a:t>
          </a:r>
        </a:p>
      </dgm:t>
    </dgm:pt>
    <dgm:pt modelId="{33333333-3333-4333-8333-333333333333}">
      <dgm:prSet/>
      <dgm:spPr/>
      <dgm:t>
        <a:bodyPr/>
        <a:lstStyle/>
        <a:p>
          <a:r>
            <a:rPr lang="en-GB"/>
            <a:t>Gamma</a:t>
          </a:r>
        </a:p>
      </dgm:t>
    </dgm:pt>
  </dgm:ptLst>
  <dgm:cxnLst/>
  <dgm:bg/>
  <dgm:whole/>
  <dgm:extLst>
    <a:ext uri="{FF2B5EF4-FFF2-40B4-BE49-F238E27FC236}">
      <dsp:dataModelExt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11111-1111-4111-8111-111111111111}">
      <dsp:nvSpPr>
        <dsp:cNvPr id="0" name=""/>
        <dsp:cNvSpPr/>
      </dsp:nvSpPr>
      <dsp:spPr>
        <a:xfrm>
          <a:off x="0" y="457200"/>
          <a:ext cx="1828800" cy="1828800"/>
        </a:xfrm>
        <a:prstGeom prst="ellipse">
          <a:avLst/>
        </a:prstGeom>
        <a:solidFill>
          <a:srgbClr val="C5E0B4"/>
        </a:solidFill>
        <a:ln w="12700" cap="flat" cmpd="sng" algn="ctr">
          <a:solidFill>
            <a:srgbClr val="375623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anchor="ctr" anchorCtr="1">
          <a:noAutofit/>
        </a:bodyPr>
        <a:lstStyle/>
        <a:p>
          <a:pPr marL="0" lvl="0" indent="0" algn="ctr">
            <a:buNone/>
          </a:pPr>
          <a:r>
            <a:rPr lang="en-GB" sz="1600" kern="1200">
              <a:solidFill>
                <a:srgbClr val="000000"/>
              </a:solidFill>
              <a:latin typeface="Arial"/>
            </a:rPr>
            <a:t>Alpha</a:t>
          </a:r>
        </a:p>
      </dsp:txBody>
      <dsp:txXfrm>
        <a:off x="267800" y="725000"/>
        <a:ext cx="1293200" cy="1293200"/>
      </dsp:txXfrm>
    </dsp:sp>
    <dsp:sp modelId="{22222222-2222-4222-8222-222222222222}">
      <dsp:nvSpPr>
        <dsp:cNvPr id="0" name=""/>
        <dsp:cNvSpPr/>
      </dsp:nvSpPr>
      <dsp:spPr>
        <a:xfrm>
          <a:off x="2286000" y="685800"/>
          <a:ext cx="2286000" cy="1371600"/>
        </a:xfrm>
        <a:prstGeom prst="roundRect">
          <a:avLst/>
        </a:prstGeom>
        <a:gradFill rotWithShape="1">
          <a:gsLst>
            <a:gs pos="0">
              <a:srgbClr val="FFD966"/>
            </a:gs>
            <a:gs pos="100000">
              <a:srgbClr val="BF8F00"/>
            </a:gs>
          </a:gsLst>
          <a:lin ang="5400000" scaled="0"/>
        </a:gradFill>
        <a:ln w="19050" cap="flat" cmpd="sng" algn="ctr">
          <a:solidFill>
            <a:srgbClr val="7F6000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anchor="ctr" anchorCtr="1">
          <a:noAutofit/>
        </a:bodyPr>
        <a:lstStyle/>
        <a:p>
          <a:pPr marL="0" lvl="0" indent="0" algn="ctr">
            <a:buNone/>
          </a:pPr>
          <a:r>
            <a:rPr lang="en-GB" sz="1800" kern="1200">
              <a:solidFill>
                <a:srgbClr val="000000"/>
              </a:solidFill>
              <a:latin typeface="Arial"/>
            </a:rPr>
            <a:t>Beta</a:t>
          </a:r>
        </a:p>
      </dsp:txBody>
      <dsp:txXfrm>
        <a:off x="2352966" y="752766"/>
        <a:ext cx="2152068" cy="1237668"/>
      </dsp:txXfrm>
    </dsp:sp>
    <dsp:sp modelId="{33333333-3333-4333-8333-333333333333}">
      <dsp:nvSpPr>
        <dsp:cNvPr id="0" name=""/>
        <dsp:cNvSpPr/>
      </dsp:nvSpPr>
      <dsp:spPr>
        <a:xfrm>
          <a:off x="5029200" y="685800"/>
          <a:ext cx="1828800" cy="1371600"/>
        </a:xfrm>
        <a:prstGeom prst="rect">
          <a:avLst/>
        </a:prstGeom>
        <a:solidFill>
          <a:srgbClr val="BDD7EE"/>
        </a:solidFill>
        <a:ln w="12700" cap="flat" cmpd="sng" algn="ctr">
          <a:solidFill>
            <a:srgbClr val="2E75B6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anchor="ctr" anchorCtr="1">
          <a:noAutofit/>
        </a:bodyPr>
        <a:lstStyle/>
        <a:p>
          <a:pPr marL="0" lvl="0" indent="0" algn="ctr">
            <a:buNone/>
          </a:pPr>
          <a:r>
            <a:rPr lang="en-GB" sz="1400" kern="1200">
              <a:solidFill>
                <a:srgbClr val="000000"/>
              </a:solidFill>
              <a:latin typeface="Arial"/>
            </a:rPr>
            <a:t>Gamma</a:t>
          </a:r>
        </a:p>
      </dsp:txBody>
      <dsp:txXfrm>
        <a:off x="5486400" y="685800"/>
        <a:ext cx="1371600" cy="685800"/>
      </dsp:txXfrm>
    </dsp:sp>
    <dsp:sp modelId="{44444444-4444-4444-8444-444444444444}">
      <dsp:nvSpPr>
        <dsp:cNvPr id="0" name=""/>
        <dsp:cNvSpPr/>
      </dsp:nvSpPr>
      <dsp:spPr>
        <a:xfrm>
          <a:off x="1874520" y="1188720"/>
          <a:ext cx="365760" cy="365760"/>
        </a:xfrm>
        <a:prstGeom prst="rightArrow">
          <a:avLst/>
        </a:prstGeom>
        <a:solidFill>
          <a:srgbClr val="A6A6A6"/>
        </a:solidFill>
        <a:ln w="6350" cap="flat" cmpd="sng" algn="ctr">
          <a:solidFill>
            <a:srgbClr val="595959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55555-5555-4555-8555-555555555555}">
      <dsp:nvSpPr>
        <dsp:cNvPr id="0" name=""/>
        <dsp:cNvSpPr/>
      </dsp:nvSpPr>
      <dsp:spPr>
        <a:xfrm>
          <a:off x="457200" y="2286000"/>
          <a:ext cx="5943600" cy="0"/>
        </a:xfrm>
        <a:prstGeom prst="line">
          <a:avLst/>
        </a:prstGeom>
        <a:noFill/>
        <a:ln w="28575" cap="flat" cmpd="sng" algn="ctr">
          <a:solidFill>
            <a:srgbClr val="C00000"/>
          </a:solidFill>
          <a:prstDash val="solid"/>
          <a:miter lim="800000"/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paperless/layout/flat">
  <dgm:title val="Flat"/>
  <dgm:desc val=""/>
  <dgm:catLst/>
  <dgm:layoutNode name="root">
    <dgm:alg type="lin"/>
    <dgm:shape xmlns:r="http://schemas.openxmlformats.org/officeDocument/2006/relationships" type="none"/>
    <dgm:presOf/>
    <dgm:constrLst/>
    <dgm:ruleLst/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paperless/style/plain">
  <dgm:title val="Plain"/>
  <dgm:desc val=""/>
  <dgm:catLst/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/>
      <a:fillRef idx="0"/>
      <a:effectRef idx="0"/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1" lang="en-GB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1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864000" indent="-216000"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108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1296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151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1"/>
          <p:cNvGraphicFramePr/>
          <p:nvPr/>
        </p:nvGraphicFramePr>
        <p:xfrm>
          <a:off x="914400" y="1371600"/>
          <a:ext cx="6858000" cy="27432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2026-01-02T03:04:05Z</dcterms:created>
  <dc:creator>Ada Lovelace</dc:creator>
  <dc:description/>
  <dc:language>en-US</dc:language>
  <cp:lastModifiedBy/>
  <cp:revision>0</cp:revision>
  <dc:subject/>
  <dc:title>Paperless feature deck</dc:title>
</cp:coreProperties>
</file>