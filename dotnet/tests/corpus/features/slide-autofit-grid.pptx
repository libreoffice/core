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114"/>
    <p:sldId id="270" r:id="rId115"/>
    <p:sldId id="271" r:id="rId116"/>
    <p:sldId id="272" r:id="rId117"/>
    <p:sldId id="273" r:id="rId118"/>
    <p:sldId id="274" r:id="rId119"/>
    <p:sldId id="275" r:id="rId120"/>
    <p:sldId id="276" r:id="rId121"/>
    <p:sldId id="277" r:id="rId122"/>
    <p:sldId id="278" r:id="rId12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14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206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2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333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397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46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52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587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65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714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77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84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90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196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203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2095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2159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2222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2349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241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2476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pacer"/>
          <p:cNvSpPr txBox="1"/>
          <p:nvPr/>
        </p:nvSpPr>
        <p:spPr>
          <a:xfrm>
            <a:off x="200000" y="100000"/>
            <a:ext cx="2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/>
            <a:r>
              <a:rPr lang="en-GB" sz="1200"/>
              <a:t>spacer</a:t>
            </a:r>
          </a:p>
        </p:txBody>
      </p:sp>
      <p:sp>
        <p:nvSpPr>
          <p:cNvPr id="3" name="Fit"/>
          <p:cNvSpPr txBox="1"/>
          <p:nvPr/>
        </p:nvSpPr>
        <p:spPr>
          <a:xfrm>
            <a:off x="200000" y="700000"/>
            <a:ext cx="4572000" cy="25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  <a:p>
            <a:pPr>
              <a:lnSpc>
                <a:spcPct val="80000"/>
              </a:lnSpc>
            </a:pPr>
            <a:r>
              <a:rPr lang="en-GB" sz="2000"/>
              <a:t>Proficient in more than one language and able to convey meaning accurately between two parties without adding or omitting anything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">
  <a:themeElements>
    <a:clrScheme name="prob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rob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