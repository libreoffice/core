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Inher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Layout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Gradient">
    <p:bg>
      <p:bgRef idx="1002">
        <a:schemeClr val="accen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Layout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Master title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>
        <a:defRPr sz="2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Master background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Layout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gRef">
  <a:themeElements>
    <a:clrScheme name="BgRef">
      <a:dk1>
        <a:srgbClr val="921F07"/>
      </a:dk1>
      <a:lt1>
        <a:sysClr val="window" lastClr="FFFFFF"/>
      </a:lt1>
      <a:dk2>
        <a:srgbClr val="333333"/>
      </a:dk2>
      <a:lt2>
        <a:srgbClr val="E5E5D3"/>
      </a:lt2>
      <a:accent1>
        <a:srgbClr val="1F6FC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gRef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gRef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shade val="30000"/>
              </a:schemeClr>
            </a:gs>
          </a:gsLst>
          <a:lin ang="5400000" scaled="0"/>
        </a:gradFill>
        <a:solidFill>
          <a:schemeClr val="phClr">
            <a:tint val="20000"/>
          </a:schemeClr>
        </a:solidFill>
      </a:bgFillStyleLst>
    </a:fmtScheme>
  </a:themeElements>
</a:theme>
</file>