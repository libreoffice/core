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wmf" ContentType="image/x-wmf"/>
  <Override PartName="/ppt/media/image2.wmf" ContentType="image/x-wmf"/>
  <Override PartName="/ppt/media/image3.png" ContentType="image/png"/>
  <Override PartName="/ppt/media/image4.svg" ContentType="image/sv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A74D47-8683-4AF6-839E-72732BB04B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64B9D82-E12A-4C75-8E3B-8EDC53659A9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ption"/>
          <p:cNvSpPr txBox="1"/>
          <p:nvPr/>
        </p:nvSpPr>
        <p:spPr>
          <a:xfrm>
            <a:off x="360000" y="144000"/>
            <a:ext cx="7200000" cy="3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Vector pictures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wmf" descr=""/>
          <p:cNvPicPr/>
          <p:nvPr/>
        </p:nvPicPr>
        <p:blipFill>
          <a:blip r:embed="rId1"/>
          <a:stretch/>
        </p:blipFill>
        <p:spPr>
          <a:xfrm>
            <a:off x="360000" y="648000"/>
            <a:ext cx="2880000" cy="2160000"/>
          </a:xfrm>
          <a:prstGeom prst="rect">
            <a:avLst/>
          </a:prstGeom>
          <a:ln w="0">
            <a:noFill/>
          </a:ln>
        </p:spPr>
      </p:pic>
      <p:pic>
        <p:nvPicPr>
          <p:cNvPr id="9" name="emf" descr=""/>
          <p:cNvPicPr/>
          <p:nvPr/>
        </p:nvPicPr>
        <p:blipFill>
          <a:blip r:embed="rId2"/>
          <a:stretch/>
        </p:blipFill>
        <p:spPr>
          <a:xfrm>
            <a:off x="3600000" y="648000"/>
            <a:ext cx="2880000" cy="2160000"/>
          </a:xfrm>
          <a:prstGeom prst="rect">
            <a:avLst/>
          </a:prstGeom>
          <a:ln w="0">
            <a:noFill/>
          </a:ln>
        </p:spPr>
      </p:pic>
      <p:pic>
        <p:nvPicPr>
          <p:cNvPr id="10" name="svg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0000" y="3024000"/>
            <a:ext cx="2880000" cy="14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