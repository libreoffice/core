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7ABE3-0B81-4D04-AD32-EFA47555EF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4C3B4B-7ED3-4ABB-A9DF-C7BD915FAD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  <p:sp>
        <p:nvSpPr>
          <p:cNvPr id="91" name="LayoutStrapline"/>
          <p:cNvSpPr txBox="1"/>
          <p:nvPr/>
        </p:nvSpPr>
        <p:spPr>
          <a:xfrm>
            <a:off x="457200" y="4200000"/>
            <a:ext cx="3000000" cy="3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wrap="none">
            <a:noAutofit/>
          </a:bodyPr>
          <a:lstStyle/>
          <a:p>
            <a:pPr algn="l"/>
            <a:r>
              <a:rPr lang="en-GB" sz="1400" spc="-1" strike="noStrike">
                <a:solidFill>
                  <a:srgbClr val="000000"/>
                </a:solidFill>
                <a:latin typeface="Liberation Sans"/>
              </a:rPr>
              <a:t>Layout strapline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9725C28-6595-42A4-9510-EB35E06FAA1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MasterStrapline"/>
          <p:cNvSpPr txBox="1"/>
          <p:nvPr/>
        </p:nvSpPr>
        <p:spPr>
          <a:xfrm>
            <a:off x="457200" y="4800600"/>
            <a:ext cx="3000000" cy="3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wrap="none">
            <a:noAutofit/>
          </a:bodyPr>
          <a:lstStyle/>
          <a:p>
            <a:pPr algn="l"/>
            <a:r>
              <a:rPr lang="en-GB" sz="1400" spc="-1" strike="noStrike">
                <a:solidFill>
                  <a:srgbClr val="000000"/>
                </a:solidFill>
                <a:latin typeface="Liberation Sans"/>
              </a:rPr>
              <a:t>Master strapline</a:t>
            </a: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Paperless: slide 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1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Body text on the first slide.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Paperless: slide two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