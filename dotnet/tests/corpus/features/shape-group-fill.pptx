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Slide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8" Type="http://schemas.openxmlformats.org/officeDocument/2006/relationships/presProps" Target="presProps.xml"/>
<Relationship Id="rIdSlide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FilledGroup"/>
          <p:cNvGrpSpPr/>
          <p:nvPr/>
        </p:nvGrpSpPr>
        <p:grpSpPr>
          <a:xfrm>
            <a:off x="914400" y="914400"/>
            <a:ext cx="3657600" cy="914400"/>
            <a:chOff x="914400" y="914400"/>
            <a:chExt cx="3657600" cy="914400"/>
          </a:xfrm>
          <a:solidFill>
            <a:srgbClr val="C00000"/>
          </a:solidFill>
        </p:grpSpPr>
        <p:sp>
          <p:nvSpPr>
            <p:cNvPr id="21" name="InheritsGroupFill"/>
            <p:cNvSpPr/>
            <p:nvPr/>
          </p:nvSpPr>
          <p:spPr>
            <a:xfrm>
              <a:off x="914400" y="914400"/>
              <a:ext cx="914400" cy="914400"/>
            </a:xfrm>
            <a:prstGeom prst="rect">
              <a:avLst/>
            </a:prstGeom>
            <a:grpFill/>
            <a:ln w="0">
              <a:noFill/>
            </a:ln>
          </p:spPr>
          <p:txBody>
            <a:bodyPr/>
            <a:p>
              <a:endParaRPr lang="en-GB"/>
            </a:p>
          </p:txBody>
        </p:sp>
        <p:sp>
          <p:nvSpPr>
            <p:cNvPr id="22" name="StatesOwnFill"/>
            <p:cNvSpPr/>
            <p:nvPr/>
          </p:nvSpPr>
          <p:spPr>
            <a:xfrm>
              <a:off x="2286000" y="914400"/>
              <a:ext cx="914400" cy="914400"/>
            </a:xfrm>
            <a:prstGeom prst="rect">
              <a:avLst/>
            </a:prstGeom>
            <a:solidFill>
              <a:srgbClr val="0000C0"/>
            </a:solidFill>
            <a:ln w="0">
              <a:noFill/>
            </a:ln>
          </p:spPr>
          <p:txBody>
            <a:bodyPr/>
            <a:p>
              <a:endParaRPr lang="en-GB"/>
            </a:p>
          </p:txBody>
        </p:sp>
        <p:sp>
          <p:nvSpPr>
            <p:cNvPr id="23" name="StatesNoFill"/>
            <p:cNvSpPr/>
            <p:nvPr/>
          </p:nvSpPr>
          <p:spPr>
            <a:xfrm>
              <a:off x="3657600" y="914400"/>
              <a:ext cx="914400" cy="914400"/>
            </a:xfrm>
            <a:prstGeom prst="rect">
              <a:avLst/>
            </a:prstGeom>
            <a:noFill/>
            <a:ln w="0">
              <a:noFill/>
            </a:ln>
          </p:spPr>
          <p:txBody>
            <a:bodyPr/>
            <a:p>
              <a:endParaRPr lang="en-GB"/>
            </a:p>
          </p:txBody>
        </p:sp>
      </p:grpSp>
      <p:sp>
        <p:nvSpPr>
          <p:cNvPr id="24" name="GroupFillWithNoGroup"/>
          <p:cNvSpPr/>
          <p:nvPr/>
        </p:nvSpPr>
        <p:spPr>
          <a:xfrm>
            <a:off x="5029200" y="914400"/>
            <a:ext cx="914400" cy="914400"/>
          </a:xfrm>
          <a:prstGeom prst="rect">
            <a:avLst/>
          </a:prstGeom>
          <a:grpFill/>
          <a:ln w="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2026-01-02T03:04:05Z</dcterms:created>
  <dc:creator>Ada Lovelace</dc:creator>
  <dc:description/>
  <dc:language>en-US</dc:language>
  <cp:lastModifiedBy/>
  <cp:revision>0</cp:revision>
  <dc:subject/>
  <dc:title>Paperless feature deck</dc:title>
</cp:coreProperties>
</file>