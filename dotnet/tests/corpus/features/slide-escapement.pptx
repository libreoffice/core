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in"/>
          <p:cNvSpPr txBox="1"/>
          <p:nvPr/>
        </p:nvSpPr>
        <p:spPr>
          <a:xfrm>
            <a:off x="914400" y="914400"/>
            <a:ext cx="6858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Arial"/>
              </a:rPr>
              <a:t>5</a:t>
            </a:r>
            <a:r>
              <a:rPr lang="en-GB" sz="2400" dirty="0">
                <a:solidFill>
                  <a:srgbClr val="000000"/>
                </a:solidFill>
                <a:latin typeface="Arial"/>
              </a:rPr>
              <a:t>th</a:t>
            </a:r>
            <a:r>
              <a:rPr lang="en-GB" sz="2400" dirty="0">
                <a:solidFill>
                  <a:srgbClr val="000000"/>
                </a:solidFill>
                <a:latin typeface="Arial"/>
              </a:rPr>
              <a:t> March</a:t>
            </a:r>
          </a:p>
        </p:txBody>
      </p:sp>
      <p:sp>
        <p:nvSpPr>
          <p:cNvPr id="11" name="Superscript"/>
          <p:cNvSpPr txBox="1"/>
          <p:nvPr/>
        </p:nvSpPr>
        <p:spPr>
          <a:xfrm>
            <a:off x="914400" y="2057400"/>
            <a:ext cx="6858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Arial"/>
              </a:rPr>
              <a:t>5</a:t>
            </a:r>
            <a:r>
              <a:rPr lang="en-GB" sz="2400" baseline="30000" dirty="0">
                <a:solidFill>
                  <a:srgbClr val="000000"/>
                </a:solidFill>
                <a:latin typeface="Arial"/>
              </a:rPr>
              <a:t>th</a:t>
            </a:r>
            <a:r>
              <a:rPr lang="en-GB" sz="2400" dirty="0">
                <a:solidFill>
                  <a:srgbClr val="000000"/>
                </a:solidFill>
                <a:latin typeface="Arial"/>
              </a:rPr>
              <a:t> March</a:t>
            </a:r>
          </a:p>
        </p:txBody>
      </p:sp>
      <p:sp>
        <p:nvSpPr>
          <p:cNvPr id="12" name="Subscript"/>
          <p:cNvSpPr txBox="1"/>
          <p:nvPr/>
        </p:nvSpPr>
        <p:spPr>
          <a:xfrm>
            <a:off x="914400" y="3200400"/>
            <a:ext cx="6858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Arial"/>
              </a:rPr>
              <a:t>H</a:t>
            </a:r>
            <a:r>
              <a:rPr lang="en-GB" sz="2400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Arial"/>
              </a:rPr>
              <a:t>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