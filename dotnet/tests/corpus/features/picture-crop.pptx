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image" Target="../media/image1.png"/>
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ropped"/>
          <p:cNvPicPr/>
          <p:nvPr/>
        </p:nvPicPr>
        <p:blipFill>
          <a:blip r:embed="rId1"/>
          <a:srcRect l="10000" t="20000" r="30000" b="40000"/>
          <a:stretch>
            <a:fillRect/>
          </a:stretch>
        </p:blipFill>
        <p:spPr>
          <a:xfrm>
            <a:off x="914400" y="9144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4472C4"/>
      </a:accent2>
      <a:accent3>
        <a:srgbClr val="4472C4"/>
      </a:accent3>
      <a:accent4>
        <a:srgbClr val="4472C4"/>
      </a:accent4>
      <a:accent5>
        <a:srgbClr val="4472C4"/>
      </a:accent5>
      <a:accent6>
        <a:srgbClr val="4472C4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