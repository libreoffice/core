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PlainA"/>
          <p:cNvSpPr txBox="1"/>
          <p:nvPr/>
        </p:nvSpPr>
        <p:spPr>
          <a:xfrm>
            <a:off x="400000" y="300000"/>
            <a:ext cx="7500000" cy="12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GB" sz="2000"/>
              <a:t>Aone</a:t>
            </a:r>
          </a:p>
          <a:p>
            <a:r>
              <a:rPr lang="en-GB" sz="2000"/>
              <a:t>Atwo</a:t>
            </a:r>
          </a:p>
        </p:txBody>
      </p:sp>
      <p:sp>
        <p:nvSpPr>
          <p:cNvPr id="3" name="BreakB"/>
          <p:cNvSpPr txBox="1"/>
          <p:nvPr/>
        </p:nvSpPr>
        <p:spPr>
          <a:xfrm>
            <a:off x="400000" y="1700000"/>
            <a:ext cx="7500000" cy="12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GB" sz="2000"/>
              <a:t>Bone</a:t>
            </a:r>
            <a:br>
              <a:rPr lang="en-GB" sz="2000"/>
            </a:br>
          </a:p>
          <a:p>
            <a:r>
              <a:rPr lang="en-GB" sz="2000"/>
              <a:t>Btwo</a:t>
            </a:r>
          </a:p>
        </p:txBody>
      </p:sp>
      <p:sp>
        <p:nvSpPr>
          <p:cNvPr id="4" name="EmptyC"/>
          <p:cNvSpPr txBox="1"/>
          <p:nvPr/>
        </p:nvSpPr>
        <p:spPr>
          <a:xfrm>
            <a:off x="400000" y="3100000"/>
            <a:ext cx="7500000" cy="12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GB" sz="2000"/>
              <a:t>Cone</a:t>
            </a:r>
          </a:p>
          <a:p/>
          <a:p>
            <a:r>
              <a:rPr lang="en-GB" sz="2000"/>
              <a:t>Ctwo</a:t>
            </a:r>
          </a:p>
        </p:txBody>
      </p:sp>
      <p:sp>
        <p:nvSpPr>
          <p:cNvPr id="5" name="MidD"/>
          <p:cNvSpPr txBox="1"/>
          <p:nvPr/>
        </p:nvSpPr>
        <p:spPr>
          <a:xfrm>
            <a:off x="400000" y="4500000"/>
            <a:ext cx="7500000" cy="12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GB" sz="2000"/>
              <a:t>Done</a:t>
            </a:r>
            <a:br>
              <a:rPr lang="en-GB" sz="2000"/>
            </a:br>
            <a:r>
              <a:rPr lang="en-GB" sz="2000"/>
              <a:t>Dmid</a:t>
            </a:r>
          </a:p>
          <a:p>
            <a:r>
              <a:rPr lang="en-GB" sz="2000"/>
              <a:t>Dtwo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be">
  <a:themeElements>
    <a:clrScheme name="prob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robe">
      <a:majorFont>
        <a:latin typeface="Liberation Sans"/>
        <a:ea typeface=""/>
        <a:cs typeface=""/>
      </a:majorFont>
      <a:minorFont>
        <a:latin typeface="Liberation Sans"/>
        <a:ea typeface=""/>
        <a:cs typeface=""/>
      </a:minorFont>
    </a:fontScheme>
    <a:fmtScheme name="prob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