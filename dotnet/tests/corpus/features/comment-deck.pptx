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_rels/presentation.xml.rels" ContentType="application/vnd.openxmlformats-package.relationships+xml"/>
  <Override PartName="/ppt/comments/comment1.xml" ContentType="application/vnd.openxmlformats-officedocument.presentationml.comments+xml"/>
  <Override PartName="/ppt/commentAuthors.xml" ContentType="application/vnd.openxmlformats-officedocument.presentationml.commentAuthor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commentAuthors.xml><?xml version="1.0" encoding="utf-8"?>
<p:cmAuthorLst xmlns:p="http://schemas.openxmlformats.org/presentationml/2006/main">
  <p:cmAuthor id="1" name="Grace Hopper" initials="GH" lastIdx="1" clrIdx="1"/>
  <p:cmAuthor id="0" name="Ada Lovelace" initials="A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<Relationship Id="rId6" Type="http://schemas.openxmlformats.org/officeDocument/2006/relationships/commentAuthors" Target="commentAuthors.xml"/>
</Relationships>
</file>

<file path=ppt/comments/comment1.xml><?xml version="1.0" encoding="utf-8"?>
<p:cmLst xmlns:p="http://schemas.openxmlformats.org/presentationml/2006/main">
  <p:cm authorId="0" dt="2026-07-31T09:15:00.000000000" idx="1">
    <p:pos x="227" y="227"/>
    <p:text>Tighten this heading before the review.
Second paragraph of the same comment.</p:text>
  </p:cm>
  <p:cm authorId="1" dt="2026-07-31T11:45:00.000000000" idx="1">
    <p:pos x="227" y="1361"/>
    <p:text>Agreed, and the second reviewer says so here.</p:text>
  </p:cm>
</p:cmLst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F3EAD0-3C44-441E-8CFE-3EA53A4B3B8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5E393D-35F7-4FB3-ADCC-9C462EA8E56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A3EBB5B-BD06-4D94-9369-A8A83570C93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omments" Target="../comments/commen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 slide that has been commented 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 slide with no comment at all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Ada Lovelace</dc:creator>
  <dc:description/>
  <dc:language>en-US</dc:language>
  <cp:lastModifiedBy/>
  <cp:revision>0</cp:revision>
  <dc:subject/>
  <dc:title>Paperless comment deck</dc:title>
</cp:coreProperties>
</file>