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  <p:sldId id="257" r:id="rId3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uotoned"/>
          <p:cNvPicPr/>
          <p:nvPr/>
        </p:nvPicPr>
        <p:blipFill>
          <a:blip r:embed="rId2">
            <a:duotone>
              <a:srgbClr val="112255"/>
              <a:srgbClr val="EEDDAA"/>
            </a:duotone>
          </a:blip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pic>
        <p:nvPicPr>
          <p:cNvPr id="3" name="Plain"/>
          <p:cNvPicPr/>
          <p:nvPr/>
        </p:nvPicPr>
        <p:blipFill>
          <a:blip r:embed="rId2"/>
          <a:stretch>
            <a:fillRect/>
          </a:stretch>
        </p:blipFill>
        <p:spPr>
          <a:xfrm>
            <a:off x="4572000" y="0"/>
            <a:ext cx="457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lf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blipFill>
            <a:blip r:embed="rId2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/>
        </p:txBody>
      </p:sp>
      <p:sp>
        <p:nvSpPr>
          <p:cNvPr id="3" name="Opaque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uo">
  <a:themeElements>
    <a:clrScheme name="Duo">
      <a:dk1>
        <a:srgbClr val="000000"/>
      </a:dk1>
      <a:lt1>
        <a:srgbClr val="FFFFFF"/>
      </a:lt1>
      <a:dk2>
        <a:srgbClr val="112255"/>
      </a:dk2>
      <a:lt2>
        <a:srgbClr val="EEDDAA"/>
      </a:lt2>
      <a:accent1>
        <a:srgbClr val="1F6FC4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u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u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