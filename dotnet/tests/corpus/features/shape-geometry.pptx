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  <p:sldId id="257" r:id="rIdSlide2"/>
    <p:sldId id="258" r:id="rIdSlide3"/>
    <p:sldId id="259" r:id="rIdSlide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inRect"/>
          <p:cNvSpPr/>
          <p:nvPr/>
        </p:nvSpPr>
        <p:spPr>
          <a:xfrm>
            <a:off x="914400" y="457200"/>
            <a:ext cx="1828800" cy="91440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1" name="ThemedRect"/>
          <p:cNvSpPr/>
          <p:nvPr/>
        </p:nvSpPr>
        <p:spPr>
          <a:xfrm>
            <a:off x="3657600" y="457200"/>
            <a:ext cx="914400" cy="9144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000000"/>
            </a:solidFill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2" name="TintedRect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3" name="OutlinedRect"/>
          <p:cNvSpPr/>
          <p:nvPr/>
        </p:nvSpPr>
        <p:spPr>
          <a:xfrm>
            <a:off x="3657600" y="2286000"/>
            <a:ext cx="1828800" cy="9144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4" name="RotatedRect"/>
          <p:cNvSpPr/>
          <p:nvPr/>
        </p:nvSpPr>
        <p:spPr>
          <a:xfrm rot="1800000">
            <a:off x="914400" y="4114800"/>
            <a:ext cx="1828800" cy="91440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"/>
          <p:cNvGrpSpPr/>
          <p:nvPr/>
        </p:nvGrpSpPr>
        <p:grpSpPr>
          <a:xfrm>
            <a:off x="914400" y="914400"/>
            <a:ext cx="3657600" cy="1828800"/>
            <a:chOff x="0" y="0"/>
            <a:chExt cx="1828800" cy="914400"/>
          </a:xfrm>
        </p:grpSpPr>
        <p:sp>
          <p:nvSpPr>
            <p:cNvPr id="21" name="GroupChildA"/>
            <p:cNvSpPr/>
            <p:nvPr/>
          </p:nvSpPr>
          <p:spPr>
            <a:xfrm>
              <a:off x="0" y="0"/>
              <a:ext cx="914400" cy="45720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0" rIns="0" tIns="0" bIns="0" anchor="t">
              <a:noAutofit/>
            </a:bodyPr>
            <a:p>
              <a:endParaRPr lang="en-GB"/>
            </a:p>
          </p:txBody>
        </p:sp>
        <p:sp>
          <p:nvSpPr>
            <p:cNvPr id="22" name="GroupChildB"/>
            <p:cNvSpPr/>
            <p:nvPr/>
          </p:nvSpPr>
          <p:spPr>
            <a:xfrm>
              <a:off x="914400" y="457200"/>
              <a:ext cx="914400" cy="45720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0" rIns="0" tIns="0" bIns="0" anchor="t">
              <a:noAutofit/>
            </a:bodyPr>
            <a:p>
              <a:endParaRPr lang="en-GB"/>
            </a:p>
          </p:txBody>
        </p:sp>
      </p:grpSp>
      <p:sp>
        <p:nvSpPr>
          <p:cNvPr id="23" name="Outside"/>
          <p:cNvSpPr/>
          <p:nvPr/>
        </p:nvSpPr>
        <p:spPr>
          <a:xfrm>
            <a:off x="914400" y="3657600"/>
            <a:ext cx="1828800" cy="9144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opLeftText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r>
              <a:rPr lang="en-GB" sz="1800" b="0" i="0" spc="-1" strike="noStrike">
                <a:solidFill>
                  <a:srgbClr val="000000"/>
                </a:solidFill>
                <a:latin typeface="Liberation Sans"/>
              </a:rPr>
              <a:t>Anchored top left</a:t>
            </a:r>
          </a:p>
        </p:txBody>
      </p:sp>
      <p:sp>
        <p:nvSpPr>
          <p:cNvPr id="31" name="InsetText"/>
          <p:cNvSpPr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r>
              <a:rPr lang="en-GB" sz="1800" b="0" i="0" spc="-1" strike="noStrike">
                <a:solidFill>
                  <a:srgbClr val="000000"/>
                </a:solidFill>
                <a:latin typeface="Liberation Sans"/>
              </a:rPr>
              <a:t>Inset by the defaults</a:t>
            </a:r>
          </a:p>
        </p:txBody>
      </p:sp>
      <p:sp>
        <p:nvSpPr>
          <p:cNvPr id="32" name="CentredText"/>
          <p:cNvSpPr/>
          <p:nvPr/>
        </p:nvSpPr>
        <p:spPr>
          <a:xfrm>
            <a:off x="5029200" y="914400"/>
            <a:ext cx="1828800" cy="914400"/>
          </a:xfrm>
          <a:prstGeom prst="rect">
            <a:avLst/>
          </a:prstGeom>
          <a:solidFill>
            <a:srgbClr val="E2EF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lang="en-GB" sz="1800" b="0" i="0" spc="-1" strike="noStrike">
                <a:solidFill>
                  <a:srgbClr val="000000"/>
                </a:solidFill>
                <a:latin typeface="Liberation Sans"/>
              </a:rPr>
              <a:t>Centred</a:t>
            </a:r>
          </a:p>
        </p:txBody>
      </p:sp>
      <p:sp>
        <p:nvSpPr>
          <p:cNvPr id="33" name="MiddleAnchored"/>
          <p:cNvSpPr/>
          <p:nvPr/>
        </p:nvSpPr>
        <p:spPr>
          <a:xfrm>
            <a:off x="5029200" y="2743200"/>
            <a:ext cx="1828800" cy="914400"/>
          </a:xfrm>
          <a:prstGeom prst="rect">
            <a:avLst/>
          </a:prstGeom>
          <a:solidFill>
            <a:srgbClr val="FCE4D6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GB" sz="1800" b="0" i="0" spc="-1" strike="noStrike">
                <a:solidFill>
                  <a:srgbClr val="000000"/>
                </a:solidFill>
                <a:latin typeface="Liberation Sans"/>
              </a:rPr>
              <a:t>Middle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riangle"/>
          <p:cNvSpPr/>
          <p:nvPr/>
        </p:nvSpPr>
        <p:spPr>
          <a:xfrm>
            <a:off x="914400" y="914400"/>
            <a:ext cx="1828800" cy="914400"/>
          </a:xfrm>
          <a:prstGeom prst="rtTriangle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41" name="TriangleFlipH"/>
          <p:cNvSpPr/>
          <p:nvPr/>
        </p:nvSpPr>
        <p:spPr>
          <a:xfrm flipH="1">
            <a:off x="3657600" y="914400"/>
            <a:ext cx="1828800" cy="914400"/>
          </a:xfrm>
          <a:prstGeom prst="rtTriangle">
            <a:avLst/>
          </a:prstGeom>
          <a:solidFill>
            <a:srgbClr val="00B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42" name="TriangleFlipV"/>
          <p:cNvSpPr/>
          <p:nvPr/>
        </p:nvSpPr>
        <p:spPr>
          <a:xfrm flipV="1">
            <a:off x="914400" y="2743200"/>
            <a:ext cx="1828800" cy="914400"/>
          </a:xfrm>
          <a:prstGeom prst="rtTriangle">
            <a:avLst/>
          </a:prstGeom>
          <a:solidFill>
            <a:srgbClr val="007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43" name="TriangleFlipRot"/>
          <p:cNvSpPr/>
          <p:nvPr/>
        </p:nvSpPr>
        <p:spPr>
          <a:xfrm rot="5400000" flipH="1">
            <a:off x="3657600" y="2743200"/>
            <a:ext cx="1828800" cy="914400"/>
          </a:xfrm>
          <a:prstGeom prst="rtTriangle">
            <a:avLst/>
          </a:prstGeom>
          <a:solidFill>
            <a:srgbClr val="703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