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Slide1"/>
    <p:sldId id="257" r:id="rIdSlide2"/>
    <p:sldId id="258" r:id="rIdSlide3"/>
    <p:sldId id="259" r:id="rIdSlide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8" Type="http://schemas.openxmlformats.org/officeDocument/2006/relationships/presProps" Target="presProps.xml"/>
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xagon"/>
          <p:cNvSpPr/>
          <p:nvPr/>
        </p:nvSpPr>
        <p:spPr>
          <a:xfrm>
            <a:off x="914400" y="914400"/>
            <a:ext cx="1371600" cy="914400"/>
          </a:xfrm>
          <a:prstGeom prst="hexagon">
            <a:avLst/>
          </a:prstGeom>
          <a:solidFill>
            <a:srgbClr val="C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11" name="Pentagon"/>
          <p:cNvSpPr/>
          <p:nvPr/>
        </p:nvSpPr>
        <p:spPr>
          <a:xfrm>
            <a:off x="2743200" y="914400"/>
            <a:ext cx="1371600" cy="914400"/>
          </a:xfrm>
          <a:prstGeom prst="pentagon">
            <a:avLst/>
          </a:prstGeom>
          <a:solidFill>
            <a:srgbClr val="C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12" name="Chevron"/>
          <p:cNvSpPr/>
          <p:nvPr/>
        </p:nvSpPr>
        <p:spPr>
          <a:xfrm>
            <a:off x="4572000" y="914400"/>
            <a:ext cx="1371600" cy="914400"/>
          </a:xfrm>
          <a:prstGeom prst="chevron">
            <a:avLst/>
          </a:prstGeom>
          <a:solidFill>
            <a:srgbClr val="C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13" name="Parallelogram"/>
          <p:cNvSpPr/>
          <p:nvPr/>
        </p:nvSpPr>
        <p:spPr>
          <a:xfrm>
            <a:off x="914400" y="2743200"/>
            <a:ext cx="1371600" cy="914400"/>
          </a:xfrm>
          <a:prstGeom prst="parallelogram">
            <a:avLst/>
          </a:prstGeom>
          <a:solidFill>
            <a:srgbClr val="C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14" name="Trapezoid"/>
          <p:cNvSpPr/>
          <p:nvPr/>
        </p:nvSpPr>
        <p:spPr>
          <a:xfrm>
            <a:off x="2743200" y="2743200"/>
            <a:ext cx="1371600" cy="914400"/>
          </a:xfrm>
          <a:prstGeom prst="trapezoid">
            <a:avLst/>
          </a:prstGeom>
          <a:solidFill>
            <a:srgbClr val="C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15" name="Plus"/>
          <p:cNvSpPr/>
          <p:nvPr/>
        </p:nvSpPr>
        <p:spPr>
          <a:xfrm>
            <a:off x="4572000" y="2743200"/>
            <a:ext cx="1371600" cy="914400"/>
          </a:xfrm>
          <a:prstGeom prst="plus">
            <a:avLst/>
          </a:prstGeom>
          <a:solidFill>
            <a:srgbClr val="C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Rect"/>
          <p:cNvSpPr/>
          <p:nvPr/>
        </p:nvSpPr>
        <p:spPr>
          <a:xfrm>
            <a:off x="914400" y="914400"/>
            <a:ext cx="1371600" cy="914400"/>
          </a:xfrm>
          <a:prstGeom prst="roundRect">
            <a:avLst>
              <a:gd name="adj" fmla="val 25000"/>
            </a:avLst>
          </a:prstGeom>
          <a:solidFill>
            <a:srgbClr val="4F81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21" name="Ellipse"/>
          <p:cNvSpPr/>
          <p:nvPr/>
        </p:nvSpPr>
        <p:spPr>
          <a:xfrm>
            <a:off x="2743200" y="914400"/>
            <a:ext cx="1371600" cy="914400"/>
          </a:xfrm>
          <a:prstGeom prst="ellipse">
            <a:avLst/>
          </a:prstGeom>
          <a:solidFill>
            <a:srgbClr val="4F81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22" name="Pie"/>
          <p:cNvSpPr/>
          <p:nvPr/>
        </p:nvSpPr>
        <p:spPr>
          <a:xfrm>
            <a:off x="4572000" y="914400"/>
            <a:ext cx="1371600" cy="914400"/>
          </a:xfrm>
          <a:prstGeom prst="pie">
            <a:avLst>
              <a:gd name="adj1" fmla="val 0"/>
              <a:gd name="adj2" fmla="val 14400000"/>
            </a:avLst>
          </a:prstGeom>
          <a:solidFill>
            <a:srgbClr val="4F81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23" name="Donut"/>
          <p:cNvSpPr/>
          <p:nvPr/>
        </p:nvSpPr>
        <p:spPr>
          <a:xfrm>
            <a:off x="914400" y="2743200"/>
            <a:ext cx="1371600" cy="914400"/>
          </a:xfrm>
          <a:prstGeom prst="donut">
            <a:avLst>
              <a:gd name="adj" fmla="val 20000"/>
            </a:avLst>
          </a:prstGeom>
          <a:solidFill>
            <a:srgbClr val="4F81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24" name="Star5"/>
          <p:cNvSpPr/>
          <p:nvPr/>
        </p:nvSpPr>
        <p:spPr>
          <a:xfrm>
            <a:off x="2743200" y="2743200"/>
            <a:ext cx="1371600" cy="914400"/>
          </a:xfrm>
          <a:prstGeom prst="star5">
            <a:avLst/>
          </a:prstGeom>
          <a:solidFill>
            <a:srgbClr val="4F81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  <p:sp>
        <p:nvSpPr>
          <p:cNvPr id="25" name="Moon"/>
          <p:cNvSpPr/>
          <p:nvPr/>
        </p:nvSpPr>
        <p:spPr>
          <a:xfrm>
            <a:off x="4572000" y="2743200"/>
            <a:ext cx="1371600" cy="914400"/>
          </a:xfrm>
          <a:prstGeom prst="moon">
            <a:avLst/>
          </a:prstGeom>
          <a:solidFill>
            <a:srgbClr val="4F81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ArrowLine"/>
          <p:cNvCxnSpPr/>
          <p:nvPr/>
        </p:nvCxnSpPr>
        <p:spPr>
          <a:xfrm>
            <a:off x="914400" y="914400"/>
            <a:ext cx="5486400" cy="0"/>
          </a:xfrm>
          <a:prstGeom prst="line">
            <a:avLst/>
          </a:prstGeom>
          <a:ln w="38100">
            <a:solidFill>
              <a:srgbClr val="000000"/>
            </a:solidFill>
            <a:headEnd type="triangle" w="med" len="med"/>
            <a:tailEnd type="stealth" w="lg" len="lg"/>
          </a:ln>
        </p:spPr>
      </p:cxnSp>
      <p:cxnSp>
        <p:nvCxnSpPr>
          <p:cNvPr id="31" name="DashedLine"/>
          <p:cNvCxnSpPr/>
          <p:nvPr/>
        </p:nvCxnSpPr>
        <p:spPr>
          <a:xfrm>
            <a:off x="914400" y="1828800"/>
            <a:ext cx="5486400" cy="0"/>
          </a:xfrm>
          <a:prstGeom prst="line">
            <a:avLst/>
          </a:prstGeom>
          <a:ln w="38100">
            <a:solidFill>
              <a:srgbClr val="1F497D"/>
            </a:solidFill>
            <a:prstDash val="dash"/>
          </a:ln>
        </p:spPr>
      </p:cxnSp>
      <p:cxnSp>
        <p:nvCxnSpPr>
          <p:cNvPr id="32" name="SysDashLine"/>
          <p:cNvCxnSpPr/>
          <p:nvPr/>
        </p:nvCxnSpPr>
        <p:spPr>
          <a:xfrm>
            <a:off x="914400" y="2743200"/>
            <a:ext cx="5486400" cy="0"/>
          </a:xfrm>
          <a:prstGeom prst="line">
            <a:avLst/>
          </a:prstGeom>
          <a:ln w="25400">
            <a:solidFill>
              <a:srgbClr val="008000"/>
            </a:solidFill>
            <a:prstDash val="sysDashDot"/>
          </a:ln>
        </p:spPr>
      </p:cxnSp>
      <p:sp>
        <p:nvSpPr>
          <p:cNvPr id="33" name="DashedBox"/>
          <p:cNvSpPr/>
          <p:nvPr/>
        </p:nvSpPr>
        <p:spPr>
          <a:xfrm>
            <a:off x="914400" y="3657600"/>
            <a:ext cx="2743200" cy="914400"/>
          </a:xfrm>
          <a:prstGeom prst="rect">
            <a:avLst/>
          </a:prstGeom>
          <a:noFill/>
          <a:ln w="19050">
            <a:solidFill>
              <a:srgbClr val="C00000"/>
            </a:solidFill>
            <a:prstDash val="lgDashDot"/>
          </a:ln>
        </p:spPr>
        <p:txBody>
          <a:bodyPr lIns="0" rIns="0" tIns="0" bIns="0" anchor="t">
            <a:noAutofit/>
          </a:bodyPr>
          <a:p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NumberedList"/>
          <p:cNvSpPr/>
          <p:nvPr/>
        </p:nvSpPr>
        <p:spPr>
          <a:xfrm>
            <a:off x="914400" y="914400"/>
            <a:ext cx="5486400" cy="3657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lvl="0" marL="216000" indent="-216000">
              <a:buFont typeface="Arial"/>
              <a:buAutoNum type="arabicPeriod"/>
            </a:pPr>
            <a:r>
              <a:rPr lang="en-GB" sz="1800" b="0" strike="noStrike">
                <a:solidFill>
                  <a:srgbClr val="000000"/>
                </a:solidFill>
                <a:latin typeface="Arial"/>
              </a:rPr>
              <a:t>Outer one</a:t>
            </a:r>
          </a:p>
          <a:p>
            <a:pPr lvl="1" marL="432000" indent="-216000">
              <a:buFont typeface="Arial"/>
              <a:buAutoNum type="alphaLcParenR"/>
            </a:pPr>
            <a:r>
              <a:rPr lang="en-GB" sz="1800" b="0" strike="noStrike">
                <a:solidFill>
                  <a:srgbClr val="000000"/>
                </a:solidFill>
                <a:latin typeface="Arial"/>
              </a:rPr>
              <a:t>Inner a</a:t>
            </a:r>
          </a:p>
          <a:p>
            <a:pPr lvl="1" marL="432000" indent="-216000">
              <a:buFont typeface="Arial"/>
              <a:buAutoNum type="alphaLcParenR"/>
            </a:pPr>
            <a:r>
              <a:rPr lang="en-GB" sz="1800" b="0" strike="noStrike">
                <a:solidFill>
                  <a:srgbClr val="000000"/>
                </a:solidFill>
                <a:latin typeface="Arial"/>
              </a:rPr>
              <a:t>Inner b</a:t>
            </a:r>
          </a:p>
          <a:p>
            <a:pPr lvl="0" marL="216000" indent="-216000">
              <a:buFont typeface="Arial"/>
              <a:buAutoNum type="arabicPeriod"/>
            </a:pPr>
            <a:r>
              <a:rPr lang="en-GB" sz="1800" b="0" strike="noStrike">
                <a:solidFill>
                  <a:srgbClr val="000000"/>
                </a:solidFill>
                <a:latin typeface="Arial"/>
              </a:rPr>
              <a:t>Outer two</a:t>
            </a:r>
          </a:p>
          <a:p>
            <a:pPr lvl="1" marL="432000" indent="-216000">
              <a:buFont typeface="Arial"/>
              <a:buAutoNum type="alphaLcParenR"/>
            </a:pPr>
            <a:r>
              <a:rPr lang="en-GB" sz="1800" b="0" strike="noStrike">
                <a:solidFill>
                  <a:srgbClr val="000000"/>
                </a:solidFill>
                <a:latin typeface="Arial"/>
              </a:rPr>
              <a:t>Inner a again</a:t>
            </a:r>
          </a:p>
          <a:p>
            <a:pPr lvl="0" marL="216000" indent="-216000">
              <a:buFont typeface="Arial"/>
              <a:buAutoNum type="arabicPeriod"/>
            </a:pPr>
            <a:r>
              <a:rPr lang="en-GB" sz="1800" b="0" strike="noStrike">
                <a:solidFill>
                  <a:srgbClr val="000000"/>
                </a:solidFill>
                <a:latin typeface="Arial"/>
              </a:rPr>
              <a:t>Outer three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2026-01-02T03:04:05Z</dcterms:created>
  <dc:creator>Ada Lovelace</dc:creator>
  <dc:description/>
  <dc:language>en-US</dc:language>
  <cp:lastModifiedBy/>
  <cp:revision>0</cp:revision>
  <dc:subject/>
  <dc:title>Paperless feature deck</dc:title>
</cp:coreProperties>
</file>