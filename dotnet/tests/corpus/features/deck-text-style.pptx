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800">
          <a:solidFill>
            <a:srgbClr val="FF00FF"/>
          </a:solidFill>
        </a:defRPr>
      </a:lvl1pPr>
      <a:lvl2pPr>
        <a:defRPr sz="18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1"/>
          <p:cNvSpPr txBox="1"/>
          <p:nvPr/>
        </p:nvSpPr>
        <p:spPr>
          <a:xfrm>
            <a:off x="400000" y="400000"/>
            <a:ext cx="7000000" cy="500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noAutofit/>
          </a:bodyPr>
          <a:p>
            <a:r>
              <a:rPr lang="en-GB"/>
              <a:t>Case one</a:t>
            </a:r>
          </a:p>
        </p:txBody>
      </p:sp>
      <p:sp>
        <p:nvSpPr>
          <p:cNvPr id="3" name="Box2"/>
          <p:cNvSpPr txBox="1"/>
          <p:nvPr/>
        </p:nvSpPr>
        <p:spPr>
          <a:xfrm>
            <a:off x="400000" y="1100000"/>
            <a:ext cx="7000000" cy="500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noAutofit/>
          </a:bodyPr>
          <a:lstStyle>
            <a:lvl1pPr>
              <a:defRPr>
                <a:solidFill>
                  <a:srgbClr val="00B050"/>
                </a:solidFill>
              </a:defRPr>
            </a:lvl1pPr>
          </a:lstStyle>
          <a:p>
            <a:r>
              <a:rPr lang="en-GB"/>
              <a:t>Case two</a:t>
            </a:r>
          </a:p>
        </p:txBody>
      </p:sp>
      <p:sp>
        <p:nvSpPr>
          <p:cNvPr id="4" name="Box3"/>
          <p:cNvSpPr txBox="1"/>
          <p:nvPr/>
        </p:nvSpPr>
        <p:spPr>
          <a:xfrm>
            <a:off x="400000" y="1800000"/>
            <a:ext cx="7000000" cy="500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>
            <a:noAutofit/>
          </a:bodyPr>
          <a:p>
            <a:r>
              <a:rPr lang="en-GB"/>
              <a:t>Case three</a:t>
            </a:r>
          </a:p>
        </p:txBody>
      </p:sp>
      <p:sp>
        <p:nvSpPr>
          <p:cNvPr id="5" name="Box4"/>
          <p:cNvSpPr txBox="1"/>
          <p:nvPr/>
        </p:nvSpPr>
        <p:spPr>
          <a:xfrm>
            <a:off x="400000" y="2500000"/>
            <a:ext cx="7000000" cy="500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noAutofit/>
          </a:bodyPr>
          <a:p>
            <a:r>
              <a:rPr lang="en-GB">
                <a:solidFill>
                  <a:srgbClr val="FF7F00"/>
                </a:solidFill>
              </a:rPr>
              <a:t>Case four</a:t>
            </a:r>
          </a:p>
        </p:txBody>
      </p:sp>
      <p:sp>
        <p:nvSpPr>
          <p:cNvPr id="6" name="Box5"/>
          <p:cNvSpPr txBox="1"/>
          <p:nvPr/>
        </p:nvSpPr>
        <p:spPr>
          <a:xfrm>
            <a:off x="400000" y="3200000"/>
            <a:ext cx="7000000" cy="5000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>
              <a:lumMod val="75000"/>
            </a:schemeClr>
          </a:fontRef>
        </p:style>
        <p:txBody>
          <a:bodyPr wrap="none">
            <a:noAutofit/>
          </a:bodyPr>
          <a:p>
            <a:r>
              <a:rPr lang="en-GB"/>
              <a:t>Case five</a:t>
            </a:r>
          </a:p>
        </p:txBody>
      </p:sp>
      <p:sp>
        <p:nvSpPr>
          <p:cNvPr id="7" name="Box6"/>
          <p:cNvSpPr txBox="1"/>
          <p:nvPr/>
        </p:nvSpPr>
        <p:spPr>
          <a:xfrm>
            <a:off x="400000" y="3900000"/>
            <a:ext cx="7000000" cy="500000"/>
          </a:xfrm>
          <a:prstGeom prst="rect">
            <a:avLst/>
          </a:prstGeom>
          <a:noFill/>
        </p:spPr>
        <p:txBody>
          <a:bodyPr wrap="none">
            <a:noAutofit/>
          </a:bodyPr>
          <a:p>
            <a:r>
              <a:rPr lang="en-GB"/>
              <a:t>Case six</a:t>
            </a:r>
          </a:p>
        </p:txBody>
      </p:sp>
      <p:sp>
        <p:nvSpPr>
          <p:cNvPr id="9" name="Inherited"/>
          <p:cNvSpPr>
            <a:spLocks noGrp="1"/>
          </p:cNvSpPr>
          <p:nvPr>
            <p:ph type="body" idx="1"/>
          </p:nvPr>
        </p:nvSpPr>
        <p:spPr>
          <a:xfrm>
            <a:off x="400000" y="4600000"/>
            <a:ext cx="7000000" cy="500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buNone/>
            </a:pPr>
            <a:r>
              <a:rPr lang="en-GB"/>
              <a:t>Case seven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