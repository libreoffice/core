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100000">
              <a:srgbClr val="0000FF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100000">
              <a:srgbClr val="0000FF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100000">
              <a:srgbClr val="0000FF"/>
            </a:gs>
          </a:gsLst>
          <a:path path="circle">
            <a:fillToRect l="0" t="0" r="99000" b="99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100000">
              <a:srgbClr val="0000FF"/>
            </a:gs>
          </a:gsLst>
          <a:path path="circle">
            <a:fillToRect l="0" t="0" r="98000" b="98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c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