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89985-A084-4213-A6B2-AB38E96F2C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3C024-DCB0-4E72-B45E-C6A6EB5070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44AB99-F161-4BFC-ABFF-EB9F161E21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720000" y="720000"/>
            <a:ext cx="2880000" cy="180000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00ff"/>
              </a:gs>
            </a:gsLst>
            <a:lin ang="5400000"/>
          </a:gra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040000" y="720000"/>
            <a:ext cx="2880000" cy="18000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50000">
                <a:srgbClr val="008000"/>
              </a:gs>
              <a:gs pos="100000">
                <a:srgbClr val="ffff00"/>
              </a:gs>
            </a:gsLst>
            <a:lin ang="16200000"/>
          </a:gra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20000" y="3240000"/>
            <a:ext cx="2880000" cy="1800000"/>
          </a:xfrm>
          <a:prstGeom prst="rect">
            <a:avLst/>
          </a:prstGeom>
          <a:gradFill rotWithShape="0">
            <a:gsLst>
              <a:gs pos="0">
                <a:srgbClr val="101010"/>
              </a:gs>
              <a:gs pos="100000">
                <a:srgbClr val="00c0c0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040000" y="3240000"/>
            <a:ext cx="2880000" cy="1800000"/>
          </a:xfrm>
          <a:prstGeom prst="rect">
            <a:avLst/>
          </a:prstGeom>
          <a:blipFill rotWithShape="0">
            <a:blip r:embed="rId1"/>
            <a:tile tx="0" ty="0" sx="471698" sy="471698" algn="ctr"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440000" y="1080000"/>
            <a:ext cx="2880000" cy="21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