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Slide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8" Type="http://schemas.openxmlformats.org/officeDocument/2006/relationships/presProps" Target="presProps.xml"/>
<Relationship Id="rIdSlide1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paperless/colours/evaluated">
  <dgm:title val="Accents"/>
  <dgm:desc val=""/>
  <dgm:catLst/>
  <dgm:styleLbl name="node1">
    <dgm:fillClrLst meth="cycle">
      <a:schemeClr val="accent1"/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4000-8000-000000000000}" type="doc">
      <dgm:prSet/>
      <dgm:spPr/>
      <dgm:t>
        <a:bodyPr/>
        <a:lstStyle/>
        <a:p/>
      </dgm:t>
    </dgm:pt>
    <dgm:pt modelId="{aaaa0000-0000-4000-8000-000000000000}" type="pres">
      <dgm:prSet presAssocID="{00000000-0000-4000-8000-000000000000}" presName="root" presStyleCnt="0"/>
      <dgm:spPr/>
      <dgm:t>
        <a:bodyPr/>
        <a:lstStyle/>
        <a:p/>
      </dgm:t>
    </dgm:pt>
    <dgm:pt modelId="{11111111-0001-4000-8000-000000000000}">
      <dgm:prSet/>
      <dgm:spPr/>
      <dgm:t>
        <a:bodyPr/>
        <a:lstStyle/>
        <a:p>
          <a:r>
            <a:rPr lang="en-GB" sz="1400"/>
            <a:t>Alpha</a:t>
          </a:r>
        </a:p>
      </dgm:t>
    </dgm:pt>
    <dgm:pt modelId="{11111111-0002-4000-8000-000000000000}" type="parTrans" cxnId="{11111111-00c0-4000-8000-000000000000}">
      <dgm:prSet/>
      <dgm:spPr/>
      <dgm:t>
        <a:bodyPr/>
        <a:lstStyle/>
        <a:p/>
      </dgm:t>
    </dgm:pt>
    <dgm:pt modelId="{11111111-0003-4000-8000-000000000000}" type="sibTrans" cxnId="{11111111-00c0-4000-8000-000000000000}">
      <dgm:prSet/>
      <dgm:spPr/>
      <dgm:t>
        <a:bodyPr/>
        <a:lstStyle/>
        <a:p/>
      </dgm:t>
    </dgm:pt>
    <dgm:pt modelId="{11111111-0011-4000-8000-000000000000}" type="pres">
      <dgm:prSet presAssocID="{11111111-0001-4000-8000-000000000000}" presName="nodeComp" presStyleCnt="0"/>
      <dgm:spPr/>
      <dgm:t>
        <a:bodyPr/>
        <a:lstStyle/>
        <a:p/>
      </dgm:t>
    </dgm:pt>
    <dgm:pt modelId="{11111111-0012-4000-8000-000000000000}" type="pres">
      <dgm:prSet presAssocID="{11111111-0001-4000-8000-000000000000}" presName="box" presStyleLbl="node1" presStyleIdx="0" presStyleCnt="3"/>
      <dgm:spPr/>
      <dgm:t>
        <a:bodyPr/>
        <a:lstStyle/>
        <a:p/>
      </dgm:t>
    </dgm:pt>
    <dgm:pt modelId="{11111111-0013-4000-8000-000000000000}" type="pres">
      <dgm:prSet presAssocID="{11111111-0001-4000-8000-000000000000}" presName="label" presStyleLbl="node1" presStyleIdx="0" presStyleCnt="3"/>
      <dgm:spPr/>
      <dgm:t>
        <a:bodyPr/>
        <a:lstStyle/>
        <a:p/>
      </dgm:t>
    </dgm:pt>
    <dgm:pt modelId="{22222222-0001-4000-8000-000000000000}">
      <dgm:prSet/>
      <dgm:spPr/>
      <dgm:t>
        <a:bodyPr/>
        <a:lstStyle/>
        <a:p>
          <a:r>
            <a:rPr lang="en-GB" sz="1400"/>
            <a:t>Beta</a:t>
          </a:r>
        </a:p>
      </dgm:t>
    </dgm:pt>
    <dgm:pt modelId="{22222222-0002-4000-8000-000000000000}" type="parTrans" cxnId="{22222222-00c0-4000-8000-000000000000}">
      <dgm:prSet/>
      <dgm:spPr/>
      <dgm:t>
        <a:bodyPr/>
        <a:lstStyle/>
        <a:p/>
      </dgm:t>
    </dgm:pt>
    <dgm:pt modelId="{22222222-0003-4000-8000-000000000000}" type="sibTrans" cxnId="{22222222-00c0-4000-8000-000000000000}">
      <dgm:prSet/>
      <dgm:spPr/>
      <dgm:t>
        <a:bodyPr/>
        <a:lstStyle/>
        <a:p/>
      </dgm:t>
    </dgm:pt>
    <dgm:pt modelId="{22222222-0011-4000-8000-000000000000}" type="pres">
      <dgm:prSet presAssocID="{22222222-0001-4000-8000-000000000000}" presName="nodeComp" presStyleCnt="0"/>
      <dgm:spPr/>
      <dgm:t>
        <a:bodyPr/>
        <a:lstStyle/>
        <a:p/>
      </dgm:t>
    </dgm:pt>
    <dgm:pt modelId="{22222222-0012-4000-8000-000000000000}" type="pres">
      <dgm:prSet presAssocID="{22222222-0001-4000-8000-000000000000}" presName="box" presStyleLbl="node1" presStyleIdx="1" presStyleCnt="3"/>
      <dgm:spPr/>
      <dgm:t>
        <a:bodyPr/>
        <a:lstStyle/>
        <a:p/>
      </dgm:t>
    </dgm:pt>
    <dgm:pt modelId="{22222222-0013-4000-8000-000000000000}" type="pres">
      <dgm:prSet presAssocID="{22222222-0001-4000-8000-000000000000}" presName="label" presStyleLbl="node1" presStyleIdx="1" presStyleCnt="3"/>
      <dgm:spPr/>
      <dgm:t>
        <a:bodyPr/>
        <a:lstStyle/>
        <a:p/>
      </dgm:t>
    </dgm:pt>
    <dgm:pt modelId="{33333333-0001-4000-8000-000000000000}">
      <dgm:prSet/>
      <dgm:spPr/>
      <dgm:t>
        <a:bodyPr/>
        <a:lstStyle/>
        <a:p>
          <a:r>
            <a:rPr lang="en-GB" sz="1400"/>
            <a:t>Gamma</a:t>
          </a:r>
        </a:p>
      </dgm:t>
    </dgm:pt>
    <dgm:pt modelId="{33333333-0002-4000-8000-000000000000}" type="parTrans" cxnId="{33333333-00c0-4000-8000-000000000000}">
      <dgm:prSet/>
      <dgm:spPr/>
      <dgm:t>
        <a:bodyPr/>
        <a:lstStyle/>
        <a:p/>
      </dgm:t>
    </dgm:pt>
    <dgm:pt modelId="{33333333-0003-4000-8000-000000000000}" type="sibTrans" cxnId="{33333333-00c0-4000-8000-000000000000}">
      <dgm:prSet/>
      <dgm:spPr/>
      <dgm:t>
        <a:bodyPr/>
        <a:lstStyle/>
        <a:p/>
      </dgm:t>
    </dgm:pt>
    <dgm:pt modelId="{33333333-0011-4000-8000-000000000000}" type="pres">
      <dgm:prSet presAssocID="{33333333-0001-4000-8000-000000000000}" presName="nodeComp" presStyleCnt="0"/>
      <dgm:spPr/>
      <dgm:t>
        <a:bodyPr/>
        <a:lstStyle/>
        <a:p/>
      </dgm:t>
    </dgm:pt>
    <dgm:pt modelId="{33333333-0012-4000-8000-000000000000}" type="pres">
      <dgm:prSet presAssocID="{33333333-0001-4000-8000-000000000000}" presName="box" presStyleLbl="node1" presStyleIdx="2" presStyleCnt="3"/>
      <dgm:spPr/>
      <dgm:t>
        <a:bodyPr/>
        <a:lstStyle/>
        <a:p/>
      </dgm:t>
    </dgm:pt>
    <dgm:pt modelId="{33333333-0013-4000-8000-000000000000}" type="pres">
      <dgm:prSet presAssocID="{33333333-0001-4000-8000-000000000000}" presName="label" presStyleLbl="node1" presStyleIdx="2" presStyleCnt="3"/>
      <dgm:spPr/>
      <dgm:t>
        <a:bodyPr/>
        <a:lstStyle/>
        <a:p/>
      </dgm:t>
    </dgm:pt>
  </dgm:ptLst>
  <dgm:cxnLst>
    <dgm:cxn modelId="{c0000000-0000-4000-8000-000000000000}" type="presOf" srcId="{00000000-0000-4000-8000-000000000000}" destId="{aaaa0000-0000-4000-8000-000000000000}" srcOrd="0" destOrd="0"/>
    <dgm:cxn modelId="{11111111-00c0-4000-8000-000000000000}" srcId="{00000000-0000-4000-8000-000000000000}" destId="{11111111-0001-4000-8000-000000000000}" srcOrd="0" destOrd="0" parTransId="{11111111-0002-4000-8000-000000000000}" sibTransId="{11111111-0003-4000-8000-000000000000}"/>
    <dgm:cxn modelId="{11111111-00c1-4000-8000-000000000000}" type="presOf" srcId="{11111111-0001-4000-8000-000000000000}" destId="{11111111-0012-4000-8000-000000000000}" srcOrd="0" destOrd="0"/>
    <dgm:cxn modelId="{11111111-00c2-4000-8000-000000000000}" type="presOf" srcId="{11111111-0001-4000-8000-000000000000}" destId="{11111111-0013-4000-8000-000000000000}" srcOrd="1" destOrd="0"/>
    <dgm:cxn modelId="{11111111-00c3-4000-8000-000000000000}" type="presParOf" srcId="{aaaa0000-0000-4000-8000-000000000000}" destId="{11111111-0011-4000-8000-000000000000}" srcOrd="0" destOrd="0"/>
    <dgm:cxn modelId="{11111111-00c4-4000-8000-000000000000}" type="presParOf" srcId="{11111111-0011-4000-8000-000000000000}" destId="{11111111-0012-4000-8000-000000000000}" srcOrd="0" destOrd="0"/>
    <dgm:cxn modelId="{11111111-00c5-4000-8000-000000000000}" type="presParOf" srcId="{11111111-0011-4000-8000-000000000000}" destId="{11111111-0013-4000-8000-000000000000}" srcOrd="1" destOrd="0"/>
    <dgm:cxn modelId="{22222222-00c0-4000-8000-000000000000}" srcId="{00000000-0000-4000-8000-000000000000}" destId="{22222222-0001-4000-8000-000000000000}" srcOrd="1" destOrd="0" parTransId="{22222222-0002-4000-8000-000000000000}" sibTransId="{22222222-0003-4000-8000-000000000000}"/>
    <dgm:cxn modelId="{22222222-00c1-4000-8000-000000000000}" type="presOf" srcId="{22222222-0001-4000-8000-000000000000}" destId="{22222222-0012-4000-8000-000000000000}" srcOrd="0" destOrd="0"/>
    <dgm:cxn modelId="{22222222-00c2-4000-8000-000000000000}" type="presOf" srcId="{22222222-0001-4000-8000-000000000000}" destId="{22222222-0013-4000-8000-000000000000}" srcOrd="1" destOrd="0"/>
    <dgm:cxn modelId="{22222222-00c3-4000-8000-000000000000}" type="presParOf" srcId="{aaaa0000-0000-4000-8000-000000000000}" destId="{22222222-0011-4000-8000-000000000000}" srcOrd="1" destOrd="0"/>
    <dgm:cxn modelId="{22222222-00c4-4000-8000-000000000000}" type="presParOf" srcId="{22222222-0011-4000-8000-000000000000}" destId="{22222222-0012-4000-8000-000000000000}" srcOrd="0" destOrd="0"/>
    <dgm:cxn modelId="{22222222-00c5-4000-8000-000000000000}" type="presParOf" srcId="{22222222-0011-4000-8000-000000000000}" destId="{22222222-0013-4000-8000-000000000000}" srcOrd="1" destOrd="0"/>
    <dgm:cxn modelId="{33333333-00c0-4000-8000-000000000000}" srcId="{00000000-0000-4000-8000-000000000000}" destId="{33333333-0001-4000-8000-000000000000}" srcOrd="2" destOrd="0" parTransId="{33333333-0002-4000-8000-000000000000}" sibTransId="{33333333-0003-4000-8000-000000000000}"/>
    <dgm:cxn modelId="{33333333-00c1-4000-8000-000000000000}" type="presOf" srcId="{33333333-0001-4000-8000-000000000000}" destId="{33333333-0012-4000-8000-000000000000}" srcOrd="0" destOrd="0"/>
    <dgm:cxn modelId="{33333333-00c2-4000-8000-000000000000}" type="presOf" srcId="{33333333-0001-4000-8000-000000000000}" destId="{33333333-0013-4000-8000-000000000000}" srcOrd="1" destOrd="0"/>
    <dgm:cxn modelId="{33333333-00c3-4000-8000-000000000000}" type="presParOf" srcId="{aaaa0000-0000-4000-8000-000000000000}" destId="{33333333-0011-4000-8000-000000000000}" srcOrd="2" destOrd="0"/>
    <dgm:cxn modelId="{33333333-00c4-4000-8000-000000000000}" type="presParOf" srcId="{33333333-0011-4000-8000-000000000000}" destId="{33333333-0012-4000-8000-000000000000}" srcOrd="0" destOrd="0"/>
    <dgm:cxn modelId="{33333333-00c5-4000-8000-000000000000}" type="presParOf" srcId="{33333333-0011-4000-8000-000000000000}" destId="{33333333-0013-4000-8000-000000000000}" srcOrd="1" destOrd="0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paperless/layout/evaluated">
  <dgm:title val="Evaluated"/>
  <dgm:desc val=""/>
  <dgm:catLst/>
  <dgm:layoutNode name="root">
    <dgm:varLst>
      <dgm:dir/>
      <dgm:resizeHandles val="exact"/>
    </dgm:varLst>
    <dgm:alg type="lin">
      <dgm:param type="linDir" val="fromL"/>
    </dgm:alg>
    <dgm:shape xmlns:r="http://schemas.openxmlformats.org/officeDocument/2006/relationships">
      <dgm:adjLst/>
    </dgm:shape>
    <dgm:presOf/>
    <dgm:constrLst/>
    <dgm:ruleLst/>
    <dgm:forEach name="nodes" axis="ch" ptType="node">
      <dgm:layoutNode name="nodeComp">
        <dgm:alg type="composite"/>
        <dgm:shape xmlns:r="http://schemas.openxmlformats.org/officeDocument/2006/relationships">
          <dgm:adjLst/>
        </dgm:shape>
        <dgm:presOf/>
        <dgm:constrLst>
          <dgm:constr type="w" for="ch" forName="box" refType="w"/>
          <dgm:constr type="h" for="ch" forName="box" refType="h" fact="0.5"/>
          <dgm:constr type="w" for="ch" forName="label" refType="w" fact="0.6"/>
          <dgm:constr type="h" for="ch" forName="label" refType="h" fact="0.25"/>
          <dgm:constr type="ctrX" for="ch" forName="label" refType="w" fact="0.5"/>
          <dgm:constr type="t" for="ch" forName="label" refType="h" fact="0.1"/>
        </dgm:constrLst>
        <dgm:ruleLst/>
        <dgm:layoutNode name="box" styleLbl="node1">
          <dgm:alg type="sp"/>
          <dgm:shape xmlns:r="http://schemas.openxmlformats.org/officeDocument/2006/relationships" type="roundRect">
            <dgm:adjLst/>
          </dgm:shape>
          <dgm:presOf axis="self"/>
          <dgm:constrLst/>
          <dgm:ruleLst/>
        </dgm:layoutNode>
        <dgm:layoutNode name="label" styleLbl="node1">
          <dgm:alg type="tx"/>
          <dgm:shape xmlns:r="http://schemas.openxmlformats.org/officeDocument/2006/relationships" type="rect" hideGeom="1">
            <dgm:adjLst/>
          </dgm:shape>
          <dgm:presOf axis="self"/>
          <dgm:constrLst/>
          <dgm:ruleLst/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paperless/style/evaluated">
  <dgm:title val="Plain"/>
  <dgm:desc val=""/>
  <dgm:catLst/>
  <dgm:scene3d>
    <a:camera prst="orthographicFront"/>
    <a:lightRig rig="threePt" dir="t"/>
  </dgm:scene3d>
  <dgm:styleLbl name="node1">
    <dgm:scene3d>
      <a:camera prst="orthographicFront"/>
      <a:lightRig rig="threePt" dir="t"/>
    </dgm:scene3d>
    <dgm:sp3d/>
    <dgm:txPr/>
    <dgm:style>
      <a:lnRef idx="0"/>
      <a:fillRef idx="1"/>
      <a:effectRef idx="0"/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1" lang="en-GB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1"/>
          <p:cNvGraphicFramePr/>
          <p:nvPr/>
        </p:nvGraphicFramePr>
        <p:xfrm>
          <a:off x="914400" y="1371600"/>
          <a:ext cx="6858000" cy="27432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2026-01-02T03:04:05Z</dcterms:created>
  <dc:creator>Ada Lovelace</dc:creator>
  <dc:description/>
  <dc:language>en-US</dc:language>
  <cp:lastModifiedBy/>
  <cp:revision>0</cp:revision>
  <dc:subject/>
  <dc:title>Paperless feature deck</dc:title>
</cp:coreProperties>
</file>