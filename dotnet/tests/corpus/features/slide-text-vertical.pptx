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override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orz"/>
          <p:cNvSpPr txBox="1"/>
          <p:nvPr/>
        </p:nvSpPr>
        <p:spPr>
          <a:xfrm>
            <a:off x="200000" y="300000"/>
            <a:ext cx="2921000" cy="2032000"/>
          </a:xfrm>
          <a:prstGeom prst="rect">
            <a:avLst/>
          </a:prstGeom>
          <a:noFill/>
        </p:spPr>
        <p:txBody>
          <a:bodyPr vert="horz" anchor="t" lIns="127000" tIns="254000" rIns="381000" bIns="50800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000000"/>
                </a:solidFill>
                <a:latin typeface="Liberation Sans"/>
              </a:rPr>
              <a:t>Turn</a:t>
            </a:r>
          </a:p>
        </p:txBody>
      </p:sp>
      <p:sp>
        <p:nvSpPr>
          <p:cNvPr id="3" name="vert"/>
          <p:cNvSpPr txBox="1"/>
          <p:nvPr/>
        </p:nvSpPr>
        <p:spPr>
          <a:xfrm>
            <a:off x="3200000" y="300000"/>
            <a:ext cx="2921000" cy="2032000"/>
          </a:xfrm>
          <a:prstGeom prst="rect">
            <a:avLst/>
          </a:prstGeom>
          <a:noFill/>
        </p:spPr>
        <p:txBody>
          <a:bodyPr vert="vert" anchor="t" lIns="127000" tIns="254000" rIns="381000" bIns="50800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000000"/>
                </a:solidFill>
                <a:latin typeface="Liberation Sans"/>
              </a:rPr>
              <a:t>Turn</a:t>
            </a:r>
          </a:p>
        </p:txBody>
      </p:sp>
      <p:sp>
        <p:nvSpPr>
          <p:cNvPr id="4" name="vert270"/>
          <p:cNvSpPr txBox="1"/>
          <p:nvPr/>
        </p:nvSpPr>
        <p:spPr>
          <a:xfrm>
            <a:off x="6200000" y="300000"/>
            <a:ext cx="2921000" cy="2032000"/>
          </a:xfrm>
          <a:prstGeom prst="rect">
            <a:avLst/>
          </a:prstGeom>
          <a:noFill/>
        </p:spPr>
        <p:txBody>
          <a:bodyPr vert="vert270" anchor="t" lIns="127000" tIns="254000" rIns="381000" bIns="50800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000000"/>
                </a:solidFill>
                <a:latin typeface="Liberation Sans"/>
              </a:rPr>
              <a:t>Turn</a:t>
            </a:r>
          </a:p>
        </p:txBody>
      </p:sp>
    </p:spTree>
  </p:cSld>
</p:sld>
</file>

<file path=ppt/theme/theme1.xml><?xml version="1.0" encoding="utf-8"?>
<a:theme xmlns:a="http://schemas.openxmlformats.org/drawingml/2006/main" name="t">
  <a:themeElements>
    <a:clrScheme name="c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