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Slide1"/>
    <p:sldId id="257" r:id="rIdSlide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8" Type="http://schemas.openxmlformats.org/officeDocument/2006/relationships/presProps" Target="presProps.xml"/>
<Relationship Id="rIdSlide1" Type="http://schemas.openxmlformats.org/officeDocument/2006/relationships/slide" Target="slides/slide1.xml"/><Relationship Id="rIdSlide2" Type="http://schemas.openxmlformats.org/officeDocument/2006/relationships/slide" Target="slides/slide2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1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1" lang="en-GB" sz="4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1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6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idTable"/>
          <p:cNvGraphicFramePr/>
          <p:nvPr/>
        </p:nvGraphicFramePr>
        <p:xfrm>
          <a:off x="914400" y="914400"/>
          <a:ext cx="685800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</a:tblGrid>
              <a:tr h="914400">
                <a:tc>
                  <a:txBody>
                    <a:bodyPr/>
                    <a:p>
                      <a:pPr/>
                      <a:r>
                        <a:rPr lang="en-GB" sz="1800" b="0" strike="noStrike">
                          <a:solidFill>
                            <a:srgbClr val="000000"/>
                          </a:solidFill>
                          <a:latin typeface="Arial"/>
                        </a:rPr>
                        <a:t>Alpha</a:t>
                      </a:r>
                    </a:p>
                  </a:txBody>
                  <a:tcPr anchor="t">
                    <a:lnL w="25400">
                      <a:solidFill>
                        <a:srgbClr val="1F497D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25400">
                      <a:solidFill>
                        <a:srgbClr val="1F497D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p>
                      <a:pPr/>
                      <a:r>
                        <a:rPr lang="en-GB" sz="1800" b="0" strike="noStrike">
                          <a:solidFill>
                            <a:srgbClr val="000000"/>
                          </a:solidFill>
                          <a:latin typeface="Arial"/>
                        </a:rPr>
                        <a:t>Beta</a:t>
                      </a:r>
                    </a:p>
                  </a:txBody>
                  <a:tcPr anchor="t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C00000"/>
                      </a:solidFill>
                    </a:lnR>
                    <a:lnT w="25400">
                      <a:solidFill>
                        <a:srgbClr val="1F497D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p>
                      <a:pPr/>
                      <a:r>
                        <a:rPr lang="en-GB" sz="1800" b="0" strike="noStrike">
                          <a:solidFill>
                            <a:srgbClr val="000000"/>
                          </a:solidFill>
                          <a:latin typeface="Arial"/>
                        </a:rPr>
                        <a:t>Gamma</a:t>
                      </a:r>
                    </a:p>
                  </a:txBody>
                  <a:tcPr anchor="t">
                    <a:lnL w="12700">
                      <a:solidFill>
                        <a:srgbClr val="808080"/>
                      </a:solidFill>
                    </a:lnL>
                    <a:lnR w="25400">
                      <a:solidFill>
                        <a:srgbClr val="1F497D"/>
                      </a:solidFill>
                    </a:lnR>
                    <a:lnT w="25400">
                      <a:solidFill>
                        <a:srgbClr val="1F497D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DCE6F1"/>
                    </a:solidFill>
                  </a:tcPr>
                </a:tc>
              </a:tr>
              <a:tr h="914400">
                <a:tc>
                  <a:txBody>
                    <a:bodyPr/>
                    <a:p>
                      <a:pPr/>
                      <a:r>
                        <a:rPr lang="en-GB" sz="1800" b="0" strike="noStrike">
                          <a:solidFill>
                            <a:srgbClr val="000000"/>
                          </a:solidFill>
                          <a:latin typeface="Arial"/>
                        </a:rPr>
                        <a:t>One</a:t>
                      </a:r>
                    </a:p>
                  </a:txBody>
                  <a:tcPr anchor="t">
                    <a:lnL w="25400">
                      <a:solidFill>
                        <a:srgbClr val="1F497D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/>
                      <a:r>
                        <a:rPr lang="en-GB" sz="1800" b="0" strike="noStrike">
                          <a:solidFill>
                            <a:srgbClr val="000000"/>
                          </a:solidFill>
                          <a:latin typeface="Arial"/>
                        </a:rPr>
                        <a:t>Two</a:t>
                      </a:r>
                    </a:p>
                  </a:txBody>
                  <a:tcPr anchor="t">
                    <a:lnL w="12700">
                      <a:solidFill>
                        <a:srgbClr val="008000"/>
                      </a:solidFill>
                    </a:lnL>
                    <a:lnR w="38100">
                      <a:solidFill>
                        <a:srgbClr val="FF660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/>
                      <a:r>
                        <a:rPr lang="en-GB" sz="1800" b="0" strike="noStrike">
                          <a:solidFill>
                            <a:srgbClr val="000000"/>
                          </a:solidFill>
                          <a:latin typeface="Arial"/>
                        </a:rPr>
                        <a:t>Three</a:t>
                      </a:r>
                    </a:p>
                  </a:txBody>
                  <a:tcPr anchor="t">
                    <a:lnL w="12700">
                      <a:solidFill>
                        <a:srgbClr val="808080"/>
                      </a:solidFill>
                    </a:lnL>
                    <a:lnR w="25400">
                      <a:solidFill>
                        <a:srgbClr val="1F497D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noFill/>
                  </a:tcPr>
                </a:tc>
              </a:tr>
              <a:tr h="914400">
                <a:tc>
                  <a:txBody>
                    <a:bodyPr/>
                    <a:p>
                      <a:pPr/>
                      <a:r>
                        <a:rPr lang="en-GB" sz="1800" b="0" strike="noStrike">
                          <a:solidFill>
                            <a:srgbClr val="000000"/>
                          </a:solidFill>
                          <a:latin typeface="Arial"/>
                        </a:rPr>
                        <a:t>Four</a:t>
                      </a:r>
                    </a:p>
                  </a:txBody>
                  <a:tcPr anchor="t">
                    <a:lnL w="25400">
                      <a:solidFill>
                        <a:srgbClr val="1F497D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25400">
                      <a:solidFill>
                        <a:srgbClr val="1F497D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/>
                      <a:r>
                        <a:rPr lang="en-GB" sz="1800" b="0" strike="noStrike">
                          <a:solidFill>
                            <a:srgbClr val="000000"/>
                          </a:solidFill>
                          <a:latin typeface="Arial"/>
                        </a:rPr>
                        <a:t>Five</a:t>
                      </a:r>
                    </a:p>
                  </a:txBody>
                  <a:tcPr anchor="t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25400">
                      <a:solidFill>
                        <a:srgbClr val="1F497D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/>
                      <a:r>
                        <a:rPr lang="en-GB" sz="1800" b="0" strike="noStrike">
                          <a:solidFill>
                            <a:srgbClr val="000000"/>
                          </a:solidFill>
                          <a:latin typeface="Arial"/>
                        </a:rPr>
                        <a:t>Six</a:t>
                      </a:r>
                    </a:p>
                  </a:txBody>
                  <a:tcPr anchor="t">
                    <a:lnL w="12700">
                      <a:solidFill>
                        <a:srgbClr val="808080"/>
                      </a:solidFill>
                    </a:lnL>
                    <a:lnR w="25400">
                      <a:solidFill>
                        <a:srgbClr val="1F497D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25400">
                      <a:solidFill>
                        <a:srgbClr val="1F497D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SpanTable"/>
          <p:cNvGraphicFramePr/>
          <p:nvPr/>
        </p:nvGraphicFramePr>
        <p:xfrm>
          <a:off x="914400" y="914400"/>
          <a:ext cx="6858000" cy="18288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</a:tblGrid>
              <a:tr h="914400">
                <a:tc gridSpan="2">
                  <a:txBody>
                    <a:bodyPr/>
                    <a:p>
                      <a:pPr/>
                      <a:r>
                        <a:rPr lang="en-GB" sz="1800" b="0" strike="noStrike">
                          <a:solidFill>
                            <a:srgbClr val="000000"/>
                          </a:solidFill>
                          <a:latin typeface="Arial"/>
                        </a:rPr>
                        <a:t>Merged across two</a:t>
                      </a:r>
                    </a:p>
                  </a:txBody>
                  <a:tcPr anchor="t">
                    <a:lnL w="25400">
                      <a:solidFill>
                        <a:srgbClr val="1F497D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25400">
                      <a:solidFill>
                        <a:srgbClr val="1F497D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EBF1DE"/>
                    </a:solidFill>
                  </a:tcPr>
                </a:tc>
                <a:tc hMerge="1">
                  <a:txBody>
                    <a:bodyPr/>
                    <a:p>
                      <a:pPr/>
                      <a:r>
                        <a:rPr lang="en-GB" sz="1800" b="0" strike="noStrike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/>
                      <a:r>
                        <a:rPr lang="en-GB" sz="1800" b="0" strike="noStrike">
                          <a:solidFill>
                            <a:srgbClr val="000000"/>
                          </a:solidFill>
                          <a:latin typeface="Arial"/>
                        </a:rPr>
                        <a:t>Third</a:t>
                      </a:r>
                    </a:p>
                  </a:txBody>
                  <a:tcPr anchor="t">
                    <a:lnL w="12700">
                      <a:solidFill>
                        <a:srgbClr val="808080"/>
                      </a:solidFill>
                    </a:lnL>
                    <a:lnR w="25400">
                      <a:solidFill>
                        <a:srgbClr val="1F497D"/>
                      </a:solidFill>
                    </a:lnR>
                    <a:lnT w="25400">
                      <a:solidFill>
                        <a:srgbClr val="1F497D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noFill/>
                  </a:tcPr>
                </a:tc>
              </a:tr>
              <a:tr h="914400">
                <a:tc rowSpan="2">
                  <a:txBody>
                    <a:bodyPr/>
                    <a:p>
                      <a:pPr/>
                      <a:r>
                        <a:rPr lang="en-GB" sz="1800" b="0" strike="noStrike">
                          <a:solidFill>
                            <a:srgbClr val="000000"/>
                          </a:solidFill>
                          <a:latin typeface="Arial"/>
                        </a:rPr>
                        <a:t>Down two</a:t>
                      </a:r>
                    </a:p>
                  </a:txBody>
                  <a:tcPr anchor="ctr">
                    <a:lnL w="25400">
                      <a:solidFill>
                        <a:srgbClr val="1F497D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/>
                      <a:r>
                        <a:rPr lang="en-GB" sz="1800" b="0" strike="noStrike">
                          <a:solidFill>
                            <a:srgbClr val="000000"/>
                          </a:solidFill>
                          <a:latin typeface="Arial"/>
                        </a:rPr>
                        <a:t>Centred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/>
                      <a:r>
                        <a:rPr lang="en-GB" sz="1800" b="0" strike="noStrike">
                          <a:solidFill>
                            <a:srgbClr val="000000"/>
                          </a:solidFill>
                          <a:latin typeface="Arial"/>
                        </a:rPr>
                        <a:t>Bottom</a:t>
                      </a:r>
                    </a:p>
                  </a:txBody>
                  <a:tcPr anchor="b">
                    <a:lnL w="12700">
                      <a:solidFill>
                        <a:srgbClr val="808080"/>
                      </a:solidFill>
                    </a:lnL>
                    <a:lnR w="25400">
                      <a:solidFill>
                        <a:srgbClr val="1F497D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noFill/>
                  </a:tcPr>
                </a:tc>
              </a:tr>
              <a:tr h="0">
                <a:tc vMerge="1">
                  <a:txBody>
                    <a:bodyPr/>
                    <a:p>
                      <a:pPr/>
                      <a:r>
                        <a:rPr lang="en-GB" sz="1800" b="0" strike="noStrike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/>
                      <a:r>
                        <a:rPr lang="en-GB" sz="1800" b="0" strike="noStrike">
                          <a:solidFill>
                            <a:srgbClr val="000000"/>
                          </a:solidFill>
                          <a:latin typeface="Arial"/>
                        </a:rPr>
                        <a:t>A sentence that wraps onto two lines</a:t>
                      </a:r>
                    </a:p>
                  </a:txBody>
                  <a:tcPr anchor="t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25400">
                      <a:solidFill>
                        <a:srgbClr val="1F497D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/>
                      <a:r>
                        <a:rPr lang="en-GB" sz="1800" b="0" strike="noStrike">
                          <a:solidFill>
                            <a:srgbClr val="000000"/>
                          </a:solidFill>
                          <a:latin typeface="Arial"/>
                        </a:rPr>
                        <a:t>Short</a:t>
                      </a:r>
                    </a:p>
                  </a:txBody>
                  <a:tcPr anchor="t">
                    <a:lnL w="12700">
                      <a:solidFill>
                        <a:srgbClr val="808080"/>
                      </a:solidFill>
                    </a:lnL>
                    <a:lnR w="25400">
                      <a:solidFill>
                        <a:srgbClr val="1F497D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25400">
                      <a:solidFill>
                        <a:srgbClr val="1F497D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2026-01-02T03:04:05Z</dcterms:created>
  <dc:creator>Ada Lovelace</dc:creator>
  <dc:description/>
  <dc:language>en-US</dc:language>
  <cp:lastModifiedBy/>
  <cp:revision>0</cp:revision>
  <dc:subject/>
  <dc:title>Paperless feature deck</dc:title>
</cp:coreProperties>
</file>