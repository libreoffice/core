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  <p:notesSz cx="6858000" cy="9144000"/>
  <p:defaultTextStyle>
    <a:lvl1pPr>
      <a:defRPr sz="2400">
        <a:solidFill>
          <a:srgbClr val="008000"/>
        </a:solidFill>
      </a:defRPr>
    </a:lvl1pPr>
    <a:lvl2pPr>
      <a:defRPr sz="3200">
        <a:solidFill>
          <a:srgbClr val="0000FF"/>
        </a:solidFill>
      </a:defRPr>
    </a:lvl2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400000" y="5000000"/>
            <a:ext cx="7000000" cy="50000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>
      <a:lvl1pPr>
        <a:defRPr sz="1200">
          <a:solidFill>
            <a:srgbClr val="FF00FF"/>
          </a:solidFill>
        </a:defRPr>
      </a:lvl1pPr>
      <a:lvl2pPr>
        <a:defRPr sz="1000">
          <a:solidFill>
            <a:srgbClr val="FF00FF"/>
          </a:solidFill>
        </a:defRPr>
      </a:lvl2pPr>
      <a:lvl3pPr>
        <a:defRPr sz="1800">
          <a:solidFill>
            <a:srgbClr val="FF00FF"/>
          </a:solidFill>
        </a:defRPr>
      </a:lvl3pPr>
      <a:lvl4pPr>
        <a:defRPr sz="1800">
          <a:solidFill>
            <a:srgbClr val="FF00FF"/>
          </a:solidFill>
        </a:defRPr>
      </a:lvl4pPr>
      <a:lvl5pPr>
        <a:defRPr sz="1800">
          <a:solidFill>
            <a:srgbClr val="FF00FF"/>
          </a:solidFill>
        </a:defRPr>
      </a:lvl5pPr>
      <a:lvl6pPr>
        <a:defRPr sz="1800">
          <a:solidFill>
            <a:srgbClr val="FF00FF"/>
          </a:solidFill>
        </a:defRPr>
      </a:lvl6pPr>
      <a:lvl7pPr>
        <a:defRPr sz="1800">
          <a:solidFill>
            <a:srgbClr val="FF00FF"/>
          </a:solidFill>
        </a:defRPr>
      </a:lvl7pPr>
      <a:lvl8pPr>
        <a:defRPr sz="1800">
          <a:solidFill>
            <a:srgbClr val="FF00FF"/>
          </a:solidFill>
        </a:defRPr>
      </a:lvl8pPr>
      <a:lvl9pPr>
        <a:defRPr sz="1800">
          <a:solidFill>
            <a:srgbClr val="FF00FF"/>
          </a:solidFill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rol"/>
          <p:cNvPicPr/>
          <p:nvPr/>
        </p:nvPicPr>
        <p:blipFill>
          <a:blip r:embed="rId2"/>
          <a:stretch>
            <a:fillRect/>
          </a:stretch>
        </p:blipFill>
        <p:spPr>
          <a:xfrm>
            <a:off x="914400" y="228600"/>
            <a:ext cx="7315200" cy="1371600"/>
          </a:xfrm>
          <a:prstGeom prst="rect">
            <a:avLst/>
          </a:prstGeom>
        </p:spPr>
      </p:pic>
      <p:pic>
        <p:nvPicPr>
          <p:cNvPr id="3" name="Washout"/>
          <p:cNvPicPr/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914400" y="1943100"/>
            <a:ext cx="7315200" cy="1371600"/>
          </a:xfrm>
          <a:prstGeom prst="rect">
            <a:avLst/>
          </a:prstGeom>
        </p:spPr>
      </p:pic>
      <p:pic>
        <p:nvPicPr>
          <p:cNvPr id="4" name="Brightness alone"/>
          <p:cNvPicPr/>
          <p:nvPr/>
        </p:nvPicPr>
        <p:blipFill>
          <a:blip r:embed="rId2">
            <a:lum bright="40000"/>
          </a:blip>
          <a:stretch>
            <a:fillRect/>
          </a:stretch>
        </p:blipFill>
        <p:spPr>
          <a:xfrm>
            <a:off x="914400" y="3657600"/>
            <a:ext cx="7315200" cy="1371600"/>
          </a:xfrm>
          <a:prstGeom prst="rect">
            <a:avLst/>
          </a:prstGeom>
        </p:spPr>
      </p:pic>
      <p:pic>
        <p:nvPicPr>
          <p:cNvPr id="5" name="Both stated"/>
          <p:cNvPicPr/>
          <p:nvPr/>
        </p:nvPicPr>
        <p:blipFill>
          <a:blip r:embed="rId2">
            <a:lum bright="20000" contrast="20000"/>
          </a:blip>
          <a:stretch>
            <a:fillRect/>
          </a:stretch>
        </p:blipFill>
        <p:spPr>
          <a:xfrm>
            <a:off x="914400" y="5372100"/>
            <a:ext cx="7315200" cy="137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mbria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