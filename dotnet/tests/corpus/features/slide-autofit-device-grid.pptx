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0"/>
    <p:sldId id="257" r:id="rId101"/>
    <p:sldId id="258" r:id="rId102"/>
    <p:sldId id="259" r:id="rId103"/>
    <p:sldId id="260" r:id="rId104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254000" y="63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200">
                <a:latin typeface="Liberation Sans"/>
              </a:rPr>
              <a:t>Warm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Up</a:t>
            </a:r>
          </a:p>
        </p:txBody>
      </p:sp>
      <p:sp>
        <p:nvSpPr>
          <p:cNvPr id="3" name="no800"/>
          <p:cNvSpPr txBox="1"/>
          <p:nvPr/>
        </p:nvSpPr>
        <p:spPr>
          <a:xfrm>
            <a:off x="254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800">
                <a:latin typeface="Liberation Sans"/>
              </a:rPr>
              <a:t>Alpha</a:t>
            </a:r>
            <a:br>
              <a:rPr lang="en-GB" sz="800">
                <a:latin typeface="Liberation Sans"/>
              </a:rPr>
            </a:br>
            <a:r>
              <a:rPr lang="en-GB" sz="800">
                <a:latin typeface="Liberation Sans"/>
              </a:rPr>
              <a:t>Bravo</a:t>
            </a:r>
          </a:p>
          <a:p>
            <a:pPr algn="l"/>
            <a:r>
              <a:rPr lang="en-GB" sz="800">
                <a:latin typeface="Liberation Sans"/>
              </a:rPr>
              <a:t>Charlie</a:t>
            </a:r>
            <a:br>
              <a:rPr lang="en-GB" sz="800">
                <a:latin typeface="Liberation Sans"/>
              </a:rPr>
            </a:br>
            <a:r>
              <a:rPr lang="en-GB" sz="800">
                <a:latin typeface="Liberation Sans"/>
              </a:rPr>
              <a:t>Delta</a:t>
            </a:r>
          </a:p>
          <a:p>
            <a:pPr algn="l"/>
            <a:r>
              <a:rPr lang="en-GB" sz="800">
                <a:latin typeface="Liberation Sans"/>
              </a:rPr>
              <a:t>Echo</a:t>
            </a:r>
            <a:br>
              <a:rPr lang="en-GB" sz="800">
                <a:latin typeface="Liberation Sans"/>
              </a:rPr>
            </a:br>
            <a:r>
              <a:rPr lang="en-GB" sz="800">
                <a:latin typeface="Liberation Sans"/>
              </a:rPr>
              <a:t>Foxtrot</a:t>
            </a:r>
          </a:p>
        </p:txBody>
      </p:sp>
      <p:sp>
        <p:nvSpPr>
          <p:cNvPr id="4" name="af800"/>
          <p:cNvSpPr txBox="1"/>
          <p:nvPr/>
        </p:nvSpPr>
        <p:spPr>
          <a:xfrm>
            <a:off x="4826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GB" sz="800">
                <a:latin typeface="Liberation Sans"/>
              </a:rPr>
              <a:t>Alpha</a:t>
            </a:r>
            <a:br>
              <a:rPr lang="en-GB" sz="800">
                <a:latin typeface="Liberation Sans"/>
              </a:rPr>
            </a:br>
            <a:r>
              <a:rPr lang="en-GB" sz="800">
                <a:latin typeface="Liberation Sans"/>
              </a:rPr>
              <a:t>Bravo</a:t>
            </a:r>
          </a:p>
          <a:p>
            <a:pPr algn="l"/>
            <a:r>
              <a:rPr lang="en-GB" sz="800">
                <a:latin typeface="Liberation Sans"/>
              </a:rPr>
              <a:t>Charlie</a:t>
            </a:r>
            <a:br>
              <a:rPr lang="en-GB" sz="800">
                <a:latin typeface="Liberation Sans"/>
              </a:rPr>
            </a:br>
            <a:r>
              <a:rPr lang="en-GB" sz="800">
                <a:latin typeface="Liberation Sans"/>
              </a:rPr>
              <a:t>Delta</a:t>
            </a:r>
          </a:p>
          <a:p>
            <a:pPr algn="l"/>
            <a:r>
              <a:rPr lang="en-GB" sz="800">
                <a:latin typeface="Liberation Sans"/>
              </a:rPr>
              <a:t>Echo</a:t>
            </a:r>
            <a:br>
              <a:rPr lang="en-GB" sz="800">
                <a:latin typeface="Liberation Sans"/>
              </a:rPr>
            </a:br>
            <a:r>
              <a:rPr lang="en-GB" sz="800">
                <a:latin typeface="Liberation Sans"/>
              </a:rPr>
              <a:t>Foxtrot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254000" y="63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200">
                <a:latin typeface="Liberation Sans"/>
              </a:rPr>
              <a:t>Warm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Up</a:t>
            </a:r>
          </a:p>
        </p:txBody>
      </p:sp>
      <p:sp>
        <p:nvSpPr>
          <p:cNvPr id="3" name="no1000"/>
          <p:cNvSpPr txBox="1"/>
          <p:nvPr/>
        </p:nvSpPr>
        <p:spPr>
          <a:xfrm>
            <a:off x="254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/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/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</p:txBody>
      </p:sp>
      <p:sp>
        <p:nvSpPr>
          <p:cNvPr id="4" name="af1000"/>
          <p:cNvSpPr txBox="1"/>
          <p:nvPr/>
        </p:nvSpPr>
        <p:spPr>
          <a:xfrm>
            <a:off x="4826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GB" sz="1000">
                <a:latin typeface="Liberation Sans"/>
              </a:rPr>
              <a:t>Alpha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Bravo</a:t>
            </a:r>
          </a:p>
          <a:p>
            <a:pPr algn="l"/>
            <a:r>
              <a:rPr lang="en-GB" sz="1000">
                <a:latin typeface="Liberation Sans"/>
              </a:rPr>
              <a:t>Charlie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Delta</a:t>
            </a:r>
          </a:p>
          <a:p>
            <a:pPr algn="l"/>
            <a:r>
              <a:rPr lang="en-GB" sz="1000">
                <a:latin typeface="Liberation Sans"/>
              </a:rPr>
              <a:t>Echo</a:t>
            </a:r>
            <a:br>
              <a:rPr lang="en-GB" sz="1000">
                <a:latin typeface="Liberation Sans"/>
              </a:rPr>
            </a:br>
            <a:r>
              <a:rPr lang="en-GB" sz="1000">
                <a:latin typeface="Liberation Sans"/>
              </a:rPr>
              <a:t>Foxtrot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254000" y="63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200">
                <a:latin typeface="Liberation Sans"/>
              </a:rPr>
              <a:t>Warm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Up</a:t>
            </a:r>
          </a:p>
        </p:txBody>
      </p:sp>
      <p:sp>
        <p:nvSpPr>
          <p:cNvPr id="3" name="no1200"/>
          <p:cNvSpPr txBox="1"/>
          <p:nvPr/>
        </p:nvSpPr>
        <p:spPr>
          <a:xfrm>
            <a:off x="254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200">
                <a:latin typeface="Liberation Sans"/>
              </a:rPr>
              <a:t>Alpha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Bravo</a:t>
            </a:r>
          </a:p>
          <a:p>
            <a:pPr algn="l"/>
            <a:r>
              <a:rPr lang="en-GB" sz="1200">
                <a:latin typeface="Liberation Sans"/>
              </a:rPr>
              <a:t>Charlie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Delta</a:t>
            </a:r>
          </a:p>
          <a:p>
            <a:pPr algn="l"/>
            <a:r>
              <a:rPr lang="en-GB" sz="1200">
                <a:latin typeface="Liberation Sans"/>
              </a:rPr>
              <a:t>Echo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Foxtrot</a:t>
            </a:r>
          </a:p>
        </p:txBody>
      </p:sp>
      <p:sp>
        <p:nvSpPr>
          <p:cNvPr id="4" name="af1200"/>
          <p:cNvSpPr txBox="1"/>
          <p:nvPr/>
        </p:nvSpPr>
        <p:spPr>
          <a:xfrm>
            <a:off x="4826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GB" sz="1200">
                <a:latin typeface="Liberation Sans"/>
              </a:rPr>
              <a:t>Alpha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Bravo</a:t>
            </a:r>
          </a:p>
          <a:p>
            <a:pPr algn="l"/>
            <a:r>
              <a:rPr lang="en-GB" sz="1200">
                <a:latin typeface="Liberation Sans"/>
              </a:rPr>
              <a:t>Charlie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Delta</a:t>
            </a:r>
          </a:p>
          <a:p>
            <a:pPr algn="l"/>
            <a:r>
              <a:rPr lang="en-GB" sz="1200">
                <a:latin typeface="Liberation Sans"/>
              </a:rPr>
              <a:t>Echo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Foxtrot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254000" y="63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200">
                <a:latin typeface="Liberation Sans"/>
              </a:rPr>
              <a:t>Warm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Up</a:t>
            </a:r>
          </a:p>
        </p:txBody>
      </p:sp>
      <p:sp>
        <p:nvSpPr>
          <p:cNvPr id="3" name="no2000"/>
          <p:cNvSpPr txBox="1"/>
          <p:nvPr/>
        </p:nvSpPr>
        <p:spPr>
          <a:xfrm>
            <a:off x="254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/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/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</p:txBody>
      </p:sp>
      <p:sp>
        <p:nvSpPr>
          <p:cNvPr id="4" name="af2000"/>
          <p:cNvSpPr txBox="1"/>
          <p:nvPr/>
        </p:nvSpPr>
        <p:spPr>
          <a:xfrm>
            <a:off x="4826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GB" sz="2000">
                <a:latin typeface="Liberation Sans"/>
              </a:rPr>
              <a:t>Alpha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Bravo</a:t>
            </a:r>
          </a:p>
          <a:p>
            <a:pPr algn="l"/>
            <a:r>
              <a:rPr lang="en-GB" sz="2000">
                <a:latin typeface="Liberation Sans"/>
              </a:rPr>
              <a:t>Charlie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Delta</a:t>
            </a:r>
          </a:p>
          <a:p>
            <a:pPr algn="l"/>
            <a:r>
              <a:rPr lang="en-GB" sz="2000">
                <a:latin typeface="Liberation Sans"/>
              </a:rPr>
              <a:t>Echo</a:t>
            </a:r>
            <a:br>
              <a:rPr lang="en-GB" sz="2000">
                <a:latin typeface="Liberation Sans"/>
              </a:rPr>
            </a:br>
            <a:r>
              <a:rPr lang="en-GB" sz="2000">
                <a:latin typeface="Liberation Sans"/>
              </a:rPr>
              <a:t>Foxtrot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up"/>
          <p:cNvSpPr txBox="1"/>
          <p:nvPr/>
        </p:nvSpPr>
        <p:spPr>
          <a:xfrm>
            <a:off x="254000" y="63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200">
                <a:latin typeface="Liberation Sans"/>
              </a:rPr>
              <a:t>Warm</a:t>
            </a:r>
            <a:br>
              <a:rPr lang="en-GB" sz="1200">
                <a:latin typeface="Liberation Sans"/>
              </a:rPr>
            </a:br>
            <a:r>
              <a:rPr lang="en-GB" sz="1200">
                <a:latin typeface="Liberation Sans"/>
              </a:rPr>
              <a:t>Up</a:t>
            </a:r>
          </a:p>
        </p:txBody>
      </p:sp>
      <p:sp>
        <p:nvSpPr>
          <p:cNvPr id="3" name="no2800"/>
          <p:cNvSpPr txBox="1"/>
          <p:nvPr/>
        </p:nvSpPr>
        <p:spPr>
          <a:xfrm>
            <a:off x="254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2800">
                <a:latin typeface="Liberation Sans"/>
              </a:rPr>
              <a:t>Alpha</a:t>
            </a:r>
            <a:br>
              <a:rPr lang="en-GB" sz="2800">
                <a:latin typeface="Liberation Sans"/>
              </a:rPr>
            </a:br>
            <a:r>
              <a:rPr lang="en-GB" sz="2800">
                <a:latin typeface="Liberation Sans"/>
              </a:rPr>
              <a:t>Bravo</a:t>
            </a:r>
          </a:p>
          <a:p>
            <a:pPr algn="l"/>
            <a:r>
              <a:rPr lang="en-GB" sz="2800">
                <a:latin typeface="Liberation Sans"/>
              </a:rPr>
              <a:t>Charlie</a:t>
            </a:r>
            <a:br>
              <a:rPr lang="en-GB" sz="2800">
                <a:latin typeface="Liberation Sans"/>
              </a:rPr>
            </a:br>
            <a:r>
              <a:rPr lang="en-GB" sz="2800">
                <a:latin typeface="Liberation Sans"/>
              </a:rPr>
              <a:t>Delta</a:t>
            </a:r>
          </a:p>
          <a:p>
            <a:pPr algn="l"/>
            <a:r>
              <a:rPr lang="en-GB" sz="2800">
                <a:latin typeface="Liberation Sans"/>
              </a:rPr>
              <a:t>Echo</a:t>
            </a:r>
            <a:br>
              <a:rPr lang="en-GB" sz="2800">
                <a:latin typeface="Liberation Sans"/>
              </a:rPr>
            </a:br>
            <a:r>
              <a:rPr lang="en-GB" sz="2800">
                <a:latin typeface="Liberation Sans"/>
              </a:rPr>
              <a:t>Foxtrot</a:t>
            </a:r>
          </a:p>
        </p:txBody>
      </p:sp>
      <p:sp>
        <p:nvSpPr>
          <p:cNvPr id="4" name="af2800"/>
          <p:cNvSpPr txBox="1"/>
          <p:nvPr/>
        </p:nvSpPr>
        <p:spPr>
          <a:xfrm>
            <a:off x="4826000" y="762000"/>
            <a:ext cx="3810000" cy="533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GB" sz="2800">
                <a:latin typeface="Liberation Sans"/>
              </a:rPr>
              <a:t>Alpha</a:t>
            </a:r>
            <a:br>
              <a:rPr lang="en-GB" sz="2800">
                <a:latin typeface="Liberation Sans"/>
              </a:rPr>
            </a:br>
            <a:r>
              <a:rPr lang="en-GB" sz="2800">
                <a:latin typeface="Liberation Sans"/>
              </a:rPr>
              <a:t>Bravo</a:t>
            </a:r>
          </a:p>
          <a:p>
            <a:pPr algn="l"/>
            <a:r>
              <a:rPr lang="en-GB" sz="2800">
                <a:latin typeface="Liberation Sans"/>
              </a:rPr>
              <a:t>Charlie</a:t>
            </a:r>
            <a:br>
              <a:rPr lang="en-GB" sz="2800">
                <a:latin typeface="Liberation Sans"/>
              </a:rPr>
            </a:br>
            <a:r>
              <a:rPr lang="en-GB" sz="2800">
                <a:latin typeface="Liberation Sans"/>
              </a:rPr>
              <a:t>Delta</a:t>
            </a:r>
          </a:p>
          <a:p>
            <a:pPr algn="l"/>
            <a:r>
              <a:rPr lang="en-GB" sz="2800">
                <a:latin typeface="Liberation Sans"/>
              </a:rPr>
              <a:t>Echo</a:t>
            </a:r>
            <a:br>
              <a:rPr lang="en-GB" sz="2800">
                <a:latin typeface="Liberation Sans"/>
              </a:rPr>
            </a:br>
            <a:r>
              <a:rPr lang="en-GB" sz="2800">
                <a:latin typeface="Liberation Sans"/>
              </a:rPr>
              <a:t>Foxtrot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