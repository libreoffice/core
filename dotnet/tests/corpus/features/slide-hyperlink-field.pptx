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3" Type="http://schemas.openxmlformats.org/officeDocument/2006/relationships/theme" Target="theme/theme1.xml"/>
<Relationship Id="rId10" Type="http://schemas.openxmlformats.org/officeDocument/2006/relationships/slide" Target="slides/slide1.xml"/>
<Relationship Id="rId11" Type="http://schemas.openxmlformats.org/officeDocument/2006/relationships/slide" Target="slides/slide2.xml"/>
<Relationship Id="rId12" Type="http://schemas.openxmlformats.org/officeDocument/2006/relationships/slide" Target="slides/slide3.xml"/>
<Relationship Id="rId13" Type="http://schemas.openxmlformats.org/officeDocument/2006/relationships/slide" Target="slides/slide4.xml"/>
<Relationship Id="rId14" Type="http://schemas.openxmlformats.org/officeDocument/2006/relationships/slide" Target="slides/slide5.xml"/>
<Relationship Id="rId15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9" Type="http://schemas.openxmlformats.org/officeDocument/2006/relationships/hyperlink" Target="https://www.example.org/" TargetMode="Externa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9" Type="http://schemas.openxmlformats.org/officeDocument/2006/relationships/hyperlink" Target="https://www.example.org/" TargetMode="Externa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9" Type="http://schemas.openxmlformats.org/officeDocument/2006/relationships/hyperlink" Target="https://www.example.org/" TargetMode="Externa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9" Type="http://schemas.openxmlformats.org/officeDocument/2006/relationships/hyperlink" Target="https://www.example.org/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"/>
          <p:cNvSpPr txBox="1"/>
          <p:nvPr/>
        </p:nvSpPr>
        <p:spPr>
          <a:xfrm>
            <a:off x="360000" y="36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1600"/>
            </a:pPr>
            <a:r>
              <a:rPr lang="en-US" sz="1600">
                <a:latin typeface="Liberation Sans"/>
                <a:hlinkClick xmlns:r="http://schemas.openxmlformats.org/officeDocument/2006/relationships" r:id="rId9"/>
              </a:rPr>
              <a:t>https://www.example.org/hr-connect/organisational-development/career-and-development-planning-framework/leadership/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"/>
          <p:cNvSpPr txBox="1"/>
          <p:nvPr/>
        </p:nvSpPr>
        <p:spPr>
          <a:xfrm>
            <a:off x="360000" y="36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1600"/>
            </a:pPr>
            <a:r>
              <a:rPr lang="en-US" sz="1600">
                <a:latin typeface="Liberation Sans"/>
              </a:rPr>
              <a:t>https://www.example.org/hr-connect/organisational-development/career-and-development-planning-framework/leadership/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"/>
          <p:cNvSpPr txBox="1"/>
          <p:nvPr/>
        </p:nvSpPr>
        <p:spPr>
          <a:xfrm>
            <a:off x="360000" y="36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600"/>
            </a:pPr>
            <a:r>
              <a:rPr lang="en-US" sz="1600">
                <a:latin typeface="Liberation Sans"/>
                <a:hlinkClick xmlns:r="http://schemas.openxmlformats.org/officeDocument/2006/relationships" r:id="rId9"/>
              </a:rPr>
              <a:t>https://www.example.org/hr-connect/organisational-development/career-and-development-planning-framework/leadership/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"/>
          <p:cNvSpPr txBox="1"/>
          <p:nvPr/>
        </p:nvSpPr>
        <p:spPr>
          <a:xfrm>
            <a:off x="360000" y="36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1600"/>
            </a:pPr>
            <a:r>
              <a:rPr lang="en-US" sz="1600">
                <a:latin typeface="Liberation Sans"/>
                <a:hlinkClick xmlns:r="http://schemas.openxmlformats.org/officeDocument/2006/relationships" r:id="rId9"/>
              </a:rPr>
              <a:t>https://example.org/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"/>
          <p:cNvSpPr txBox="1"/>
          <p:nvPr/>
        </p:nvSpPr>
        <p:spPr>
          <a:xfrm>
            <a:off x="360000" y="36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1600"/>
            </a:pPr>
            <a:r>
              <a:rPr lang="en-US" sz="1600">
                <a:latin typeface="Liberation Sans"/>
                <a:hlinkClick xmlns:r="http://schemas.openxmlformats.org/officeDocument/2006/relationships" r:id=""/>
              </a:rPr>
              <a:t>https://www.example.org/hr-connect/organisational-development/career-and-development-planning-framework/leadership/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"/>
          <p:cNvSpPr txBox="1"/>
          <p:nvPr/>
        </p:nvSpPr>
        <p:spPr>
          <a:xfrm>
            <a:off x="360000" y="36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1600"/>
            </a:pPr>
            <a:r>
              <a:rPr lang="en-US" sz="1600">
                <a:latin typeface="Liberation Sans"/>
                <a:hlinkClick xmlns:r="http://schemas.openxmlformats.org/officeDocument/2006/relationships" r:id="rId9"/>
              </a:rPr>
              <a:t>https://www.example.org/hr-connect/organisational-development/career-and-development-planning-framework/leadership/</a:t>
            </a:r>
          </a:p>
          <a:p>
            <a:pPr>
              <a:defRPr sz="1600"/>
            </a:pPr>
            <a:r>
              <a:rPr lang="en-US" sz="1600">
                <a:latin typeface="Liberation Sans"/>
              </a:rP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">
  <a:themeElements>
    <a:clrScheme name="p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