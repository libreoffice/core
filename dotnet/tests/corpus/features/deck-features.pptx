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r>
              <a:rPr b="1" lang="en-GB" sz="40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&lt;header&gt;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A9C37B09-FA9F-4565-87CB-4C48CE5B0CC9}" type="slidenum">
              <a:rPr b="0" lang="en-GB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body"/>
          </p:nvPr>
        </p:nvSpPr>
        <p:spPr>
          <a:xfrm>
            <a:off x="720000" y="5040000"/>
            <a:ext cx="57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200" spc="-1" strike="noStrike">
                <a:solidFill>
                  <a:srgbClr val="000000"/>
                </a:solidFill>
                <a:latin typeface="Arial"/>
              </a:rPr>
              <a:t>Speaker notes for the first slide.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1" lang="en-GB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1" lang="en-GB" sz="4000" spc="-1" strike="noStrike">
                <a:solidFill>
                  <a:srgbClr val="000000"/>
                </a:solidFill>
                <a:latin typeface="Arial"/>
              </a:rPr>
              <a:t>Feature deck title</a:t>
            </a: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720000" y="1980000"/>
            <a:ext cx="864000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First outline point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point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A nested point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1" lang="en-GB" sz="4000" spc="-1" strike="noStrike">
                <a:solidFill>
                  <a:srgbClr val="000000"/>
                </a:solidFill>
                <a:latin typeface="Arial"/>
              </a:rPr>
              <a:t>Shapes and groups</a:t>
            </a: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" name="Group1"/>
          <p:cNvGrpSpPr/>
          <p:nvPr/>
        </p:nvGrpSpPr>
        <p:grpSpPr>
          <a:xfrm>
            <a:off x="720000" y="2160000"/>
            <a:ext cx="6480000" cy="1080000"/>
            <a:chOff x="720000" y="2160000"/>
            <a:chExt cx="6480000" cy="1080000"/>
          </a:xfrm>
        </p:grpSpPr>
        <p:sp>
          <p:nvSpPr>
            <p:cNvPr id="14" name=""/>
            <p:cNvSpPr/>
            <p:nvPr/>
          </p:nvSpPr>
          <p:spPr>
            <a:xfrm>
              <a:off x="720000" y="2160000"/>
              <a:ext cx="2880000" cy="724320"/>
            </a:xfrm>
            <a:prstGeom prst="ellipse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r>
                <a:rPr b="0" i="1" lang="en-GB" sz="1800" spc="-1" strike="noStrike">
                  <a:solidFill>
                    <a:srgbClr val="000000"/>
                  </a:solidFill>
                  <a:latin typeface="Arial"/>
                </a:rPr>
                <a:t>Text in a custom shape</a:t>
              </a:r>
              <a:endParaRPr b="0" i="1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4320000" y="2160000"/>
              <a:ext cx="2880000" cy="108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noAutofit/>
            </a:bodyPr>
            <a:p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Text in a rectangle</a:t>
              </a: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" name=""/>
          <p:cNvSpPr txBox="1"/>
          <p:nvPr/>
        </p:nvSpPr>
        <p:spPr>
          <a:xfrm>
            <a:off x="720000" y="3960000"/>
            <a:ext cx="2160000" cy="76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A plain text box with an emphasised word.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1" lang="en-GB" sz="4000" spc="-1" strike="noStrike">
                <a:solidFill>
                  <a:srgbClr val="000000"/>
                </a:solidFill>
                <a:latin typeface="Arial"/>
              </a:rPr>
              <a:t>A table on a slide</a:t>
            </a: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" name=""/>
          <p:cNvGraphicFramePr/>
          <p:nvPr/>
        </p:nvGraphicFramePr>
        <p:xfrm>
          <a:off x="720000" y="2160000"/>
          <a:ext cx="7200000" cy="2160000"/>
        </p:xfrm>
        <a:graphic>
          <a:graphicData uri="http://schemas.openxmlformats.org/drawingml/2006/table">
            <a:tbl>
              <a:tblPr/>
              <a:tblGrid>
                <a:gridCol w="3600000"/>
                <a:gridCol w="3600000"/>
              </a:tblGrid>
              <a:tr h="720000">
                <a:tc>
                  <a:txBody>
                    <a:bodyPr lIns="0" rIns="0" tIns="0" bIns="0" anchor="t">
                      <a:noAutofit/>
                    </a:bodyPr>
                    <a:p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Format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Extracted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0000">
                <a:tc>
                  <a:txBody>
                    <a:bodyPr lIns="0" rIns="0" tIns="0" bIns="0" anchor="t">
                      <a:noAutofit/>
                    </a:bodyPr>
                    <a:p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PPTX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0000">
                <a:tc>
                  <a:txBody>
                    <a:bodyPr lIns="0" rIns="0" tIns="0" bIns="0" anchor="t">
                      <a:noAutofit/>
                    </a:bodyPr>
                    <a:p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ODP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r>
                        <a:rPr b="0" lang="en-GB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  <a:endParaRPr b="0" lang="en-GB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1" lang="en-GB" sz="4000" spc="-1" strike="noStrike">
                <a:solidFill>
                  <a:srgbClr val="000000"/>
                </a:solidFill>
                <a:latin typeface="Arial"/>
              </a:rPr>
              <a:t>This slide is hidden</a:t>
            </a: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2026-01-02T03:04:05Z</dcterms:created>
  <dc:creator>Ada Lovelace</dc:creator>
  <dc:description/>
  <dc:language>en-US</dc:language>
  <cp:lastModifiedBy/>
  <cp:revision>0</cp:revision>
  <dc:subject/>
  <dc:title>Paperless feature deck</dc:title>
</cp:coreProperties>
</file>