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37ABE3-0B81-4D04-AD32-EFA47555EF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4C3B4B-7ED3-4ABB-A9DF-C7BD915FAD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9725C28-6595-42A4-9510-EB35E06FAA1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Paperless: slide 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216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Body text on the first slide.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Paperless: slide two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