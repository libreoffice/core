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</p:sldIdLst>
  <p:sldSz cx="9144000" cy="6858000"/>
  <p:notesSz cx="6858000" cy="9144000"/>
  <p:defaultTextStyle>
    <a:lvl1pPr>
      <a:defRPr sz="1800"/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theme" Target="theme/theme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400000" y="5000000"/>
            <a:ext cx="7000000" cy="50000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>
      <a:lvl1pPr>
        <a:defRPr sz="1200">
          <a:solidFill>
            <a:srgbClr val="FF00FF"/>
          </a:solidFill>
        </a:defRPr>
      </a:lvl1pPr>
      <a:lvl2pPr>
        <a:defRPr sz="1000">
          <a:solidFill>
            <a:srgbClr val="FF00FF"/>
          </a:solidFill>
        </a:defRPr>
      </a:lvl2pPr>
      <a:lvl3pPr>
        <a:defRPr sz="1800">
          <a:solidFill>
            <a:srgbClr val="FF00FF"/>
          </a:solidFill>
        </a:defRPr>
      </a:lvl3pPr>
      <a:lvl4pPr>
        <a:defRPr sz="1800">
          <a:solidFill>
            <a:srgbClr val="FF00FF"/>
          </a:solidFill>
        </a:defRPr>
      </a:lvl4pPr>
      <a:lvl5pPr>
        <a:defRPr sz="1800">
          <a:solidFill>
            <a:srgbClr val="FF00FF"/>
          </a:solidFill>
        </a:defRPr>
      </a:lvl5pPr>
      <a:lvl6pPr>
        <a:defRPr sz="1800">
          <a:solidFill>
            <a:srgbClr val="FF00FF"/>
          </a:solidFill>
        </a:defRPr>
      </a:lvl6pPr>
      <a:lvl7pPr>
        <a:defRPr sz="1800">
          <a:solidFill>
            <a:srgbClr val="FF00FF"/>
          </a:solidFill>
        </a:defRPr>
      </a:lvl7pPr>
      <a:lvl8pPr>
        <a:defRPr sz="1800">
          <a:solidFill>
            <a:srgbClr val="FF00FF"/>
          </a:solidFill>
        </a:defRPr>
      </a:lvl8pPr>
      <a:lvl9pPr>
        <a:defRPr sz="1800">
          <a:solidFill>
            <a:srgbClr val="FF00FF"/>
          </a:solidFill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up"/>
          <p:cNvSpPr txBox="1"/>
          <p:nvPr/>
        </p:nvSpPr>
        <p:spPr>
          <a:xfrm>
            <a:off x="1270000" y="1270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2000">
                <a:latin typeface="Liberation Sans"/>
              </a:rPr>
              <a:t>Warm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Up</a:t>
            </a:r>
          </a:p>
        </p:txBody>
      </p:sp>
      <p:sp>
        <p:nvSpPr>
          <p:cNvPr id="3" name="h150"/>
          <p:cNvSpPr txBox="1"/>
          <p:nvPr/>
        </p:nvSpPr>
        <p:spPr>
          <a:xfrm>
            <a:off x="127000" y="762000"/>
            <a:ext cx="2794000" cy="1905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Alpha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Charlie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Echo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Golf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Hotel</a:t>
            </a:r>
          </a:p>
        </p:txBody>
      </p:sp>
      <p:sp>
        <p:nvSpPr>
          <p:cNvPr id="4" name="h160"/>
          <p:cNvSpPr txBox="1"/>
          <p:nvPr/>
        </p:nvSpPr>
        <p:spPr>
          <a:xfrm>
            <a:off x="3048000" y="762000"/>
            <a:ext cx="2794000" cy="2032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Alpha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Charlie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Echo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Golf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Hotel</a:t>
            </a:r>
          </a:p>
        </p:txBody>
      </p:sp>
      <p:sp>
        <p:nvSpPr>
          <p:cNvPr id="5" name="h170"/>
          <p:cNvSpPr txBox="1"/>
          <p:nvPr/>
        </p:nvSpPr>
        <p:spPr>
          <a:xfrm>
            <a:off x="5969000" y="762000"/>
            <a:ext cx="2794000" cy="2159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Alpha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Charlie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Echo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Golf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Hotel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up"/>
          <p:cNvSpPr txBox="1"/>
          <p:nvPr/>
        </p:nvSpPr>
        <p:spPr>
          <a:xfrm>
            <a:off x="1270000" y="1270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2000">
                <a:latin typeface="Liberation Sans"/>
              </a:rPr>
              <a:t>Warm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Up</a:t>
            </a:r>
          </a:p>
        </p:txBody>
      </p:sp>
      <p:sp>
        <p:nvSpPr>
          <p:cNvPr id="3" name="h180"/>
          <p:cNvSpPr txBox="1"/>
          <p:nvPr/>
        </p:nvSpPr>
        <p:spPr>
          <a:xfrm>
            <a:off x="127000" y="762000"/>
            <a:ext cx="2794000" cy="2286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Alpha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Charlie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Echo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Golf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Hotel</a:t>
            </a:r>
          </a:p>
        </p:txBody>
      </p:sp>
      <p:sp>
        <p:nvSpPr>
          <p:cNvPr id="4" name="h190"/>
          <p:cNvSpPr txBox="1"/>
          <p:nvPr/>
        </p:nvSpPr>
        <p:spPr>
          <a:xfrm>
            <a:off x="3048000" y="762000"/>
            <a:ext cx="2794000" cy="2413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Alpha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Charlie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Echo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Golf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Hotel</a:t>
            </a:r>
          </a:p>
        </p:txBody>
      </p:sp>
      <p:sp>
        <p:nvSpPr>
          <p:cNvPr id="5" name="h200"/>
          <p:cNvSpPr txBox="1"/>
          <p:nvPr/>
        </p:nvSpPr>
        <p:spPr>
          <a:xfrm>
            <a:off x="5969000" y="762000"/>
            <a:ext cx="2794000" cy="25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Alpha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Charlie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Echo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Golf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Hotel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up"/>
          <p:cNvSpPr txBox="1"/>
          <p:nvPr/>
        </p:nvSpPr>
        <p:spPr>
          <a:xfrm>
            <a:off x="1270000" y="1270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2000">
                <a:latin typeface="Liberation Sans"/>
              </a:rPr>
              <a:t>Warm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Up</a:t>
            </a:r>
          </a:p>
        </p:txBody>
      </p:sp>
      <p:sp>
        <p:nvSpPr>
          <p:cNvPr id="3" name="h205"/>
          <p:cNvSpPr txBox="1"/>
          <p:nvPr/>
        </p:nvSpPr>
        <p:spPr>
          <a:xfrm>
            <a:off x="127000" y="762000"/>
            <a:ext cx="2794000" cy="2603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Alpha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Charlie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Echo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Golf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Hotel</a:t>
            </a:r>
          </a:p>
        </p:txBody>
      </p:sp>
      <p:sp>
        <p:nvSpPr>
          <p:cNvPr id="4" name="h210"/>
          <p:cNvSpPr txBox="1"/>
          <p:nvPr/>
        </p:nvSpPr>
        <p:spPr>
          <a:xfrm>
            <a:off x="3048000" y="762000"/>
            <a:ext cx="2794000" cy="2667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Alpha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Charlie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Echo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Golf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Hotel</a:t>
            </a:r>
          </a:p>
        </p:txBody>
      </p:sp>
      <p:sp>
        <p:nvSpPr>
          <p:cNvPr id="5" name="h215"/>
          <p:cNvSpPr txBox="1"/>
          <p:nvPr/>
        </p:nvSpPr>
        <p:spPr>
          <a:xfrm>
            <a:off x="5969000" y="762000"/>
            <a:ext cx="2794000" cy="273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Alpha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Charlie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Echo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Golf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Hotel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up"/>
          <p:cNvSpPr txBox="1"/>
          <p:nvPr/>
        </p:nvSpPr>
        <p:spPr>
          <a:xfrm>
            <a:off x="1270000" y="1270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2000">
                <a:latin typeface="Liberation Sans"/>
              </a:rPr>
              <a:t>Warm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Up</a:t>
            </a:r>
          </a:p>
        </p:txBody>
      </p:sp>
      <p:sp>
        <p:nvSpPr>
          <p:cNvPr id="3" name="h220"/>
          <p:cNvSpPr txBox="1"/>
          <p:nvPr/>
        </p:nvSpPr>
        <p:spPr>
          <a:xfrm>
            <a:off x="127000" y="762000"/>
            <a:ext cx="2794000" cy="279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Alpha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Charlie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Echo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Golf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Hotel</a:t>
            </a:r>
          </a:p>
        </p:txBody>
      </p:sp>
      <p:sp>
        <p:nvSpPr>
          <p:cNvPr id="4" name="h225"/>
          <p:cNvSpPr txBox="1"/>
          <p:nvPr/>
        </p:nvSpPr>
        <p:spPr>
          <a:xfrm>
            <a:off x="3048000" y="762000"/>
            <a:ext cx="2794000" cy="2857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Alpha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Charlie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Echo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Golf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Hotel</a:t>
            </a:r>
          </a:p>
        </p:txBody>
      </p:sp>
      <p:sp>
        <p:nvSpPr>
          <p:cNvPr id="5" name="h230"/>
          <p:cNvSpPr txBox="1"/>
          <p:nvPr/>
        </p:nvSpPr>
        <p:spPr>
          <a:xfrm>
            <a:off x="5969000" y="762000"/>
            <a:ext cx="2794000" cy="292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Alpha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Charlie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Echo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Golf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Hotel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